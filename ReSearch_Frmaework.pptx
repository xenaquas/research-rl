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8" d="100"/>
          <a:sy n="88" d="100"/>
        </p:scale>
        <p:origin x="62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8981"/>
            </a:avLst>
          </a:prstGeom>
          <a:solidFill>
            <a:schemeClr val="accent1">
              <a:lumMod val="75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1670950" y="4653741"/>
            <a:ext cx="8850102" cy="580532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</a:pPr>
            <a:r>
              <a:rPr lang="en-US" sz="1600" b="0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1670950" y="3010190"/>
            <a:ext cx="8850102" cy="1615468"/>
          </a:xfr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000" b="1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"/>
          </p:nvPr>
        </p:nvSpPr>
        <p:spPr>
          <a:xfrm>
            <a:off x="1670950" y="5240623"/>
            <a:ext cx="8850102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Signature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"/>
          </p:nvPr>
        </p:nvSpPr>
        <p:spPr>
          <a:xfrm>
            <a:off x="1670952" y="5543244"/>
            <a:ext cx="8850098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Date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720859" y="-644602"/>
            <a:ext cx="13596845" cy="8068191"/>
            <a:chOff x="-720859" y="-644602"/>
            <a:chExt cx="13596845" cy="8068191"/>
          </a:xfrm>
        </p:grpSpPr>
        <p:grpSp>
          <p:nvGrpSpPr>
            <p:cNvPr id="8" name="Group 8"/>
            <p:cNvGrpSpPr/>
            <p:nvPr/>
          </p:nvGrpSpPr>
          <p:grpSpPr>
            <a:xfrm>
              <a:off x="-720859" y="2921615"/>
              <a:ext cx="3221406" cy="4501974"/>
              <a:chOff x="-720859" y="2892587"/>
              <a:chExt cx="3221406" cy="4501974"/>
            </a:xfrm>
          </p:grpSpPr>
          <p:sp>
            <p:nvSpPr>
              <p:cNvPr id="9" name="Freeform 9"/>
              <p:cNvSpPr/>
              <p:nvPr/>
            </p:nvSpPr>
            <p:spPr>
              <a:xfrm rot="13500000">
                <a:off x="1396725" y="6290739"/>
                <a:ext cx="1103822" cy="1103822"/>
              </a:xfrm>
              <a:custGeom>
                <a:avLst/>
                <a:gdLst/>
                <a:ahLst/>
                <a:cxnLst/>
                <a:rect l="l" t="t" r="r" b="b"/>
                <a:pathLst>
                  <a:path w="1103822" h="1103822">
                    <a:moveTo>
                      <a:pt x="1103822" y="1103822"/>
                    </a:moveTo>
                    <a:lnTo>
                      <a:pt x="0" y="1103822"/>
                    </a:lnTo>
                    <a:lnTo>
                      <a:pt x="110382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0" y="4531588"/>
                <a:ext cx="2074921" cy="2311065"/>
              </a:xfrm>
              <a:custGeom>
                <a:avLst/>
                <a:gdLst/>
                <a:ahLst/>
                <a:cxnLst/>
                <a:rect l="l" t="t" r="r" b="b"/>
                <a:pathLst>
                  <a:path w="2074921" h="2311065">
                    <a:moveTo>
                      <a:pt x="781969" y="0"/>
                    </a:moveTo>
                    <a:lnTo>
                      <a:pt x="1426000" y="0"/>
                    </a:lnTo>
                    <a:lnTo>
                      <a:pt x="2074921" y="648921"/>
                    </a:lnTo>
                    <a:lnTo>
                      <a:pt x="412777" y="2311065"/>
                    </a:lnTo>
                    <a:lnTo>
                      <a:pt x="0" y="2311065"/>
                    </a:lnTo>
                    <a:lnTo>
                      <a:pt x="0" y="2079811"/>
                    </a:lnTo>
                    <a:lnTo>
                      <a:pt x="1430890" y="64892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0" y="3443133"/>
                <a:ext cx="1009798" cy="1010660"/>
              </a:xfrm>
              <a:custGeom>
                <a:avLst/>
                <a:gdLst/>
                <a:ahLst/>
                <a:cxnLst/>
                <a:rect l="l" t="t" r="r" b="b"/>
                <a:pathLst>
                  <a:path w="1009798" h="1010660">
                    <a:moveTo>
                      <a:pt x="0" y="0"/>
                    </a:moveTo>
                    <a:lnTo>
                      <a:pt x="1009798" y="1009799"/>
                    </a:lnTo>
                    <a:lnTo>
                      <a:pt x="1008814" y="1010660"/>
                    </a:lnTo>
                    <a:lnTo>
                      <a:pt x="692692" y="1010660"/>
                    </a:lnTo>
                    <a:lnTo>
                      <a:pt x="0" y="317968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595494" y="6225852"/>
                <a:ext cx="922749" cy="616801"/>
              </a:xfrm>
              <a:custGeom>
                <a:avLst/>
                <a:gdLst/>
                <a:ahLst/>
                <a:cxnLst/>
                <a:rect l="l" t="t" r="r" b="b"/>
                <a:pathLst>
                  <a:path w="922749" h="616801">
                    <a:moveTo>
                      <a:pt x="636464" y="0"/>
                    </a:moveTo>
                    <a:lnTo>
                      <a:pt x="921971" y="4446"/>
                    </a:lnTo>
                    <a:lnTo>
                      <a:pt x="922749" y="5223"/>
                    </a:lnTo>
                    <a:lnTo>
                      <a:pt x="291769" y="616801"/>
                    </a:lnTo>
                    <a:lnTo>
                      <a:pt x="0" y="61680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3" name="Freeform 13"/>
              <p:cNvSpPr/>
              <p:nvPr/>
            </p:nvSpPr>
            <p:spPr>
              <a:xfrm rot="13500000">
                <a:off x="903260" y="3716174"/>
                <a:ext cx="488769" cy="488769"/>
              </a:xfrm>
              <a:custGeom>
                <a:avLst/>
                <a:gdLst/>
                <a:ahLst/>
                <a:cxnLst/>
                <a:rect l="l" t="t" r="r" b="b"/>
                <a:pathLst>
                  <a:path w="488769" h="488769">
                    <a:moveTo>
                      <a:pt x="0" y="0"/>
                    </a:moveTo>
                    <a:lnTo>
                      <a:pt x="488770" y="0"/>
                    </a:lnTo>
                    <a:lnTo>
                      <a:pt x="488770" y="488770"/>
                    </a:lnTo>
                    <a:lnTo>
                      <a:pt x="0" y="48877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4" name="Freeform 14"/>
              <p:cNvSpPr/>
              <p:nvPr/>
            </p:nvSpPr>
            <p:spPr>
              <a:xfrm rot="13500000">
                <a:off x="1808182" y="5969160"/>
                <a:ext cx="280837" cy="280837"/>
              </a:xfrm>
              <a:custGeom>
                <a:avLst/>
                <a:gdLst/>
                <a:ahLst/>
                <a:cxnLst/>
                <a:rect l="l" t="t" r="r" b="b"/>
                <a:pathLst>
                  <a:path w="280837" h="280837">
                    <a:moveTo>
                      <a:pt x="0" y="0"/>
                    </a:moveTo>
                    <a:lnTo>
                      <a:pt x="280837" y="0"/>
                    </a:lnTo>
                    <a:lnTo>
                      <a:pt x="280837" y="280838"/>
                    </a:lnTo>
                    <a:lnTo>
                      <a:pt x="0" y="280838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 rot="13500000">
                <a:off x="-720859" y="4425475"/>
                <a:ext cx="1463420" cy="1463420"/>
              </a:xfrm>
              <a:custGeom>
                <a:avLst/>
                <a:gdLst/>
                <a:ahLst/>
                <a:cxnLst/>
                <a:rect l="l" t="t" r="r" b="b"/>
                <a:pathLst>
                  <a:path w="1463420" h="1463420">
                    <a:moveTo>
                      <a:pt x="1463420" y="1463420"/>
                    </a:moveTo>
                    <a:lnTo>
                      <a:pt x="0" y="1463420"/>
                    </a:lnTo>
                    <a:lnTo>
                      <a:pt x="0" y="0"/>
                    </a:lnTo>
                    <a:lnTo>
                      <a:pt x="15346" y="0"/>
                    </a:lnTo>
                    <a:lnTo>
                      <a:pt x="1463420" y="1448074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6" name="Freeform 16"/>
              <p:cNvSpPr/>
              <p:nvPr/>
            </p:nvSpPr>
            <p:spPr>
              <a:xfrm rot="13500000">
                <a:off x="-175022" y="4005056"/>
                <a:ext cx="371745" cy="371745"/>
              </a:xfrm>
              <a:custGeom>
                <a:avLst/>
                <a:gdLst/>
                <a:ahLst/>
                <a:cxnLst/>
                <a:rect l="l" t="t" r="r" b="b"/>
                <a:pathLst>
                  <a:path w="371745" h="371745">
                    <a:moveTo>
                      <a:pt x="371745" y="371745"/>
                    </a:moveTo>
                    <a:lnTo>
                      <a:pt x="0" y="371745"/>
                    </a:lnTo>
                    <a:lnTo>
                      <a:pt x="0" y="0"/>
                    </a:lnTo>
                    <a:lnTo>
                      <a:pt x="15345" y="0"/>
                    </a:lnTo>
                    <a:lnTo>
                      <a:pt x="371745" y="35640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7" name="Freeform 17"/>
              <p:cNvSpPr/>
              <p:nvPr/>
            </p:nvSpPr>
            <p:spPr>
              <a:xfrm rot="13500000">
                <a:off x="567952" y="3507161"/>
                <a:ext cx="193151" cy="193151"/>
              </a:xfrm>
              <a:custGeom>
                <a:avLst/>
                <a:gdLst/>
                <a:ahLst/>
                <a:cxnLst/>
                <a:rect l="l" t="t" r="r" b="b"/>
                <a:pathLst>
                  <a:path w="193151" h="193151">
                    <a:moveTo>
                      <a:pt x="0" y="0"/>
                    </a:moveTo>
                    <a:lnTo>
                      <a:pt x="193152" y="0"/>
                    </a:lnTo>
                    <a:lnTo>
                      <a:pt x="193152" y="193152"/>
                    </a:lnTo>
                    <a:lnTo>
                      <a:pt x="0" y="19315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40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8" name="Freeform 18"/>
              <p:cNvSpPr/>
              <p:nvPr/>
            </p:nvSpPr>
            <p:spPr>
              <a:xfrm rot="13500000">
                <a:off x="382070" y="2892587"/>
                <a:ext cx="564896" cy="564896"/>
              </a:xfrm>
              <a:custGeom>
                <a:avLst/>
                <a:gdLst/>
                <a:ahLst/>
                <a:cxnLst/>
                <a:rect l="l" t="t" r="r" b="b"/>
                <a:pathLst>
                  <a:path w="564896" h="564896">
                    <a:moveTo>
                      <a:pt x="0" y="0"/>
                    </a:moveTo>
                    <a:lnTo>
                      <a:pt x="564897" y="0"/>
                    </a:lnTo>
                    <a:lnTo>
                      <a:pt x="564897" y="564897"/>
                    </a:lnTo>
                    <a:lnTo>
                      <a:pt x="0" y="564897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766630" y="-644602"/>
              <a:ext cx="4109356" cy="7517115"/>
              <a:chOff x="8766630" y="-644602"/>
              <a:chExt cx="4109356" cy="7517115"/>
            </a:xfrm>
          </p:grpSpPr>
          <p:sp>
            <p:nvSpPr>
              <p:cNvPr id="20" name="Freeform 20"/>
              <p:cNvSpPr/>
              <p:nvPr/>
            </p:nvSpPr>
            <p:spPr>
              <a:xfrm rot="13500000">
                <a:off x="11542417" y="1443117"/>
                <a:ext cx="1333569" cy="1333569"/>
              </a:xfrm>
              <a:custGeom>
                <a:avLst/>
                <a:gdLst/>
                <a:ahLst/>
                <a:cxnLst/>
                <a:rect l="l" t="t" r="r" b="b"/>
                <a:pathLst>
                  <a:path w="1333569" h="1333569">
                    <a:moveTo>
                      <a:pt x="1333569" y="1333569"/>
                    </a:moveTo>
                    <a:lnTo>
                      <a:pt x="0" y="0"/>
                    </a:lnTo>
                    <a:lnTo>
                      <a:pt x="13335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0676293" y="2380950"/>
                <a:ext cx="1515707" cy="1775659"/>
              </a:xfrm>
              <a:custGeom>
                <a:avLst/>
                <a:gdLst/>
                <a:ahLst/>
                <a:cxnLst/>
                <a:rect l="l" t="t" r="r" b="b"/>
                <a:pathLst>
                  <a:path w="1515707" h="1775659">
                    <a:moveTo>
                      <a:pt x="259952" y="0"/>
                    </a:moveTo>
                    <a:lnTo>
                      <a:pt x="1515707" y="1255756"/>
                    </a:lnTo>
                    <a:lnTo>
                      <a:pt x="1515707" y="1775659"/>
                    </a:lnTo>
                    <a:lnTo>
                      <a:pt x="0" y="259953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0453800" y="5094854"/>
                <a:ext cx="1738201" cy="1777659"/>
              </a:xfrm>
              <a:custGeom>
                <a:avLst/>
                <a:gdLst/>
                <a:ahLst/>
                <a:cxnLst/>
                <a:rect l="l" t="t" r="r" b="b"/>
                <a:pathLst>
                  <a:path w="1738201" h="1777659">
                    <a:moveTo>
                      <a:pt x="258720" y="0"/>
                    </a:moveTo>
                    <a:lnTo>
                      <a:pt x="1738201" y="1479480"/>
                    </a:lnTo>
                    <a:lnTo>
                      <a:pt x="1738201" y="1777659"/>
                    </a:lnTo>
                    <a:lnTo>
                      <a:pt x="1518941" y="1777659"/>
                    </a:lnTo>
                    <a:lnTo>
                      <a:pt x="0" y="25872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0331698" y="1324637"/>
                <a:ext cx="1375945" cy="1207717"/>
              </a:xfrm>
              <a:custGeom>
                <a:avLst/>
                <a:gdLst/>
                <a:ahLst/>
                <a:cxnLst/>
                <a:rect l="l" t="t" r="r" b="b"/>
                <a:pathLst>
                  <a:path w="1127137" h="989329">
                    <a:moveTo>
                      <a:pt x="840741" y="778"/>
                    </a:moveTo>
                    <a:lnTo>
                      <a:pt x="0" y="846186"/>
                    </a:lnTo>
                    <a:lnTo>
                      <a:pt x="144032" y="989329"/>
                    </a:lnTo>
                    <a:lnTo>
                      <a:pt x="1127138" y="778"/>
                    </a:lnTo>
                    <a:lnTo>
                      <a:pt x="1126249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8766630" y="-2051"/>
                <a:ext cx="705611" cy="358343"/>
              </a:xfrm>
              <a:custGeom>
                <a:avLst/>
                <a:gdLst/>
                <a:ahLst/>
                <a:cxnLst/>
                <a:rect l="l" t="t" r="r" b="b"/>
                <a:pathLst>
                  <a:path w="705611" h="358343">
                    <a:moveTo>
                      <a:pt x="4114" y="0"/>
                    </a:moveTo>
                    <a:lnTo>
                      <a:pt x="355631" y="0"/>
                    </a:lnTo>
                    <a:lnTo>
                      <a:pt x="351517" y="4114"/>
                    </a:lnTo>
                    <a:lnTo>
                      <a:pt x="705611" y="358343"/>
                    </a:lnTo>
                    <a:lnTo>
                      <a:pt x="354094" y="358343"/>
                    </a:lnTo>
                    <a:lnTo>
                      <a:pt x="0" y="4114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lnSpcReduction="1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9347969" y="398754"/>
                <a:ext cx="616476" cy="538466"/>
              </a:xfrm>
              <a:custGeom>
                <a:avLst/>
                <a:gdLst/>
                <a:ahLst/>
                <a:cxnLst/>
                <a:rect l="l" t="t" r="r" b="b"/>
                <a:pathLst>
                  <a:path w="505000" h="441097">
                    <a:moveTo>
                      <a:pt x="128028" y="0"/>
                    </a:moveTo>
                    <a:lnTo>
                      <a:pt x="505000" y="376972"/>
                    </a:lnTo>
                    <a:lnTo>
                      <a:pt x="440764" y="441097"/>
                    </a:lnTo>
                    <a:lnTo>
                      <a:pt x="0" y="333"/>
                    </a:lnTo>
                    <a:lnTo>
                      <a:pt x="33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6" name="Freeform 26"/>
              <p:cNvSpPr/>
              <p:nvPr/>
            </p:nvSpPr>
            <p:spPr>
              <a:xfrm rot="13500000">
                <a:off x="9666347" y="-644602"/>
                <a:ext cx="1318546" cy="1318546"/>
              </a:xfrm>
              <a:custGeom>
                <a:avLst/>
                <a:gdLst/>
                <a:ahLst/>
                <a:cxnLst/>
                <a:rect l="l" t="t" r="r" b="b"/>
                <a:pathLst>
                  <a:path w="1318546" h="1318546">
                    <a:moveTo>
                      <a:pt x="1318546" y="23649"/>
                    </a:moveTo>
                    <a:lnTo>
                      <a:pt x="23649" y="1318546"/>
                    </a:lnTo>
                    <a:lnTo>
                      <a:pt x="0" y="1318546"/>
                    </a:lnTo>
                    <a:lnTo>
                      <a:pt x="0" y="0"/>
                    </a:lnTo>
                    <a:lnTo>
                      <a:pt x="1318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10173159" y="-2051"/>
                <a:ext cx="2018841" cy="1895326"/>
              </a:xfrm>
              <a:custGeom>
                <a:avLst/>
                <a:gdLst/>
                <a:ahLst/>
                <a:cxnLst/>
                <a:rect l="l" t="t" r="r" b="b"/>
                <a:pathLst>
                  <a:path w="2018841" h="1895326">
                    <a:moveTo>
                      <a:pt x="1474146" y="0"/>
                    </a:moveTo>
                    <a:lnTo>
                      <a:pt x="2018841" y="0"/>
                    </a:lnTo>
                    <a:lnTo>
                      <a:pt x="2018841" y="297403"/>
                    </a:lnTo>
                    <a:lnTo>
                      <a:pt x="421035" y="1895326"/>
                    </a:lnTo>
                    <a:lnTo>
                      <a:pt x="0" y="147414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8" name="Freeform 28"/>
              <p:cNvSpPr/>
              <p:nvPr/>
            </p:nvSpPr>
            <p:spPr>
              <a:xfrm rot="18900000">
                <a:off x="9759033" y="1274791"/>
                <a:ext cx="870709" cy="870709"/>
              </a:xfrm>
              <a:custGeom>
                <a:avLst/>
                <a:gdLst/>
                <a:ahLst/>
                <a:cxnLst/>
                <a:rect l="l" t="t" r="r" b="b"/>
                <a:pathLst>
                  <a:path w="713261" h="713261">
                    <a:moveTo>
                      <a:pt x="0" y="0"/>
                    </a:moveTo>
                    <a:lnTo>
                      <a:pt x="713262" y="0"/>
                    </a:lnTo>
                    <a:lnTo>
                      <a:pt x="713262" y="713262"/>
                    </a:lnTo>
                    <a:lnTo>
                      <a:pt x="0" y="713262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9" name="Freeform 29"/>
              <p:cNvSpPr/>
              <p:nvPr/>
            </p:nvSpPr>
            <p:spPr>
              <a:xfrm rot="18900000">
                <a:off x="10452061" y="4672177"/>
                <a:ext cx="611179" cy="611179"/>
              </a:xfrm>
              <a:custGeom>
                <a:avLst/>
                <a:gdLst/>
                <a:ahLst/>
                <a:cxnLst/>
                <a:rect l="l" t="t" r="r" b="b"/>
                <a:pathLst>
                  <a:path w="500661" h="500661">
                    <a:moveTo>
                      <a:pt x="0" y="0"/>
                    </a:moveTo>
                    <a:lnTo>
                      <a:pt x="500661" y="0"/>
                    </a:lnTo>
                    <a:lnTo>
                      <a:pt x="500661" y="500661"/>
                    </a:lnTo>
                    <a:lnTo>
                      <a:pt x="0" y="50066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0" name="Freeform 30"/>
              <p:cNvSpPr/>
              <p:nvPr/>
            </p:nvSpPr>
            <p:spPr>
              <a:xfrm rot="18900000">
                <a:off x="10828312" y="3228397"/>
                <a:ext cx="353140" cy="353140"/>
              </a:xfrm>
              <a:custGeom>
                <a:avLst/>
                <a:gdLst/>
                <a:ahLst/>
                <a:cxnLst/>
                <a:rect l="l" t="t" r="r" b="b"/>
                <a:pathLst>
                  <a:path w="289283" h="289283">
                    <a:moveTo>
                      <a:pt x="0" y="0"/>
                    </a:moveTo>
                    <a:lnTo>
                      <a:pt x="289284" y="0"/>
                    </a:lnTo>
                    <a:lnTo>
                      <a:pt x="289284" y="289283"/>
                    </a:lnTo>
                    <a:lnTo>
                      <a:pt x="0" y="289283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 lnSpcReduction="1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1" name="Freeform 31"/>
              <p:cNvSpPr/>
              <p:nvPr/>
            </p:nvSpPr>
            <p:spPr>
              <a:xfrm rot="18900000">
                <a:off x="10122072" y="5638146"/>
                <a:ext cx="598290" cy="598290"/>
              </a:xfrm>
              <a:custGeom>
                <a:avLst/>
                <a:gdLst/>
                <a:ahLst/>
                <a:cxnLst/>
                <a:rect l="l" t="t" r="r" b="b"/>
                <a:pathLst>
                  <a:path w="490103" h="490103">
                    <a:moveTo>
                      <a:pt x="0" y="0"/>
                    </a:moveTo>
                    <a:lnTo>
                      <a:pt x="490103" y="0"/>
                    </a:lnTo>
                    <a:lnTo>
                      <a:pt x="490103" y="490103"/>
                    </a:lnTo>
                    <a:lnTo>
                      <a:pt x="0" y="490103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91866" y="773888"/>
              <a:ext cx="10569134" cy="5306052"/>
              <a:chOff x="791866" y="773888"/>
              <a:chExt cx="10569134" cy="530605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91866" y="773888"/>
                <a:ext cx="8645601" cy="1786156"/>
              </a:xfrm>
              <a:custGeom>
                <a:avLst/>
                <a:gdLst/>
                <a:ahLst/>
                <a:cxnLst/>
                <a:rect l="l" t="t" r="r" b="b"/>
                <a:pathLst>
                  <a:path w="8614904" h="1779814">
                    <a:moveTo>
                      <a:pt x="0" y="1779814"/>
                    </a:moveTo>
                    <a:lnTo>
                      <a:pt x="0" y="0"/>
                    </a:lnTo>
                    <a:lnTo>
                      <a:pt x="8614904" y="0"/>
                    </a:lnTo>
                  </a:path>
                </a:pathLst>
              </a:custGeom>
              <a:noFill/>
              <a:ln w="12700" cap="flat" cmpd="sng">
                <a:solidFill>
                  <a:schemeClr val="accent1"/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  <p:cxnSp>
            <p:nvCxnSpPr>
              <p:cNvPr id="34" name="Connector 34"/>
              <p:cNvCxnSpPr/>
              <p:nvPr/>
            </p:nvCxnSpPr>
            <p:spPr>
              <a:xfrm>
                <a:off x="2672061" y="6079940"/>
                <a:ext cx="6906642" cy="0"/>
              </a:xfrm>
              <a:prstGeom prst="line">
                <a:avLst/>
              </a:prstGeom>
              <a:ln w="12700" cap="flat" cmpd="sng">
                <a:solidFill>
                  <a:schemeClr val="accent1"/>
                </a:solidFill>
                <a:prstDash val="solid"/>
              </a:ln>
            </p:spPr>
          </p:cxnSp>
          <p:cxnSp>
            <p:nvCxnSpPr>
              <p:cNvPr id="35" name="Connector 35"/>
              <p:cNvCxnSpPr/>
              <p:nvPr/>
            </p:nvCxnSpPr>
            <p:spPr>
              <a:xfrm>
                <a:off x="11361000" y="3768135"/>
                <a:ext cx="0" cy="857523"/>
              </a:xfrm>
              <a:prstGeom prst="line">
                <a:avLst/>
              </a:prstGeom>
              <a:ln w="12700" cap="flat" cmpd="sng">
                <a:solidFill>
                  <a:schemeClr val="accent1"/>
                </a:solidFill>
                <a:prstDash val="soli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757715" y="2816831"/>
            <a:ext cx="7113545" cy="1728484"/>
          </a:xfrm>
          <a:prstGeom prst="rect">
            <a:avLst/>
          </a:prstGeom>
          <a:noFill/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title"/>
          </p:nvPr>
        </p:nvSpPr>
        <p:spPr>
          <a:xfrm>
            <a:off x="4920342" y="2816830"/>
            <a:ext cx="4950919" cy="79631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idx="1"/>
          </p:nvPr>
        </p:nvSpPr>
        <p:spPr>
          <a:xfrm>
            <a:off x="4921458" y="3613150"/>
            <a:ext cx="4950919" cy="932165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1100" b="0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Edit Master text styles</a:t>
            </a:r>
          </a:p>
        </p:txBody>
      </p:sp>
      <p:sp>
        <p:nvSpPr>
          <p:cNvPr id="5" name="Freeform 5"/>
          <p:cNvSpPr/>
          <p:nvPr/>
        </p:nvSpPr>
        <p:spPr>
          <a:xfrm rot="19309675">
            <a:off x="1957474" y="1994651"/>
            <a:ext cx="1996442" cy="1503108"/>
          </a:xfrm>
          <a:custGeom>
            <a:avLst/>
            <a:gdLst/>
            <a:ahLst/>
            <a:cxnLst/>
            <a:rect l="l" t="t" r="r" b="b"/>
            <a:pathLst>
              <a:path w="1427499" h="1074757">
                <a:moveTo>
                  <a:pt x="936800" y="886546"/>
                </a:moveTo>
                <a:cubicBezTo>
                  <a:pt x="970737" y="907310"/>
                  <a:pt x="997443" y="929434"/>
                  <a:pt x="1015034" y="950991"/>
                </a:cubicBezTo>
                <a:lnTo>
                  <a:pt x="1024734" y="966901"/>
                </a:lnTo>
                <a:lnTo>
                  <a:pt x="1014361" y="1042714"/>
                </a:lnTo>
                <a:cubicBezTo>
                  <a:pt x="1012790" y="1053784"/>
                  <a:pt x="1010193" y="1064346"/>
                  <a:pt x="1006794" y="1074757"/>
                </a:cubicBezTo>
                <a:cubicBezTo>
                  <a:pt x="995672" y="980451"/>
                  <a:pt x="845726" y="888061"/>
                  <a:pt x="652269" y="861416"/>
                </a:cubicBezTo>
                <a:cubicBezTo>
                  <a:pt x="458730" y="834720"/>
                  <a:pt x="289557" y="883180"/>
                  <a:pt x="253638" y="970984"/>
                </a:cubicBezTo>
                <a:cubicBezTo>
                  <a:pt x="253018" y="960037"/>
                  <a:pt x="253428" y="949044"/>
                  <a:pt x="254950" y="938056"/>
                </a:cubicBezTo>
                <a:lnTo>
                  <a:pt x="265280" y="862664"/>
                </a:lnTo>
                <a:lnTo>
                  <a:pt x="277164" y="851360"/>
                </a:lnTo>
                <a:cubicBezTo>
                  <a:pt x="298961" y="835526"/>
                  <a:pt x="329299" y="821279"/>
                  <a:pt x="365859" y="810318"/>
                </a:cubicBezTo>
                <a:cubicBezTo>
                  <a:pt x="450490" y="785002"/>
                  <a:pt x="555496" y="779010"/>
                  <a:pt x="661499" y="793652"/>
                </a:cubicBezTo>
                <a:cubicBezTo>
                  <a:pt x="772131" y="808922"/>
                  <a:pt x="868927" y="845017"/>
                  <a:pt x="936800" y="886546"/>
                </a:cubicBezTo>
                <a:close/>
                <a:moveTo>
                  <a:pt x="911637" y="547366"/>
                </a:moveTo>
                <a:cubicBezTo>
                  <a:pt x="1006289" y="607647"/>
                  <a:pt x="1061939" y="695319"/>
                  <a:pt x="1049705" y="784401"/>
                </a:cubicBezTo>
                <a:lnTo>
                  <a:pt x="1031861" y="914814"/>
                </a:lnTo>
                <a:lnTo>
                  <a:pt x="1014490" y="895982"/>
                </a:lnTo>
                <a:cubicBezTo>
                  <a:pt x="941556" y="831286"/>
                  <a:pt x="812235" y="776121"/>
                  <a:pt x="666730" y="756082"/>
                </a:cubicBezTo>
                <a:cubicBezTo>
                  <a:pt x="555436" y="740802"/>
                  <a:pt x="444761" y="747152"/>
                  <a:pt x="355045" y="774068"/>
                </a:cubicBezTo>
                <a:cubicBezTo>
                  <a:pt x="332517" y="780822"/>
                  <a:pt x="312143" y="788688"/>
                  <a:pt x="294141" y="797483"/>
                </a:cubicBezTo>
                <a:lnTo>
                  <a:pt x="272355" y="811026"/>
                </a:lnTo>
                <a:lnTo>
                  <a:pt x="290326" y="679872"/>
                </a:lnTo>
                <a:cubicBezTo>
                  <a:pt x="309820" y="537293"/>
                  <a:pt x="495695" y="445174"/>
                  <a:pt x="705383" y="474059"/>
                </a:cubicBezTo>
                <a:cubicBezTo>
                  <a:pt x="784015" y="484892"/>
                  <a:pt x="854846" y="511198"/>
                  <a:pt x="911637" y="547366"/>
                </a:cubicBezTo>
                <a:close/>
                <a:moveTo>
                  <a:pt x="770267" y="0"/>
                </a:moveTo>
                <a:lnTo>
                  <a:pt x="1427499" y="511334"/>
                </a:lnTo>
                <a:lnTo>
                  <a:pt x="1040163" y="665009"/>
                </a:lnTo>
                <a:cubicBezTo>
                  <a:pt x="998459" y="560903"/>
                  <a:pt x="869963" y="473352"/>
                  <a:pt x="708541" y="451151"/>
                </a:cubicBezTo>
                <a:cubicBezTo>
                  <a:pt x="547039" y="428902"/>
                  <a:pt x="399816" y="478606"/>
                  <a:pt x="331662" y="567632"/>
                </a:cubicBezTo>
                <a:lnTo>
                  <a:pt x="129068" y="413190"/>
                </a:lnTo>
                <a:lnTo>
                  <a:pt x="79957" y="771904"/>
                </a:lnTo>
                <a:lnTo>
                  <a:pt x="95171" y="780880"/>
                </a:lnTo>
                <a:cubicBezTo>
                  <a:pt x="100216" y="787518"/>
                  <a:pt x="102758" y="796065"/>
                  <a:pt x="101554" y="804965"/>
                </a:cubicBezTo>
                <a:lnTo>
                  <a:pt x="91576" y="822059"/>
                </a:lnTo>
                <a:lnTo>
                  <a:pt x="91576" y="973480"/>
                </a:lnTo>
                <a:lnTo>
                  <a:pt x="68525" y="973480"/>
                </a:lnTo>
                <a:lnTo>
                  <a:pt x="68525" y="886000"/>
                </a:lnTo>
                <a:lnTo>
                  <a:pt x="56889" y="971046"/>
                </a:lnTo>
                <a:lnTo>
                  <a:pt x="34146" y="967934"/>
                </a:lnTo>
                <a:lnTo>
                  <a:pt x="44695" y="890830"/>
                </a:lnTo>
                <a:lnTo>
                  <a:pt x="23384" y="967195"/>
                </a:lnTo>
                <a:lnTo>
                  <a:pt x="1274" y="961025"/>
                </a:lnTo>
                <a:lnTo>
                  <a:pt x="42022" y="815008"/>
                </a:lnTo>
                <a:lnTo>
                  <a:pt x="37058" y="796039"/>
                </a:lnTo>
                <a:cubicBezTo>
                  <a:pt x="38286" y="787099"/>
                  <a:pt x="43015" y="779551"/>
                  <a:pt x="49660" y="774538"/>
                </a:cubicBezTo>
                <a:lnTo>
                  <a:pt x="66347" y="770188"/>
                </a:lnTo>
                <a:lnTo>
                  <a:pt x="116533" y="403634"/>
                </a:lnTo>
                <a:lnTo>
                  <a:pt x="0" y="314799"/>
                </a:ln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6" name="AutoShape 6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1450328" y="1233492"/>
            <a:ext cx="9291345" cy="2778704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8"/>
          </p:nvPr>
        </p:nvSpPr>
        <p:spPr>
          <a:xfrm>
            <a:off x="1450328" y="4696922"/>
            <a:ext cx="9291345" cy="310871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marR="0" indent="-228589" algn="ctr" fontAlgn="auto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1400" b="0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"/>
          </p:nvPr>
        </p:nvSpPr>
        <p:spPr>
          <a:xfrm>
            <a:off x="1450328" y="4400651"/>
            <a:ext cx="9291345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Signature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720859" y="-644602"/>
            <a:ext cx="13596845" cy="8068191"/>
            <a:chOff x="-720859" y="-644602"/>
            <a:chExt cx="13596845" cy="8068191"/>
          </a:xfrm>
        </p:grpSpPr>
        <p:grpSp>
          <p:nvGrpSpPr>
            <p:cNvPr id="6" name="Group 6"/>
            <p:cNvGrpSpPr/>
            <p:nvPr/>
          </p:nvGrpSpPr>
          <p:grpSpPr>
            <a:xfrm>
              <a:off x="-720859" y="2921615"/>
              <a:ext cx="3221406" cy="4501974"/>
              <a:chOff x="-720859" y="2892587"/>
              <a:chExt cx="3221406" cy="4501974"/>
            </a:xfrm>
          </p:grpSpPr>
          <p:sp>
            <p:nvSpPr>
              <p:cNvPr id="7" name="Freeform 7"/>
              <p:cNvSpPr/>
              <p:nvPr/>
            </p:nvSpPr>
            <p:spPr>
              <a:xfrm rot="13500000">
                <a:off x="1396725" y="6290739"/>
                <a:ext cx="1103822" cy="1103822"/>
              </a:xfrm>
              <a:custGeom>
                <a:avLst/>
                <a:gdLst/>
                <a:ahLst/>
                <a:cxnLst/>
                <a:rect l="l" t="t" r="r" b="b"/>
                <a:pathLst>
                  <a:path w="1103822" h="1103822">
                    <a:moveTo>
                      <a:pt x="1103822" y="1103822"/>
                    </a:moveTo>
                    <a:lnTo>
                      <a:pt x="0" y="1103822"/>
                    </a:lnTo>
                    <a:lnTo>
                      <a:pt x="110382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0" y="4531588"/>
                <a:ext cx="2074921" cy="2311065"/>
              </a:xfrm>
              <a:custGeom>
                <a:avLst/>
                <a:gdLst/>
                <a:ahLst/>
                <a:cxnLst/>
                <a:rect l="l" t="t" r="r" b="b"/>
                <a:pathLst>
                  <a:path w="2074921" h="2311065">
                    <a:moveTo>
                      <a:pt x="781969" y="0"/>
                    </a:moveTo>
                    <a:lnTo>
                      <a:pt x="1426000" y="0"/>
                    </a:lnTo>
                    <a:lnTo>
                      <a:pt x="2074921" y="648921"/>
                    </a:lnTo>
                    <a:lnTo>
                      <a:pt x="412777" y="2311065"/>
                    </a:lnTo>
                    <a:lnTo>
                      <a:pt x="0" y="2311065"/>
                    </a:lnTo>
                    <a:lnTo>
                      <a:pt x="0" y="2079811"/>
                    </a:lnTo>
                    <a:lnTo>
                      <a:pt x="1430890" y="64892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0" y="3443133"/>
                <a:ext cx="1009798" cy="1010660"/>
              </a:xfrm>
              <a:custGeom>
                <a:avLst/>
                <a:gdLst/>
                <a:ahLst/>
                <a:cxnLst/>
                <a:rect l="l" t="t" r="r" b="b"/>
                <a:pathLst>
                  <a:path w="1009798" h="1010660">
                    <a:moveTo>
                      <a:pt x="0" y="0"/>
                    </a:moveTo>
                    <a:lnTo>
                      <a:pt x="1009798" y="1009799"/>
                    </a:lnTo>
                    <a:lnTo>
                      <a:pt x="1008814" y="1010660"/>
                    </a:lnTo>
                    <a:lnTo>
                      <a:pt x="692692" y="1010660"/>
                    </a:lnTo>
                    <a:lnTo>
                      <a:pt x="0" y="317968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595494" y="6225852"/>
                <a:ext cx="922749" cy="616801"/>
              </a:xfrm>
              <a:custGeom>
                <a:avLst/>
                <a:gdLst/>
                <a:ahLst/>
                <a:cxnLst/>
                <a:rect l="l" t="t" r="r" b="b"/>
                <a:pathLst>
                  <a:path w="922749" h="616801">
                    <a:moveTo>
                      <a:pt x="636464" y="0"/>
                    </a:moveTo>
                    <a:lnTo>
                      <a:pt x="921971" y="4446"/>
                    </a:lnTo>
                    <a:lnTo>
                      <a:pt x="922749" y="5223"/>
                    </a:lnTo>
                    <a:lnTo>
                      <a:pt x="291769" y="616801"/>
                    </a:lnTo>
                    <a:lnTo>
                      <a:pt x="0" y="61680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" name="Freeform 11"/>
              <p:cNvSpPr/>
              <p:nvPr/>
            </p:nvSpPr>
            <p:spPr>
              <a:xfrm rot="13500000">
                <a:off x="903260" y="3716174"/>
                <a:ext cx="488769" cy="488769"/>
              </a:xfrm>
              <a:custGeom>
                <a:avLst/>
                <a:gdLst/>
                <a:ahLst/>
                <a:cxnLst/>
                <a:rect l="l" t="t" r="r" b="b"/>
                <a:pathLst>
                  <a:path w="488769" h="488769">
                    <a:moveTo>
                      <a:pt x="0" y="0"/>
                    </a:moveTo>
                    <a:lnTo>
                      <a:pt x="488770" y="0"/>
                    </a:lnTo>
                    <a:lnTo>
                      <a:pt x="488770" y="488770"/>
                    </a:lnTo>
                    <a:lnTo>
                      <a:pt x="0" y="48877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" name="Freeform 12"/>
              <p:cNvSpPr/>
              <p:nvPr/>
            </p:nvSpPr>
            <p:spPr>
              <a:xfrm rot="13500000">
                <a:off x="1808182" y="5969160"/>
                <a:ext cx="280837" cy="280837"/>
              </a:xfrm>
              <a:custGeom>
                <a:avLst/>
                <a:gdLst/>
                <a:ahLst/>
                <a:cxnLst/>
                <a:rect l="l" t="t" r="r" b="b"/>
                <a:pathLst>
                  <a:path w="280837" h="280837">
                    <a:moveTo>
                      <a:pt x="0" y="0"/>
                    </a:moveTo>
                    <a:lnTo>
                      <a:pt x="280837" y="0"/>
                    </a:lnTo>
                    <a:lnTo>
                      <a:pt x="280837" y="280838"/>
                    </a:lnTo>
                    <a:lnTo>
                      <a:pt x="0" y="280838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3" name="Freeform 13"/>
              <p:cNvSpPr/>
              <p:nvPr/>
            </p:nvSpPr>
            <p:spPr>
              <a:xfrm rot="13500000">
                <a:off x="-720859" y="4425475"/>
                <a:ext cx="1463420" cy="1463420"/>
              </a:xfrm>
              <a:custGeom>
                <a:avLst/>
                <a:gdLst/>
                <a:ahLst/>
                <a:cxnLst/>
                <a:rect l="l" t="t" r="r" b="b"/>
                <a:pathLst>
                  <a:path w="1463420" h="1463420">
                    <a:moveTo>
                      <a:pt x="1463420" y="1463420"/>
                    </a:moveTo>
                    <a:lnTo>
                      <a:pt x="0" y="1463420"/>
                    </a:lnTo>
                    <a:lnTo>
                      <a:pt x="0" y="0"/>
                    </a:lnTo>
                    <a:lnTo>
                      <a:pt x="15346" y="0"/>
                    </a:lnTo>
                    <a:lnTo>
                      <a:pt x="1463420" y="1448074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4" name="Freeform 14"/>
              <p:cNvSpPr/>
              <p:nvPr/>
            </p:nvSpPr>
            <p:spPr>
              <a:xfrm rot="13500000">
                <a:off x="-175022" y="4005056"/>
                <a:ext cx="371745" cy="371745"/>
              </a:xfrm>
              <a:custGeom>
                <a:avLst/>
                <a:gdLst/>
                <a:ahLst/>
                <a:cxnLst/>
                <a:rect l="l" t="t" r="r" b="b"/>
                <a:pathLst>
                  <a:path w="371745" h="371745">
                    <a:moveTo>
                      <a:pt x="371745" y="371745"/>
                    </a:moveTo>
                    <a:lnTo>
                      <a:pt x="0" y="371745"/>
                    </a:lnTo>
                    <a:lnTo>
                      <a:pt x="0" y="0"/>
                    </a:lnTo>
                    <a:lnTo>
                      <a:pt x="15345" y="0"/>
                    </a:lnTo>
                    <a:lnTo>
                      <a:pt x="371745" y="35640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 rot="13500000">
                <a:off x="567952" y="3507161"/>
                <a:ext cx="193151" cy="193151"/>
              </a:xfrm>
              <a:custGeom>
                <a:avLst/>
                <a:gdLst/>
                <a:ahLst/>
                <a:cxnLst/>
                <a:rect l="l" t="t" r="r" b="b"/>
                <a:pathLst>
                  <a:path w="193151" h="193151">
                    <a:moveTo>
                      <a:pt x="0" y="0"/>
                    </a:moveTo>
                    <a:lnTo>
                      <a:pt x="193152" y="0"/>
                    </a:lnTo>
                    <a:lnTo>
                      <a:pt x="193152" y="193152"/>
                    </a:lnTo>
                    <a:lnTo>
                      <a:pt x="0" y="19315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fontScale="40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6" name="Freeform 16"/>
              <p:cNvSpPr/>
              <p:nvPr/>
            </p:nvSpPr>
            <p:spPr>
              <a:xfrm rot="13500000">
                <a:off x="382070" y="2892587"/>
                <a:ext cx="564896" cy="564896"/>
              </a:xfrm>
              <a:custGeom>
                <a:avLst/>
                <a:gdLst/>
                <a:ahLst/>
                <a:cxnLst/>
                <a:rect l="l" t="t" r="r" b="b"/>
                <a:pathLst>
                  <a:path w="564896" h="564896">
                    <a:moveTo>
                      <a:pt x="0" y="0"/>
                    </a:moveTo>
                    <a:lnTo>
                      <a:pt x="564897" y="0"/>
                    </a:lnTo>
                    <a:lnTo>
                      <a:pt x="564897" y="564897"/>
                    </a:lnTo>
                    <a:lnTo>
                      <a:pt x="0" y="564897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766630" y="-644602"/>
              <a:ext cx="4109356" cy="7517115"/>
              <a:chOff x="8766630" y="-644602"/>
              <a:chExt cx="4109356" cy="7517115"/>
            </a:xfrm>
          </p:grpSpPr>
          <p:sp>
            <p:nvSpPr>
              <p:cNvPr id="18" name="Freeform 18"/>
              <p:cNvSpPr/>
              <p:nvPr/>
            </p:nvSpPr>
            <p:spPr>
              <a:xfrm rot="13500000">
                <a:off x="11542417" y="1443117"/>
                <a:ext cx="1333569" cy="1333569"/>
              </a:xfrm>
              <a:custGeom>
                <a:avLst/>
                <a:gdLst/>
                <a:ahLst/>
                <a:cxnLst/>
                <a:rect l="l" t="t" r="r" b="b"/>
                <a:pathLst>
                  <a:path w="1333569" h="1333569">
                    <a:moveTo>
                      <a:pt x="1333569" y="1333569"/>
                    </a:moveTo>
                    <a:lnTo>
                      <a:pt x="0" y="0"/>
                    </a:lnTo>
                    <a:lnTo>
                      <a:pt x="13335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0676293" y="2380950"/>
                <a:ext cx="1515707" cy="1775659"/>
              </a:xfrm>
              <a:custGeom>
                <a:avLst/>
                <a:gdLst/>
                <a:ahLst/>
                <a:cxnLst/>
                <a:rect l="l" t="t" r="r" b="b"/>
                <a:pathLst>
                  <a:path w="1515707" h="1775659">
                    <a:moveTo>
                      <a:pt x="259952" y="0"/>
                    </a:moveTo>
                    <a:lnTo>
                      <a:pt x="1515707" y="1255756"/>
                    </a:lnTo>
                    <a:lnTo>
                      <a:pt x="1515707" y="1775659"/>
                    </a:lnTo>
                    <a:lnTo>
                      <a:pt x="0" y="259953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0453800" y="5094854"/>
                <a:ext cx="1738201" cy="1777659"/>
              </a:xfrm>
              <a:custGeom>
                <a:avLst/>
                <a:gdLst/>
                <a:ahLst/>
                <a:cxnLst/>
                <a:rect l="l" t="t" r="r" b="b"/>
                <a:pathLst>
                  <a:path w="1738201" h="1777659">
                    <a:moveTo>
                      <a:pt x="258720" y="0"/>
                    </a:moveTo>
                    <a:lnTo>
                      <a:pt x="1738201" y="1479480"/>
                    </a:lnTo>
                    <a:lnTo>
                      <a:pt x="1738201" y="1777659"/>
                    </a:lnTo>
                    <a:lnTo>
                      <a:pt x="1518941" y="1777659"/>
                    </a:lnTo>
                    <a:lnTo>
                      <a:pt x="0" y="25872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0331698" y="1324637"/>
                <a:ext cx="1375945" cy="1207717"/>
              </a:xfrm>
              <a:custGeom>
                <a:avLst/>
                <a:gdLst/>
                <a:ahLst/>
                <a:cxnLst/>
                <a:rect l="l" t="t" r="r" b="b"/>
                <a:pathLst>
                  <a:path w="1127137" h="989329">
                    <a:moveTo>
                      <a:pt x="840741" y="778"/>
                    </a:moveTo>
                    <a:lnTo>
                      <a:pt x="0" y="846186"/>
                    </a:lnTo>
                    <a:lnTo>
                      <a:pt x="144032" y="989329"/>
                    </a:lnTo>
                    <a:lnTo>
                      <a:pt x="1127138" y="778"/>
                    </a:lnTo>
                    <a:lnTo>
                      <a:pt x="1126249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8766630" y="-2051"/>
                <a:ext cx="705611" cy="358343"/>
              </a:xfrm>
              <a:custGeom>
                <a:avLst/>
                <a:gdLst/>
                <a:ahLst/>
                <a:cxnLst/>
                <a:rect l="l" t="t" r="r" b="b"/>
                <a:pathLst>
                  <a:path w="705611" h="358343">
                    <a:moveTo>
                      <a:pt x="4114" y="0"/>
                    </a:moveTo>
                    <a:lnTo>
                      <a:pt x="355631" y="0"/>
                    </a:lnTo>
                    <a:lnTo>
                      <a:pt x="351517" y="4114"/>
                    </a:lnTo>
                    <a:lnTo>
                      <a:pt x="705611" y="358343"/>
                    </a:lnTo>
                    <a:lnTo>
                      <a:pt x="354094" y="358343"/>
                    </a:lnTo>
                    <a:lnTo>
                      <a:pt x="0" y="4114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 lnSpcReduction="1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9347969" y="398754"/>
                <a:ext cx="616476" cy="538466"/>
              </a:xfrm>
              <a:custGeom>
                <a:avLst/>
                <a:gdLst/>
                <a:ahLst/>
                <a:cxnLst/>
                <a:rect l="l" t="t" r="r" b="b"/>
                <a:pathLst>
                  <a:path w="505000" h="441097">
                    <a:moveTo>
                      <a:pt x="128028" y="0"/>
                    </a:moveTo>
                    <a:lnTo>
                      <a:pt x="505000" y="376972"/>
                    </a:lnTo>
                    <a:lnTo>
                      <a:pt x="440764" y="441097"/>
                    </a:lnTo>
                    <a:lnTo>
                      <a:pt x="0" y="333"/>
                    </a:lnTo>
                    <a:lnTo>
                      <a:pt x="33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 rot="13500000">
                <a:off x="9666347" y="-644602"/>
                <a:ext cx="1318546" cy="1318546"/>
              </a:xfrm>
              <a:custGeom>
                <a:avLst/>
                <a:gdLst/>
                <a:ahLst/>
                <a:cxnLst/>
                <a:rect l="l" t="t" r="r" b="b"/>
                <a:pathLst>
                  <a:path w="1318546" h="1318546">
                    <a:moveTo>
                      <a:pt x="1318546" y="23649"/>
                    </a:moveTo>
                    <a:lnTo>
                      <a:pt x="23649" y="1318546"/>
                    </a:lnTo>
                    <a:lnTo>
                      <a:pt x="0" y="1318546"/>
                    </a:lnTo>
                    <a:lnTo>
                      <a:pt x="0" y="0"/>
                    </a:lnTo>
                    <a:lnTo>
                      <a:pt x="1318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10173159" y="-2051"/>
                <a:ext cx="2018841" cy="1895326"/>
              </a:xfrm>
              <a:custGeom>
                <a:avLst/>
                <a:gdLst/>
                <a:ahLst/>
                <a:cxnLst/>
                <a:rect l="l" t="t" r="r" b="b"/>
                <a:pathLst>
                  <a:path w="2018841" h="1895326">
                    <a:moveTo>
                      <a:pt x="1474146" y="0"/>
                    </a:moveTo>
                    <a:lnTo>
                      <a:pt x="2018841" y="0"/>
                    </a:lnTo>
                    <a:lnTo>
                      <a:pt x="2018841" y="297403"/>
                    </a:lnTo>
                    <a:lnTo>
                      <a:pt x="421035" y="1895326"/>
                    </a:lnTo>
                    <a:lnTo>
                      <a:pt x="0" y="147414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6" name="Freeform 26"/>
              <p:cNvSpPr/>
              <p:nvPr/>
            </p:nvSpPr>
            <p:spPr>
              <a:xfrm rot="18900000">
                <a:off x="9759033" y="1274791"/>
                <a:ext cx="870709" cy="870709"/>
              </a:xfrm>
              <a:custGeom>
                <a:avLst/>
                <a:gdLst/>
                <a:ahLst/>
                <a:cxnLst/>
                <a:rect l="l" t="t" r="r" b="b"/>
                <a:pathLst>
                  <a:path w="713261" h="713261">
                    <a:moveTo>
                      <a:pt x="0" y="0"/>
                    </a:moveTo>
                    <a:lnTo>
                      <a:pt x="713262" y="0"/>
                    </a:lnTo>
                    <a:lnTo>
                      <a:pt x="713262" y="713262"/>
                    </a:lnTo>
                    <a:lnTo>
                      <a:pt x="0" y="713262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7" name="Freeform 27"/>
              <p:cNvSpPr/>
              <p:nvPr/>
            </p:nvSpPr>
            <p:spPr>
              <a:xfrm rot="18900000">
                <a:off x="10452061" y="4672177"/>
                <a:ext cx="611179" cy="611179"/>
              </a:xfrm>
              <a:custGeom>
                <a:avLst/>
                <a:gdLst/>
                <a:ahLst/>
                <a:cxnLst/>
                <a:rect l="l" t="t" r="r" b="b"/>
                <a:pathLst>
                  <a:path w="500661" h="500661">
                    <a:moveTo>
                      <a:pt x="0" y="0"/>
                    </a:moveTo>
                    <a:lnTo>
                      <a:pt x="500661" y="0"/>
                    </a:lnTo>
                    <a:lnTo>
                      <a:pt x="500661" y="500661"/>
                    </a:lnTo>
                    <a:lnTo>
                      <a:pt x="0" y="50066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8" name="Freeform 28"/>
              <p:cNvSpPr/>
              <p:nvPr/>
            </p:nvSpPr>
            <p:spPr>
              <a:xfrm rot="18900000">
                <a:off x="10828312" y="3228397"/>
                <a:ext cx="353140" cy="353140"/>
              </a:xfrm>
              <a:custGeom>
                <a:avLst/>
                <a:gdLst/>
                <a:ahLst/>
                <a:cxnLst/>
                <a:rect l="l" t="t" r="r" b="b"/>
                <a:pathLst>
                  <a:path w="289283" h="289283">
                    <a:moveTo>
                      <a:pt x="0" y="0"/>
                    </a:moveTo>
                    <a:lnTo>
                      <a:pt x="289284" y="0"/>
                    </a:lnTo>
                    <a:lnTo>
                      <a:pt x="289284" y="289283"/>
                    </a:lnTo>
                    <a:lnTo>
                      <a:pt x="0" y="289283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 lnSpcReduction="1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9" name="Freeform 29"/>
              <p:cNvSpPr/>
              <p:nvPr/>
            </p:nvSpPr>
            <p:spPr>
              <a:xfrm rot="18900000">
                <a:off x="10122072" y="5638146"/>
                <a:ext cx="598290" cy="598290"/>
              </a:xfrm>
              <a:custGeom>
                <a:avLst/>
                <a:gdLst/>
                <a:ahLst/>
                <a:cxnLst/>
                <a:rect l="l" t="t" r="r" b="b"/>
                <a:pathLst>
                  <a:path w="490103" h="490103">
                    <a:moveTo>
                      <a:pt x="0" y="0"/>
                    </a:moveTo>
                    <a:lnTo>
                      <a:pt x="490103" y="0"/>
                    </a:lnTo>
                    <a:lnTo>
                      <a:pt x="490103" y="490103"/>
                    </a:lnTo>
                    <a:lnTo>
                      <a:pt x="0" y="490103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91866" y="773888"/>
              <a:ext cx="10569134" cy="5306052"/>
              <a:chOff x="791866" y="773888"/>
              <a:chExt cx="10569134" cy="530605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91866" y="773888"/>
                <a:ext cx="8645601" cy="1786156"/>
              </a:xfrm>
              <a:custGeom>
                <a:avLst/>
                <a:gdLst/>
                <a:ahLst/>
                <a:cxnLst/>
                <a:rect l="l" t="t" r="r" b="b"/>
                <a:pathLst>
                  <a:path w="8614904" h="1779814">
                    <a:moveTo>
                      <a:pt x="0" y="1779814"/>
                    </a:moveTo>
                    <a:lnTo>
                      <a:pt x="0" y="0"/>
                    </a:lnTo>
                    <a:lnTo>
                      <a:pt x="8614904" y="0"/>
                    </a:lnTo>
                  </a:path>
                </a:pathLst>
              </a:custGeom>
              <a:noFill/>
              <a:ln w="12700" cap="flat" cmpd="sng">
                <a:solidFill>
                  <a:schemeClr val="accent1"/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  <p:cxnSp>
            <p:nvCxnSpPr>
              <p:cNvPr id="32" name="Connector 32"/>
              <p:cNvCxnSpPr/>
              <p:nvPr/>
            </p:nvCxnSpPr>
            <p:spPr>
              <a:xfrm>
                <a:off x="2672061" y="6079940"/>
                <a:ext cx="6906642" cy="0"/>
              </a:xfrm>
              <a:prstGeom prst="line">
                <a:avLst/>
              </a:prstGeom>
              <a:ln w="12700" cap="flat" cmpd="sng">
                <a:solidFill>
                  <a:schemeClr val="accent1"/>
                </a:solidFill>
                <a:prstDash val="solid"/>
              </a:ln>
            </p:spPr>
          </p:cxnSp>
          <p:cxnSp>
            <p:nvCxnSpPr>
              <p:cNvPr id="33" name="Connector 33"/>
              <p:cNvCxnSpPr/>
              <p:nvPr/>
            </p:nvCxnSpPr>
            <p:spPr>
              <a:xfrm>
                <a:off x="11361000" y="3768135"/>
                <a:ext cx="0" cy="857523"/>
              </a:xfrm>
              <a:prstGeom prst="line">
                <a:avLst/>
              </a:prstGeom>
              <a:ln w="12700" cap="flat" cmpd="sng">
                <a:solidFill>
                  <a:schemeClr val="accent1"/>
                </a:solidFill>
                <a:prstDash val="soli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 cap="flat" cmpd="sng">
            <a:solidFill>
              <a:srgbClr val="000000">
                <a:lumMod val="50000"/>
                <a:lumOff val="50000"/>
              </a:srgbClr>
            </a:solidFill>
            <a:prstDash val="solid"/>
          </a:ln>
        </p:spPr>
      </p:cxnSp>
      <p:sp>
        <p:nvSpPr>
          <p:cNvPr id="5" name="AutoShape 5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请在插入菜单</a:t>
            </a: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7" name="AutoShape 7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mar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5" name="Freeform 5"/>
          <p:cNvSpPr/>
          <p:nvPr/>
        </p:nvSpPr>
        <p:spPr>
          <a:xfrm rot="19731386">
            <a:off x="839689" y="1090487"/>
            <a:ext cx="1771704" cy="1333904"/>
          </a:xfrm>
          <a:custGeom>
            <a:avLst/>
            <a:gdLst/>
            <a:ahLst/>
            <a:cxnLst/>
            <a:rect l="l" t="t" r="r" b="b"/>
            <a:pathLst>
              <a:path w="1427499" h="1074757">
                <a:moveTo>
                  <a:pt x="936800" y="886546"/>
                </a:moveTo>
                <a:cubicBezTo>
                  <a:pt x="970737" y="907310"/>
                  <a:pt x="997443" y="929434"/>
                  <a:pt x="1015034" y="950991"/>
                </a:cubicBezTo>
                <a:lnTo>
                  <a:pt x="1024734" y="966901"/>
                </a:lnTo>
                <a:lnTo>
                  <a:pt x="1014361" y="1042714"/>
                </a:lnTo>
                <a:cubicBezTo>
                  <a:pt x="1012790" y="1053784"/>
                  <a:pt x="1010193" y="1064346"/>
                  <a:pt x="1006794" y="1074757"/>
                </a:cubicBezTo>
                <a:cubicBezTo>
                  <a:pt x="995672" y="980451"/>
                  <a:pt x="845726" y="888061"/>
                  <a:pt x="652269" y="861416"/>
                </a:cubicBezTo>
                <a:cubicBezTo>
                  <a:pt x="458730" y="834720"/>
                  <a:pt x="289557" y="883180"/>
                  <a:pt x="253638" y="970984"/>
                </a:cubicBezTo>
                <a:cubicBezTo>
                  <a:pt x="253018" y="960037"/>
                  <a:pt x="253428" y="949044"/>
                  <a:pt x="254950" y="938056"/>
                </a:cubicBezTo>
                <a:lnTo>
                  <a:pt x="265280" y="862664"/>
                </a:lnTo>
                <a:lnTo>
                  <a:pt x="277164" y="851360"/>
                </a:lnTo>
                <a:cubicBezTo>
                  <a:pt x="298961" y="835526"/>
                  <a:pt x="329299" y="821279"/>
                  <a:pt x="365859" y="810318"/>
                </a:cubicBezTo>
                <a:cubicBezTo>
                  <a:pt x="450490" y="785002"/>
                  <a:pt x="555496" y="779010"/>
                  <a:pt x="661499" y="793652"/>
                </a:cubicBezTo>
                <a:cubicBezTo>
                  <a:pt x="772131" y="808922"/>
                  <a:pt x="868927" y="845017"/>
                  <a:pt x="936800" y="886546"/>
                </a:cubicBezTo>
                <a:close/>
                <a:moveTo>
                  <a:pt x="911637" y="547366"/>
                </a:moveTo>
                <a:cubicBezTo>
                  <a:pt x="1006289" y="607647"/>
                  <a:pt x="1061939" y="695319"/>
                  <a:pt x="1049705" y="784401"/>
                </a:cubicBezTo>
                <a:lnTo>
                  <a:pt x="1031861" y="914814"/>
                </a:lnTo>
                <a:lnTo>
                  <a:pt x="1014490" y="895982"/>
                </a:lnTo>
                <a:cubicBezTo>
                  <a:pt x="941556" y="831286"/>
                  <a:pt x="812235" y="776121"/>
                  <a:pt x="666730" y="756082"/>
                </a:cubicBezTo>
                <a:cubicBezTo>
                  <a:pt x="555436" y="740802"/>
                  <a:pt x="444761" y="747152"/>
                  <a:pt x="355045" y="774068"/>
                </a:cubicBezTo>
                <a:cubicBezTo>
                  <a:pt x="332517" y="780822"/>
                  <a:pt x="312143" y="788688"/>
                  <a:pt x="294141" y="797483"/>
                </a:cubicBezTo>
                <a:lnTo>
                  <a:pt x="272355" y="811026"/>
                </a:lnTo>
                <a:lnTo>
                  <a:pt x="290326" y="679872"/>
                </a:lnTo>
                <a:cubicBezTo>
                  <a:pt x="309820" y="537293"/>
                  <a:pt x="495695" y="445174"/>
                  <a:pt x="705383" y="474059"/>
                </a:cubicBezTo>
                <a:cubicBezTo>
                  <a:pt x="784015" y="484892"/>
                  <a:pt x="854846" y="511198"/>
                  <a:pt x="911637" y="547366"/>
                </a:cubicBezTo>
                <a:close/>
                <a:moveTo>
                  <a:pt x="770267" y="0"/>
                </a:moveTo>
                <a:lnTo>
                  <a:pt x="1427499" y="511334"/>
                </a:lnTo>
                <a:lnTo>
                  <a:pt x="1040163" y="665009"/>
                </a:lnTo>
                <a:cubicBezTo>
                  <a:pt x="998459" y="560903"/>
                  <a:pt x="869963" y="473352"/>
                  <a:pt x="708541" y="451151"/>
                </a:cubicBezTo>
                <a:cubicBezTo>
                  <a:pt x="547039" y="428902"/>
                  <a:pt x="399816" y="478606"/>
                  <a:pt x="331662" y="567632"/>
                </a:cubicBezTo>
                <a:lnTo>
                  <a:pt x="129068" y="413190"/>
                </a:lnTo>
                <a:lnTo>
                  <a:pt x="79957" y="771904"/>
                </a:lnTo>
                <a:lnTo>
                  <a:pt x="95171" y="780880"/>
                </a:lnTo>
                <a:cubicBezTo>
                  <a:pt x="100216" y="787518"/>
                  <a:pt x="102758" y="796065"/>
                  <a:pt x="101554" y="804965"/>
                </a:cubicBezTo>
                <a:lnTo>
                  <a:pt x="91576" y="822059"/>
                </a:lnTo>
                <a:lnTo>
                  <a:pt x="91576" y="973480"/>
                </a:lnTo>
                <a:lnTo>
                  <a:pt x="68525" y="973480"/>
                </a:lnTo>
                <a:lnTo>
                  <a:pt x="68525" y="886000"/>
                </a:lnTo>
                <a:lnTo>
                  <a:pt x="56889" y="971046"/>
                </a:lnTo>
                <a:lnTo>
                  <a:pt x="34146" y="967934"/>
                </a:lnTo>
                <a:lnTo>
                  <a:pt x="44695" y="890830"/>
                </a:lnTo>
                <a:lnTo>
                  <a:pt x="23384" y="967195"/>
                </a:lnTo>
                <a:lnTo>
                  <a:pt x="1274" y="961025"/>
                </a:lnTo>
                <a:lnTo>
                  <a:pt x="42022" y="815008"/>
                </a:lnTo>
                <a:lnTo>
                  <a:pt x="37058" y="796039"/>
                </a:lnTo>
                <a:cubicBezTo>
                  <a:pt x="38286" y="787099"/>
                  <a:pt x="43015" y="779551"/>
                  <a:pt x="49660" y="774538"/>
                </a:cubicBezTo>
                <a:lnTo>
                  <a:pt x="66347" y="770188"/>
                </a:lnTo>
                <a:lnTo>
                  <a:pt x="116533" y="403634"/>
                </a:lnTo>
                <a:lnTo>
                  <a:pt x="0" y="314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E7EBF4-D068-AEDF-DB48-32C953C367BF}"/>
              </a:ext>
            </a:extLst>
          </p:cNvPr>
          <p:cNvSpPr txBox="1"/>
          <p:nvPr/>
        </p:nvSpPr>
        <p:spPr>
          <a:xfrm>
            <a:off x="2209800" y="2133600"/>
            <a:ext cx="7543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/>
            <a:r>
              <a:rPr lang="zh-CN" altLang="en-US" sz="4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ReSearch: Integrating Search </a:t>
            </a:r>
            <a:r>
              <a:rPr lang="en-CA" altLang="zh-CN" sz="4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&amp;</a:t>
            </a:r>
            <a:r>
              <a:rPr lang="zh-CN" altLang="en-US" sz="4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 Reasoning </a:t>
            </a:r>
            <a:endParaRPr lang="en-CA" altLang="zh-CN" sz="4800" b="1" i="0" u="none" baseline="0" dirty="0">
              <a:solidFill>
                <a:schemeClr val="accent1"/>
              </a:solidFill>
              <a:latin typeface="微软雅黑"/>
              <a:ea typeface="微软雅黑"/>
            </a:endParaRPr>
          </a:p>
          <a:p>
            <a:pPr marL="0" algn="ctr"/>
            <a:r>
              <a:rPr lang="zh-CN" altLang="en-US" sz="4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in LLMs</a:t>
            </a:r>
          </a:p>
        </p:txBody>
      </p:sp>
    </p:spTree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62101" y="1371688"/>
            <a:ext cx="4546444" cy="414293"/>
          </a:xfrm>
          <a:prstGeom prst="roundRect">
            <a:avLst/>
          </a:prstGeom>
          <a:noFill/>
          <a:ln w="9525">
            <a:solidFill>
              <a:srgbClr val="FFFFFF">
                <a:lumMod val="75000"/>
              </a:srgbClr>
            </a:solidFill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r>
              <a:rPr lang="zh-CN" altLang="en-US" sz="14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Introduction to ReSearch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6455438" y="1785983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455438" y="1302640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565916" y="1302640"/>
            <a:ext cx="552390" cy="55239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  <p:txBody>
          <a:bodyPr rot="0"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0" i="0" u="none" baseline="0">
                <a:solidFill>
                  <a:schemeClr val="accen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6262101" y="2183181"/>
            <a:ext cx="4546444" cy="414293"/>
          </a:xfrm>
          <a:prstGeom prst="roundRect">
            <a:avLst/>
          </a:prstGeom>
          <a:noFill/>
          <a:ln w="9525">
            <a:solidFill>
              <a:srgbClr val="FFFFFF">
                <a:lumMod val="75000"/>
              </a:srgbClr>
            </a:solidFill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r>
              <a:rPr lang="zh-CN" altLang="en-US" sz="14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            Core Concepts and Design Choices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6455438" y="2597476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55438" y="2114133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565916" y="2114133"/>
            <a:ext cx="552390" cy="55239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  <p:txBody>
          <a:bodyPr rot="0"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0" i="0" u="none" baseline="0">
                <a:solidFill>
                  <a:schemeClr val="accen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62101" y="2994674"/>
            <a:ext cx="4546444" cy="414293"/>
          </a:xfrm>
          <a:prstGeom prst="roundRect">
            <a:avLst/>
          </a:prstGeom>
          <a:noFill/>
          <a:ln w="9525">
            <a:solidFill>
              <a:srgbClr val="FFFFFF">
                <a:lumMod val="75000"/>
              </a:srgbClr>
            </a:solidFill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Technical Findings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6455438" y="3408969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55438" y="2925626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65916" y="2925626"/>
            <a:ext cx="552390" cy="55239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  <p:txBody>
          <a:bodyPr rot="0"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0" i="0" u="none" baseline="0">
                <a:solidFill>
                  <a:schemeClr val="accen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62101" y="3806167"/>
            <a:ext cx="4546444" cy="414293"/>
          </a:xfrm>
          <a:prstGeom prst="roundRect">
            <a:avLst/>
          </a:prstGeom>
          <a:noFill/>
          <a:ln w="9525">
            <a:solidFill>
              <a:srgbClr val="FFFFFF">
                <a:lumMod val="75000"/>
              </a:srgbClr>
            </a:solidFill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Challenges and Reflections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455438" y="4220462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55438" y="3737119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65916" y="3737119"/>
            <a:ext cx="552390" cy="55239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  <p:txBody>
          <a:bodyPr rot="0"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0" i="0" u="none" baseline="0">
                <a:solidFill>
                  <a:schemeClr val="accent1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8" name="Freeform 18"/>
          <p:cNvSpPr/>
          <p:nvPr/>
        </p:nvSpPr>
        <p:spPr>
          <a:xfrm>
            <a:off x="3077558" y="2384881"/>
            <a:ext cx="903494" cy="3082466"/>
          </a:xfrm>
          <a:custGeom>
            <a:avLst/>
            <a:gdLst/>
            <a:ahLst/>
            <a:cxnLst/>
            <a:rect l="l" t="t" r="r" b="b"/>
            <a:pathLst>
              <a:path w="4053" h="16197">
                <a:moveTo>
                  <a:pt x="1764" y="0"/>
                </a:moveTo>
                <a:lnTo>
                  <a:pt x="2323" y="0"/>
                </a:lnTo>
                <a:lnTo>
                  <a:pt x="2323" y="892"/>
                </a:lnTo>
                <a:lnTo>
                  <a:pt x="1764" y="892"/>
                </a:lnTo>
                <a:lnTo>
                  <a:pt x="1764" y="0"/>
                </a:lnTo>
                <a:close/>
                <a:moveTo>
                  <a:pt x="1831" y="11317"/>
                </a:moveTo>
                <a:lnTo>
                  <a:pt x="2256" y="11317"/>
                </a:lnTo>
                <a:lnTo>
                  <a:pt x="2256" y="13709"/>
                </a:lnTo>
                <a:lnTo>
                  <a:pt x="4053" y="15988"/>
                </a:lnTo>
                <a:lnTo>
                  <a:pt x="3787" y="16197"/>
                </a:lnTo>
                <a:lnTo>
                  <a:pt x="2256" y="14256"/>
                </a:lnTo>
                <a:lnTo>
                  <a:pt x="2256" y="16151"/>
                </a:lnTo>
                <a:lnTo>
                  <a:pt x="1831" y="16151"/>
                </a:lnTo>
                <a:lnTo>
                  <a:pt x="1831" y="14215"/>
                </a:lnTo>
                <a:lnTo>
                  <a:pt x="266" y="16197"/>
                </a:lnTo>
                <a:lnTo>
                  <a:pt x="0" y="15988"/>
                </a:lnTo>
                <a:lnTo>
                  <a:pt x="1831" y="13668"/>
                </a:lnTo>
                <a:lnTo>
                  <a:pt x="1831" y="1131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effectLst>
            <a:outerShdw blurRad="76200" dir="13500000" sy="23000" algn="br" rotWithShape="0">
              <a:srgbClr val="000000">
                <a:alpha val="20000"/>
              </a:srgbClr>
            </a:outerShdw>
          </a:effectLst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839996" y="2471816"/>
            <a:ext cx="3378619" cy="2325660"/>
          </a:xfrm>
          <a:custGeom>
            <a:avLst/>
            <a:gdLst/>
            <a:ahLst/>
            <a:cxnLst/>
            <a:rect l="l" t="t" r="r" b="b"/>
            <a:pathLst>
              <a:path w="15146" h="10425">
                <a:moveTo>
                  <a:pt x="233" y="9959"/>
                </a:moveTo>
                <a:lnTo>
                  <a:pt x="418" y="9959"/>
                </a:lnTo>
                <a:lnTo>
                  <a:pt x="418" y="466"/>
                </a:lnTo>
                <a:lnTo>
                  <a:pt x="233" y="466"/>
                </a:lnTo>
                <a:lnTo>
                  <a:pt x="221" y="466"/>
                </a:lnTo>
                <a:lnTo>
                  <a:pt x="209" y="465"/>
                </a:lnTo>
                <a:lnTo>
                  <a:pt x="198" y="462"/>
                </a:lnTo>
                <a:lnTo>
                  <a:pt x="186" y="460"/>
                </a:lnTo>
                <a:lnTo>
                  <a:pt x="175" y="458"/>
                </a:lnTo>
                <a:lnTo>
                  <a:pt x="164" y="455"/>
                </a:lnTo>
                <a:lnTo>
                  <a:pt x="153" y="451"/>
                </a:lnTo>
                <a:lnTo>
                  <a:pt x="142" y="447"/>
                </a:lnTo>
                <a:lnTo>
                  <a:pt x="123" y="437"/>
                </a:lnTo>
                <a:lnTo>
                  <a:pt x="103" y="425"/>
                </a:lnTo>
                <a:lnTo>
                  <a:pt x="85" y="412"/>
                </a:lnTo>
                <a:lnTo>
                  <a:pt x="68" y="397"/>
                </a:lnTo>
                <a:lnTo>
                  <a:pt x="54" y="381"/>
                </a:lnTo>
                <a:lnTo>
                  <a:pt x="40" y="363"/>
                </a:lnTo>
                <a:lnTo>
                  <a:pt x="29" y="343"/>
                </a:lnTo>
                <a:lnTo>
                  <a:pt x="19" y="323"/>
                </a:lnTo>
                <a:lnTo>
                  <a:pt x="15" y="313"/>
                </a:lnTo>
                <a:lnTo>
                  <a:pt x="10" y="302"/>
                </a:lnTo>
                <a:lnTo>
                  <a:pt x="8" y="291"/>
                </a:lnTo>
                <a:lnTo>
                  <a:pt x="5" y="279"/>
                </a:lnTo>
                <a:lnTo>
                  <a:pt x="3" y="268"/>
                </a:lnTo>
                <a:lnTo>
                  <a:pt x="2" y="256"/>
                </a:lnTo>
                <a:lnTo>
                  <a:pt x="0" y="245"/>
                </a:lnTo>
                <a:lnTo>
                  <a:pt x="0" y="233"/>
                </a:lnTo>
                <a:lnTo>
                  <a:pt x="0" y="233"/>
                </a:lnTo>
                <a:lnTo>
                  <a:pt x="0" y="221"/>
                </a:lnTo>
                <a:lnTo>
                  <a:pt x="2" y="209"/>
                </a:lnTo>
                <a:lnTo>
                  <a:pt x="3" y="197"/>
                </a:lnTo>
                <a:lnTo>
                  <a:pt x="5" y="186"/>
                </a:lnTo>
                <a:lnTo>
                  <a:pt x="8" y="174"/>
                </a:lnTo>
                <a:lnTo>
                  <a:pt x="10" y="164"/>
                </a:lnTo>
                <a:lnTo>
                  <a:pt x="15" y="154"/>
                </a:lnTo>
                <a:lnTo>
                  <a:pt x="19" y="143"/>
                </a:lnTo>
                <a:lnTo>
                  <a:pt x="29" y="122"/>
                </a:lnTo>
                <a:lnTo>
                  <a:pt x="40" y="104"/>
                </a:lnTo>
                <a:lnTo>
                  <a:pt x="54" y="85"/>
                </a:lnTo>
                <a:lnTo>
                  <a:pt x="68" y="69"/>
                </a:lnTo>
                <a:lnTo>
                  <a:pt x="85" y="53"/>
                </a:lnTo>
                <a:lnTo>
                  <a:pt x="103" y="40"/>
                </a:lnTo>
                <a:lnTo>
                  <a:pt x="123" y="28"/>
                </a:lnTo>
                <a:lnTo>
                  <a:pt x="142" y="19"/>
                </a:lnTo>
                <a:lnTo>
                  <a:pt x="153" y="14"/>
                </a:lnTo>
                <a:lnTo>
                  <a:pt x="164" y="11"/>
                </a:lnTo>
                <a:lnTo>
                  <a:pt x="175" y="8"/>
                </a:lnTo>
                <a:lnTo>
                  <a:pt x="186" y="5"/>
                </a:lnTo>
                <a:lnTo>
                  <a:pt x="198" y="3"/>
                </a:lnTo>
                <a:lnTo>
                  <a:pt x="209" y="2"/>
                </a:lnTo>
                <a:lnTo>
                  <a:pt x="221" y="1"/>
                </a:lnTo>
                <a:lnTo>
                  <a:pt x="233" y="0"/>
                </a:lnTo>
                <a:lnTo>
                  <a:pt x="14914" y="0"/>
                </a:lnTo>
                <a:lnTo>
                  <a:pt x="14926" y="1"/>
                </a:lnTo>
                <a:lnTo>
                  <a:pt x="14938" y="2"/>
                </a:lnTo>
                <a:lnTo>
                  <a:pt x="14949" y="3"/>
                </a:lnTo>
                <a:lnTo>
                  <a:pt x="14961" y="5"/>
                </a:lnTo>
                <a:lnTo>
                  <a:pt x="14972" y="8"/>
                </a:lnTo>
                <a:lnTo>
                  <a:pt x="14983" y="11"/>
                </a:lnTo>
                <a:lnTo>
                  <a:pt x="14993" y="14"/>
                </a:lnTo>
                <a:lnTo>
                  <a:pt x="15004" y="19"/>
                </a:lnTo>
                <a:lnTo>
                  <a:pt x="15024" y="28"/>
                </a:lnTo>
                <a:lnTo>
                  <a:pt x="15044" y="40"/>
                </a:lnTo>
                <a:lnTo>
                  <a:pt x="15061" y="53"/>
                </a:lnTo>
                <a:lnTo>
                  <a:pt x="15077" y="69"/>
                </a:lnTo>
                <a:lnTo>
                  <a:pt x="15093" y="85"/>
                </a:lnTo>
                <a:lnTo>
                  <a:pt x="15106" y="104"/>
                </a:lnTo>
                <a:lnTo>
                  <a:pt x="15118" y="122"/>
                </a:lnTo>
                <a:lnTo>
                  <a:pt x="15127" y="143"/>
                </a:lnTo>
                <a:lnTo>
                  <a:pt x="15132" y="154"/>
                </a:lnTo>
                <a:lnTo>
                  <a:pt x="15135" y="164"/>
                </a:lnTo>
                <a:lnTo>
                  <a:pt x="15138" y="174"/>
                </a:lnTo>
                <a:lnTo>
                  <a:pt x="15142" y="186"/>
                </a:lnTo>
                <a:lnTo>
                  <a:pt x="15144" y="197"/>
                </a:lnTo>
                <a:lnTo>
                  <a:pt x="15145" y="209"/>
                </a:lnTo>
                <a:lnTo>
                  <a:pt x="15146" y="221"/>
                </a:lnTo>
                <a:lnTo>
                  <a:pt x="15146" y="233"/>
                </a:lnTo>
                <a:lnTo>
                  <a:pt x="15146" y="233"/>
                </a:lnTo>
                <a:lnTo>
                  <a:pt x="15146" y="245"/>
                </a:lnTo>
                <a:lnTo>
                  <a:pt x="15145" y="256"/>
                </a:lnTo>
                <a:lnTo>
                  <a:pt x="15144" y="268"/>
                </a:lnTo>
                <a:lnTo>
                  <a:pt x="15142" y="279"/>
                </a:lnTo>
                <a:lnTo>
                  <a:pt x="15138" y="291"/>
                </a:lnTo>
                <a:lnTo>
                  <a:pt x="15135" y="302"/>
                </a:lnTo>
                <a:lnTo>
                  <a:pt x="15132" y="313"/>
                </a:lnTo>
                <a:lnTo>
                  <a:pt x="15127" y="323"/>
                </a:lnTo>
                <a:lnTo>
                  <a:pt x="15118" y="343"/>
                </a:lnTo>
                <a:lnTo>
                  <a:pt x="15106" y="363"/>
                </a:lnTo>
                <a:lnTo>
                  <a:pt x="15093" y="381"/>
                </a:lnTo>
                <a:lnTo>
                  <a:pt x="15077" y="397"/>
                </a:lnTo>
                <a:lnTo>
                  <a:pt x="15061" y="412"/>
                </a:lnTo>
                <a:lnTo>
                  <a:pt x="15044" y="425"/>
                </a:lnTo>
                <a:lnTo>
                  <a:pt x="15024" y="437"/>
                </a:lnTo>
                <a:lnTo>
                  <a:pt x="15004" y="447"/>
                </a:lnTo>
                <a:lnTo>
                  <a:pt x="14993" y="451"/>
                </a:lnTo>
                <a:lnTo>
                  <a:pt x="14983" y="455"/>
                </a:lnTo>
                <a:lnTo>
                  <a:pt x="14972" y="458"/>
                </a:lnTo>
                <a:lnTo>
                  <a:pt x="14961" y="460"/>
                </a:lnTo>
                <a:lnTo>
                  <a:pt x="14949" y="462"/>
                </a:lnTo>
                <a:lnTo>
                  <a:pt x="14938" y="465"/>
                </a:lnTo>
                <a:lnTo>
                  <a:pt x="14926" y="466"/>
                </a:lnTo>
                <a:lnTo>
                  <a:pt x="14914" y="466"/>
                </a:lnTo>
                <a:lnTo>
                  <a:pt x="14729" y="466"/>
                </a:lnTo>
                <a:lnTo>
                  <a:pt x="14729" y="9959"/>
                </a:lnTo>
                <a:lnTo>
                  <a:pt x="14914" y="9959"/>
                </a:lnTo>
                <a:lnTo>
                  <a:pt x="14926" y="9959"/>
                </a:lnTo>
                <a:lnTo>
                  <a:pt x="14938" y="9960"/>
                </a:lnTo>
                <a:lnTo>
                  <a:pt x="14949" y="9962"/>
                </a:lnTo>
                <a:lnTo>
                  <a:pt x="14961" y="9964"/>
                </a:lnTo>
                <a:lnTo>
                  <a:pt x="14972" y="9967"/>
                </a:lnTo>
                <a:lnTo>
                  <a:pt x="14983" y="9970"/>
                </a:lnTo>
                <a:lnTo>
                  <a:pt x="14993" y="9973"/>
                </a:lnTo>
                <a:lnTo>
                  <a:pt x="15004" y="9978"/>
                </a:lnTo>
                <a:lnTo>
                  <a:pt x="15024" y="9987"/>
                </a:lnTo>
                <a:lnTo>
                  <a:pt x="15044" y="9999"/>
                </a:lnTo>
                <a:lnTo>
                  <a:pt x="15061" y="10012"/>
                </a:lnTo>
                <a:lnTo>
                  <a:pt x="15077" y="10028"/>
                </a:lnTo>
                <a:lnTo>
                  <a:pt x="15093" y="10044"/>
                </a:lnTo>
                <a:lnTo>
                  <a:pt x="15106" y="10062"/>
                </a:lnTo>
                <a:lnTo>
                  <a:pt x="15118" y="10081"/>
                </a:lnTo>
                <a:lnTo>
                  <a:pt x="15127" y="10102"/>
                </a:lnTo>
                <a:lnTo>
                  <a:pt x="15132" y="10112"/>
                </a:lnTo>
                <a:lnTo>
                  <a:pt x="15135" y="10123"/>
                </a:lnTo>
                <a:lnTo>
                  <a:pt x="15138" y="10133"/>
                </a:lnTo>
                <a:lnTo>
                  <a:pt x="15142" y="10145"/>
                </a:lnTo>
                <a:lnTo>
                  <a:pt x="15144" y="10156"/>
                </a:lnTo>
                <a:lnTo>
                  <a:pt x="15145" y="10168"/>
                </a:lnTo>
                <a:lnTo>
                  <a:pt x="15146" y="10179"/>
                </a:lnTo>
                <a:lnTo>
                  <a:pt x="15146" y="10191"/>
                </a:lnTo>
                <a:lnTo>
                  <a:pt x="15146" y="10191"/>
                </a:lnTo>
                <a:lnTo>
                  <a:pt x="15146" y="10203"/>
                </a:lnTo>
                <a:lnTo>
                  <a:pt x="15145" y="10215"/>
                </a:lnTo>
                <a:lnTo>
                  <a:pt x="15144" y="10227"/>
                </a:lnTo>
                <a:lnTo>
                  <a:pt x="15142" y="10238"/>
                </a:lnTo>
                <a:lnTo>
                  <a:pt x="15138" y="10249"/>
                </a:lnTo>
                <a:lnTo>
                  <a:pt x="15135" y="10261"/>
                </a:lnTo>
                <a:lnTo>
                  <a:pt x="15132" y="10271"/>
                </a:lnTo>
                <a:lnTo>
                  <a:pt x="15127" y="10282"/>
                </a:lnTo>
                <a:lnTo>
                  <a:pt x="15118" y="10303"/>
                </a:lnTo>
                <a:lnTo>
                  <a:pt x="15106" y="10321"/>
                </a:lnTo>
                <a:lnTo>
                  <a:pt x="15093" y="10340"/>
                </a:lnTo>
                <a:lnTo>
                  <a:pt x="15077" y="10356"/>
                </a:lnTo>
                <a:lnTo>
                  <a:pt x="15061" y="10371"/>
                </a:lnTo>
                <a:lnTo>
                  <a:pt x="15044" y="10384"/>
                </a:lnTo>
                <a:lnTo>
                  <a:pt x="15024" y="10396"/>
                </a:lnTo>
                <a:lnTo>
                  <a:pt x="15004" y="10406"/>
                </a:lnTo>
                <a:lnTo>
                  <a:pt x="14993" y="10410"/>
                </a:lnTo>
                <a:lnTo>
                  <a:pt x="14983" y="10414"/>
                </a:lnTo>
                <a:lnTo>
                  <a:pt x="14972" y="10417"/>
                </a:lnTo>
                <a:lnTo>
                  <a:pt x="14961" y="10419"/>
                </a:lnTo>
                <a:lnTo>
                  <a:pt x="14949" y="10421"/>
                </a:lnTo>
                <a:lnTo>
                  <a:pt x="14938" y="10422"/>
                </a:lnTo>
                <a:lnTo>
                  <a:pt x="14926" y="10424"/>
                </a:lnTo>
                <a:lnTo>
                  <a:pt x="14914" y="10425"/>
                </a:lnTo>
                <a:lnTo>
                  <a:pt x="233" y="10425"/>
                </a:lnTo>
                <a:lnTo>
                  <a:pt x="221" y="10424"/>
                </a:lnTo>
                <a:lnTo>
                  <a:pt x="209" y="10422"/>
                </a:lnTo>
                <a:lnTo>
                  <a:pt x="198" y="10421"/>
                </a:lnTo>
                <a:lnTo>
                  <a:pt x="186" y="10419"/>
                </a:lnTo>
                <a:lnTo>
                  <a:pt x="175" y="10417"/>
                </a:lnTo>
                <a:lnTo>
                  <a:pt x="164" y="10414"/>
                </a:lnTo>
                <a:lnTo>
                  <a:pt x="153" y="10410"/>
                </a:lnTo>
                <a:lnTo>
                  <a:pt x="142" y="10406"/>
                </a:lnTo>
                <a:lnTo>
                  <a:pt x="123" y="10396"/>
                </a:lnTo>
                <a:lnTo>
                  <a:pt x="103" y="10384"/>
                </a:lnTo>
                <a:lnTo>
                  <a:pt x="85" y="10371"/>
                </a:lnTo>
                <a:lnTo>
                  <a:pt x="68" y="10356"/>
                </a:lnTo>
                <a:lnTo>
                  <a:pt x="54" y="10340"/>
                </a:lnTo>
                <a:lnTo>
                  <a:pt x="40" y="10321"/>
                </a:lnTo>
                <a:lnTo>
                  <a:pt x="29" y="10303"/>
                </a:lnTo>
                <a:lnTo>
                  <a:pt x="19" y="10282"/>
                </a:lnTo>
                <a:lnTo>
                  <a:pt x="15" y="10271"/>
                </a:lnTo>
                <a:lnTo>
                  <a:pt x="10" y="10261"/>
                </a:lnTo>
                <a:lnTo>
                  <a:pt x="8" y="10249"/>
                </a:lnTo>
                <a:lnTo>
                  <a:pt x="5" y="10238"/>
                </a:lnTo>
                <a:lnTo>
                  <a:pt x="3" y="10227"/>
                </a:lnTo>
                <a:lnTo>
                  <a:pt x="2" y="10215"/>
                </a:lnTo>
                <a:lnTo>
                  <a:pt x="0" y="10203"/>
                </a:lnTo>
                <a:lnTo>
                  <a:pt x="0" y="10191"/>
                </a:lnTo>
                <a:lnTo>
                  <a:pt x="0" y="10191"/>
                </a:lnTo>
                <a:lnTo>
                  <a:pt x="0" y="10179"/>
                </a:lnTo>
                <a:lnTo>
                  <a:pt x="2" y="10168"/>
                </a:lnTo>
                <a:lnTo>
                  <a:pt x="3" y="10156"/>
                </a:lnTo>
                <a:lnTo>
                  <a:pt x="5" y="10145"/>
                </a:lnTo>
                <a:lnTo>
                  <a:pt x="8" y="10133"/>
                </a:lnTo>
                <a:lnTo>
                  <a:pt x="10" y="10123"/>
                </a:lnTo>
                <a:lnTo>
                  <a:pt x="15" y="10112"/>
                </a:lnTo>
                <a:lnTo>
                  <a:pt x="19" y="10102"/>
                </a:lnTo>
                <a:lnTo>
                  <a:pt x="29" y="10081"/>
                </a:lnTo>
                <a:lnTo>
                  <a:pt x="40" y="10062"/>
                </a:lnTo>
                <a:lnTo>
                  <a:pt x="54" y="10044"/>
                </a:lnTo>
                <a:lnTo>
                  <a:pt x="68" y="10028"/>
                </a:lnTo>
                <a:lnTo>
                  <a:pt x="85" y="10012"/>
                </a:lnTo>
                <a:lnTo>
                  <a:pt x="103" y="9999"/>
                </a:lnTo>
                <a:lnTo>
                  <a:pt x="123" y="9987"/>
                </a:lnTo>
                <a:lnTo>
                  <a:pt x="142" y="9978"/>
                </a:lnTo>
                <a:lnTo>
                  <a:pt x="153" y="9973"/>
                </a:lnTo>
                <a:lnTo>
                  <a:pt x="164" y="9970"/>
                </a:lnTo>
                <a:lnTo>
                  <a:pt x="175" y="9967"/>
                </a:lnTo>
                <a:lnTo>
                  <a:pt x="186" y="9964"/>
                </a:lnTo>
                <a:lnTo>
                  <a:pt x="198" y="9962"/>
                </a:lnTo>
                <a:lnTo>
                  <a:pt x="209" y="9960"/>
                </a:lnTo>
                <a:lnTo>
                  <a:pt x="221" y="9959"/>
                </a:lnTo>
                <a:lnTo>
                  <a:pt x="233" y="9959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968269" y="2576666"/>
            <a:ext cx="3122072" cy="21159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1" name="AutoShape 21"/>
          <p:cNvSpPr/>
          <p:nvPr/>
        </p:nvSpPr>
        <p:spPr>
          <a:xfrm rot="16200000">
            <a:off x="3818268" y="3303735"/>
            <a:ext cx="3318146" cy="649058"/>
          </a:xfrm>
          <a:prstGeom prst="trapezoid">
            <a:avLst>
              <a:gd name="adj" fmla="val 101311"/>
            </a:avLst>
          </a:prstGeom>
          <a:gradFill>
            <a:gsLst>
              <a:gs pos="0">
                <a:srgbClr val="768395">
                  <a:lumMod val="31000"/>
                  <a:lumOff val="69000"/>
                </a:srgbClr>
              </a:gs>
              <a:gs pos="100000">
                <a:srgbClr val="768395">
                  <a:alpha val="0"/>
                  <a:lumMod val="19000"/>
                  <a:lumOff val="81000"/>
                </a:srgbClr>
              </a:gs>
            </a:gsLst>
            <a:lin ang="5400000"/>
          </a:gra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2449522" y="3373036"/>
            <a:ext cx="2159566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marL="0" algn="ctr">
              <a:defRPr/>
            </a:pPr>
            <a:r>
              <a:rPr lang="en-US" sz="2800" b="1" i="0" u="none" baseline="0">
                <a:solidFill>
                  <a:schemeClr val="accent1"/>
                </a:solidFill>
                <a:latin typeface="Arial"/>
                <a:ea typeface="Arial"/>
              </a:rPr>
              <a:t>CONTENTS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62101" y="4617660"/>
            <a:ext cx="4546444" cy="414293"/>
          </a:xfrm>
          <a:prstGeom prst="roundRect">
            <a:avLst/>
          </a:prstGeom>
          <a:noFill/>
          <a:ln w="9525">
            <a:solidFill>
              <a:srgbClr val="FFFFFF">
                <a:lumMod val="75000"/>
              </a:srgbClr>
            </a:solidFill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Potential Use Cases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6455438" y="5031955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55438" y="4548612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565916" y="4548612"/>
            <a:ext cx="552390" cy="55239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  <p:txBody>
          <a:bodyPr rot="0"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0" i="0" u="none" baseline="0">
                <a:solidFill>
                  <a:schemeClr val="accent1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262101" y="5429153"/>
            <a:ext cx="4546444" cy="414293"/>
          </a:xfrm>
          <a:prstGeom prst="roundRect">
            <a:avLst/>
          </a:prstGeom>
          <a:noFill/>
          <a:ln w="9525">
            <a:solidFill>
              <a:srgbClr val="FFFFFF">
                <a:lumMod val="75000"/>
              </a:srgbClr>
            </a:solidFill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Conclusion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6455438" y="5843448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455438" y="5360105"/>
            <a:ext cx="773346" cy="69049"/>
          </a:xfrm>
          <a:prstGeom prst="trapezoid">
            <a:avLst>
              <a:gd name="adj" fmla="val 154634"/>
            </a:avLst>
          </a:pr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565916" y="5360105"/>
            <a:ext cx="552390" cy="55239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  <p:txBody>
          <a:bodyPr rot="0"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0" i="0" u="none" baseline="0">
                <a:solidFill>
                  <a:schemeClr val="accent1"/>
                </a:solidFill>
                <a:latin typeface="Arial"/>
                <a:ea typeface="Arial"/>
              </a:rPr>
              <a:t>06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73" dur="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4" dur="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" dur="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Introduction to </a:t>
            </a:r>
            <a:r>
              <a:rPr lang="en-US" sz="2800" b="1" i="0" u="none" baseline="0" dirty="0" err="1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ReSearch</a:t>
            </a:r>
            <a:endParaRPr lang="en-US" sz="2800" b="1" i="0" u="none" baseline="0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330379" y="3098252"/>
            <a:ext cx="1364451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0" i="0" u="none" spc="100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The Essence of ReSearch</a:t>
            </a:r>
          </a:p>
        </p:txBody>
      </p:sp>
      <p:sp>
        <p:nvSpPr>
          <p:cNvPr id="3" name="Freeform 3"/>
          <p:cNvSpPr/>
          <p:nvPr/>
        </p:nvSpPr>
        <p:spPr>
          <a:xfrm rot="19200000">
            <a:off x="3024553" y="2507741"/>
            <a:ext cx="1955691" cy="1941555"/>
          </a:xfrm>
          <a:custGeom>
            <a:avLst/>
            <a:gdLst/>
            <a:ahLst/>
            <a:cxnLst/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707381" y="3197164"/>
            <a:ext cx="590036" cy="562710"/>
          </a:xfrm>
          <a:custGeom>
            <a:avLst/>
            <a:gdLst/>
            <a:ahLst/>
            <a:cxnLst/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19200000">
            <a:off x="1234057" y="3050629"/>
            <a:ext cx="1354287" cy="1344498"/>
          </a:xfrm>
          <a:custGeom>
            <a:avLst/>
            <a:gdLst/>
            <a:ahLst/>
            <a:cxnLst/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723204" y="3535144"/>
            <a:ext cx="375992" cy="375468"/>
          </a:xfrm>
          <a:custGeom>
            <a:avLst/>
            <a:gdLst/>
            <a:ahLst/>
            <a:cxnLst/>
            <a:rect l="l" t="t" r="r" b="b"/>
            <a:pathLst>
              <a:path w="606933" h="606087">
                <a:moveTo>
                  <a:pt x="126452" y="239923"/>
                </a:moveTo>
                <a:lnTo>
                  <a:pt x="191364" y="239923"/>
                </a:lnTo>
                <a:cubicBezTo>
                  <a:pt x="230851" y="298209"/>
                  <a:pt x="286131" y="334566"/>
                  <a:pt x="289791" y="336874"/>
                </a:cubicBezTo>
                <a:lnTo>
                  <a:pt x="303467" y="345627"/>
                </a:lnTo>
                <a:lnTo>
                  <a:pt x="317142" y="336874"/>
                </a:lnTo>
                <a:cubicBezTo>
                  <a:pt x="320802" y="334566"/>
                  <a:pt x="376083" y="298209"/>
                  <a:pt x="415569" y="239923"/>
                </a:cubicBezTo>
                <a:lnTo>
                  <a:pt x="480481" y="239923"/>
                </a:lnTo>
                <a:lnTo>
                  <a:pt x="480481" y="404009"/>
                </a:lnTo>
                <a:lnTo>
                  <a:pt x="316083" y="404009"/>
                </a:lnTo>
                <a:lnTo>
                  <a:pt x="316083" y="441905"/>
                </a:lnTo>
                <a:lnTo>
                  <a:pt x="568988" y="441905"/>
                </a:lnTo>
                <a:lnTo>
                  <a:pt x="568988" y="505096"/>
                </a:lnTo>
                <a:lnTo>
                  <a:pt x="606933" y="505096"/>
                </a:lnTo>
                <a:lnTo>
                  <a:pt x="606933" y="606087"/>
                </a:lnTo>
                <a:lnTo>
                  <a:pt x="505714" y="606087"/>
                </a:lnTo>
                <a:lnTo>
                  <a:pt x="505714" y="505096"/>
                </a:lnTo>
                <a:lnTo>
                  <a:pt x="543659" y="505096"/>
                </a:lnTo>
                <a:lnTo>
                  <a:pt x="543659" y="467105"/>
                </a:lnTo>
                <a:lnTo>
                  <a:pt x="316083" y="467105"/>
                </a:lnTo>
                <a:lnTo>
                  <a:pt x="316083" y="505096"/>
                </a:lnTo>
                <a:lnTo>
                  <a:pt x="354028" y="505096"/>
                </a:lnTo>
                <a:lnTo>
                  <a:pt x="354028" y="606087"/>
                </a:lnTo>
                <a:lnTo>
                  <a:pt x="252905" y="606087"/>
                </a:lnTo>
                <a:lnTo>
                  <a:pt x="252905" y="505096"/>
                </a:lnTo>
                <a:lnTo>
                  <a:pt x="290850" y="505096"/>
                </a:lnTo>
                <a:lnTo>
                  <a:pt x="290850" y="467105"/>
                </a:lnTo>
                <a:lnTo>
                  <a:pt x="63274" y="467105"/>
                </a:lnTo>
                <a:lnTo>
                  <a:pt x="63274" y="505096"/>
                </a:lnTo>
                <a:lnTo>
                  <a:pt x="101123" y="505096"/>
                </a:lnTo>
                <a:lnTo>
                  <a:pt x="101123" y="606087"/>
                </a:lnTo>
                <a:lnTo>
                  <a:pt x="0" y="606087"/>
                </a:lnTo>
                <a:lnTo>
                  <a:pt x="0" y="505096"/>
                </a:lnTo>
                <a:lnTo>
                  <a:pt x="37945" y="505096"/>
                </a:lnTo>
                <a:lnTo>
                  <a:pt x="37945" y="441905"/>
                </a:lnTo>
                <a:lnTo>
                  <a:pt x="290850" y="441905"/>
                </a:lnTo>
                <a:lnTo>
                  <a:pt x="290850" y="404009"/>
                </a:lnTo>
                <a:lnTo>
                  <a:pt x="126452" y="404009"/>
                </a:lnTo>
                <a:close/>
                <a:moveTo>
                  <a:pt x="303502" y="71264"/>
                </a:moveTo>
                <a:cubicBezTo>
                  <a:pt x="274417" y="71264"/>
                  <a:pt x="250822" y="94057"/>
                  <a:pt x="250822" y="122140"/>
                </a:cubicBezTo>
                <a:cubicBezTo>
                  <a:pt x="250822" y="150318"/>
                  <a:pt x="274417" y="173111"/>
                  <a:pt x="303502" y="173111"/>
                </a:cubicBezTo>
                <a:cubicBezTo>
                  <a:pt x="332587" y="173111"/>
                  <a:pt x="356183" y="150318"/>
                  <a:pt x="356183" y="122140"/>
                </a:cubicBezTo>
                <a:cubicBezTo>
                  <a:pt x="356183" y="94057"/>
                  <a:pt x="332587" y="71264"/>
                  <a:pt x="303502" y="71264"/>
                </a:cubicBezTo>
                <a:close/>
                <a:moveTo>
                  <a:pt x="303502" y="0"/>
                </a:moveTo>
                <a:cubicBezTo>
                  <a:pt x="373326" y="0"/>
                  <a:pt x="429955" y="54723"/>
                  <a:pt x="429955" y="122140"/>
                </a:cubicBezTo>
                <a:cubicBezTo>
                  <a:pt x="429955" y="234181"/>
                  <a:pt x="303502" y="315639"/>
                  <a:pt x="303502" y="315639"/>
                </a:cubicBezTo>
                <a:cubicBezTo>
                  <a:pt x="303502" y="315639"/>
                  <a:pt x="177049" y="234181"/>
                  <a:pt x="177049" y="122140"/>
                </a:cubicBezTo>
                <a:cubicBezTo>
                  <a:pt x="177049" y="54723"/>
                  <a:pt x="233679" y="0"/>
                  <a:pt x="303502" y="0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 rot="19200000">
            <a:off x="1969320" y="3989290"/>
            <a:ext cx="1752062" cy="1722869"/>
          </a:xfrm>
          <a:custGeom>
            <a:avLst/>
            <a:gdLst/>
            <a:ahLst/>
            <a:cxnLst/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chemeClr val="accent2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2573473" y="4604834"/>
            <a:ext cx="543758" cy="491782"/>
          </a:xfrm>
          <a:custGeom>
            <a:avLst/>
            <a:gdLst/>
            <a:ahLst/>
            <a:cxnLst/>
            <a:rect l="l" t="t" r="r" b="b"/>
            <a:pathLst>
              <a:path w="607568" h="549494">
                <a:moveTo>
                  <a:pt x="503202" y="459310"/>
                </a:moveTo>
                <a:cubicBezTo>
                  <a:pt x="528144" y="459310"/>
                  <a:pt x="548364" y="479498"/>
                  <a:pt x="548364" y="504402"/>
                </a:cubicBezTo>
                <a:cubicBezTo>
                  <a:pt x="548364" y="529306"/>
                  <a:pt x="528144" y="549494"/>
                  <a:pt x="503202" y="549494"/>
                </a:cubicBezTo>
                <a:cubicBezTo>
                  <a:pt x="478260" y="549494"/>
                  <a:pt x="458040" y="529306"/>
                  <a:pt x="458040" y="504402"/>
                </a:cubicBezTo>
                <a:cubicBezTo>
                  <a:pt x="458040" y="479498"/>
                  <a:pt x="478260" y="459310"/>
                  <a:pt x="503202" y="459310"/>
                </a:cubicBezTo>
                <a:close/>
                <a:moveTo>
                  <a:pt x="197795" y="459310"/>
                </a:moveTo>
                <a:cubicBezTo>
                  <a:pt x="222737" y="459310"/>
                  <a:pt x="242957" y="479498"/>
                  <a:pt x="242957" y="504402"/>
                </a:cubicBezTo>
                <a:cubicBezTo>
                  <a:pt x="242957" y="529306"/>
                  <a:pt x="222737" y="549494"/>
                  <a:pt x="197795" y="549494"/>
                </a:cubicBezTo>
                <a:cubicBezTo>
                  <a:pt x="172853" y="549494"/>
                  <a:pt x="152633" y="529306"/>
                  <a:pt x="152633" y="504402"/>
                </a:cubicBezTo>
                <a:cubicBezTo>
                  <a:pt x="152633" y="479498"/>
                  <a:pt x="172853" y="459310"/>
                  <a:pt x="197795" y="459310"/>
                </a:cubicBezTo>
                <a:close/>
                <a:moveTo>
                  <a:pt x="143318" y="390791"/>
                </a:moveTo>
                <a:lnTo>
                  <a:pt x="554573" y="390791"/>
                </a:lnTo>
                <a:lnTo>
                  <a:pt x="554573" y="437435"/>
                </a:lnTo>
                <a:lnTo>
                  <a:pt x="143318" y="437435"/>
                </a:lnTo>
                <a:close/>
                <a:moveTo>
                  <a:pt x="115304" y="313028"/>
                </a:moveTo>
                <a:lnTo>
                  <a:pt x="582659" y="313028"/>
                </a:lnTo>
                <a:lnTo>
                  <a:pt x="582659" y="359672"/>
                </a:lnTo>
                <a:lnTo>
                  <a:pt x="115304" y="359672"/>
                </a:lnTo>
                <a:close/>
                <a:moveTo>
                  <a:pt x="0" y="169922"/>
                </a:moveTo>
                <a:lnTo>
                  <a:pt x="78962" y="169922"/>
                </a:lnTo>
                <a:lnTo>
                  <a:pt x="108516" y="235254"/>
                </a:lnTo>
                <a:lnTo>
                  <a:pt x="607568" y="235254"/>
                </a:lnTo>
                <a:lnTo>
                  <a:pt x="607568" y="281909"/>
                </a:lnTo>
                <a:lnTo>
                  <a:pt x="78428" y="281909"/>
                </a:lnTo>
                <a:lnTo>
                  <a:pt x="48798" y="216577"/>
                </a:lnTo>
                <a:lnTo>
                  <a:pt x="0" y="216577"/>
                </a:lnTo>
                <a:close/>
                <a:moveTo>
                  <a:pt x="257720" y="0"/>
                </a:moveTo>
                <a:lnTo>
                  <a:pt x="254207" y="30201"/>
                </a:lnTo>
                <a:cubicBezTo>
                  <a:pt x="405964" y="47665"/>
                  <a:pt x="407797" y="197372"/>
                  <a:pt x="407797" y="197372"/>
                </a:cubicBezTo>
                <a:cubicBezTo>
                  <a:pt x="407797" y="197372"/>
                  <a:pt x="364340" y="158248"/>
                  <a:pt x="241147" y="144063"/>
                </a:cubicBezTo>
                <a:lnTo>
                  <a:pt x="237633" y="174264"/>
                </a:lnTo>
                <a:lnTo>
                  <a:pt x="115586" y="71993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 rot="19200000">
            <a:off x="4343842" y="1564941"/>
            <a:ext cx="1354287" cy="1344498"/>
          </a:xfrm>
          <a:custGeom>
            <a:avLst/>
            <a:gdLst/>
            <a:ahLst/>
            <a:cxnLst/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821100" y="2010559"/>
            <a:ext cx="399770" cy="453262"/>
          </a:xfrm>
          <a:custGeom>
            <a:avLst/>
            <a:gdLst/>
            <a:ahLst/>
            <a:cxnLst/>
            <a:rect l="l" t="t" r="r" b="b"/>
            <a:pathLst>
              <a:path w="2288" h="2598">
                <a:moveTo>
                  <a:pt x="2281" y="1465"/>
                </a:moveTo>
                <a:cubicBezTo>
                  <a:pt x="2220" y="1286"/>
                  <a:pt x="2159" y="1111"/>
                  <a:pt x="2125" y="924"/>
                </a:cubicBezTo>
                <a:cubicBezTo>
                  <a:pt x="2112" y="850"/>
                  <a:pt x="2015" y="868"/>
                  <a:pt x="1992" y="924"/>
                </a:cubicBezTo>
                <a:cubicBezTo>
                  <a:pt x="1948" y="1035"/>
                  <a:pt x="1904" y="1146"/>
                  <a:pt x="1863" y="1258"/>
                </a:cubicBezTo>
                <a:cubicBezTo>
                  <a:pt x="1840" y="1319"/>
                  <a:pt x="1790" y="1411"/>
                  <a:pt x="1809" y="1480"/>
                </a:cubicBezTo>
                <a:cubicBezTo>
                  <a:pt x="1783" y="1516"/>
                  <a:pt x="1783" y="1565"/>
                  <a:pt x="1848" y="1586"/>
                </a:cubicBezTo>
                <a:cubicBezTo>
                  <a:pt x="1878" y="1596"/>
                  <a:pt x="1908" y="1602"/>
                  <a:pt x="1938" y="1607"/>
                </a:cubicBezTo>
                <a:cubicBezTo>
                  <a:pt x="1927" y="1644"/>
                  <a:pt x="1916" y="1681"/>
                  <a:pt x="1899" y="1716"/>
                </a:cubicBezTo>
                <a:cubicBezTo>
                  <a:pt x="1861" y="1789"/>
                  <a:pt x="1799" y="1850"/>
                  <a:pt x="1734" y="1899"/>
                </a:cubicBezTo>
                <a:cubicBezTo>
                  <a:pt x="1586" y="2012"/>
                  <a:pt x="1393" y="2062"/>
                  <a:pt x="1211" y="2079"/>
                </a:cubicBezTo>
                <a:cubicBezTo>
                  <a:pt x="1201" y="2080"/>
                  <a:pt x="1190" y="2080"/>
                  <a:pt x="1180" y="2081"/>
                </a:cubicBezTo>
                <a:cubicBezTo>
                  <a:pt x="1178" y="2066"/>
                  <a:pt x="1177" y="2052"/>
                  <a:pt x="1176" y="2038"/>
                </a:cubicBezTo>
                <a:cubicBezTo>
                  <a:pt x="1167" y="1852"/>
                  <a:pt x="1173" y="1665"/>
                  <a:pt x="1178" y="1479"/>
                </a:cubicBezTo>
                <a:cubicBezTo>
                  <a:pt x="1183" y="1309"/>
                  <a:pt x="1195" y="1137"/>
                  <a:pt x="1200" y="965"/>
                </a:cubicBezTo>
                <a:cubicBezTo>
                  <a:pt x="1262" y="972"/>
                  <a:pt x="1326" y="981"/>
                  <a:pt x="1388" y="979"/>
                </a:cubicBezTo>
                <a:cubicBezTo>
                  <a:pt x="1391" y="992"/>
                  <a:pt x="1399" y="1003"/>
                  <a:pt x="1409" y="1012"/>
                </a:cubicBezTo>
                <a:cubicBezTo>
                  <a:pt x="1434" y="1041"/>
                  <a:pt x="1476" y="1041"/>
                  <a:pt x="1501" y="1012"/>
                </a:cubicBezTo>
                <a:cubicBezTo>
                  <a:pt x="1511" y="1003"/>
                  <a:pt x="1519" y="991"/>
                  <a:pt x="1522" y="978"/>
                </a:cubicBezTo>
                <a:cubicBezTo>
                  <a:pt x="1528" y="956"/>
                  <a:pt x="1526" y="931"/>
                  <a:pt x="1526" y="908"/>
                </a:cubicBezTo>
                <a:lnTo>
                  <a:pt x="1526" y="847"/>
                </a:lnTo>
                <a:cubicBezTo>
                  <a:pt x="1526" y="809"/>
                  <a:pt x="1493" y="776"/>
                  <a:pt x="1455" y="776"/>
                </a:cubicBezTo>
                <a:cubicBezTo>
                  <a:pt x="1423" y="776"/>
                  <a:pt x="1395" y="799"/>
                  <a:pt x="1387" y="828"/>
                </a:cubicBezTo>
                <a:cubicBezTo>
                  <a:pt x="1327" y="813"/>
                  <a:pt x="1264" y="812"/>
                  <a:pt x="1202" y="810"/>
                </a:cubicBezTo>
                <a:cubicBezTo>
                  <a:pt x="1202" y="735"/>
                  <a:pt x="1199" y="659"/>
                  <a:pt x="1193" y="584"/>
                </a:cubicBezTo>
                <a:cubicBezTo>
                  <a:pt x="1297" y="558"/>
                  <a:pt x="1391" y="480"/>
                  <a:pt x="1431" y="385"/>
                </a:cubicBezTo>
                <a:cubicBezTo>
                  <a:pt x="1470" y="292"/>
                  <a:pt x="1441" y="197"/>
                  <a:pt x="1375" y="124"/>
                </a:cubicBezTo>
                <a:cubicBezTo>
                  <a:pt x="1315" y="57"/>
                  <a:pt x="1196" y="0"/>
                  <a:pt x="1109" y="37"/>
                </a:cubicBezTo>
                <a:cubicBezTo>
                  <a:pt x="1109" y="37"/>
                  <a:pt x="1109" y="37"/>
                  <a:pt x="1109" y="37"/>
                </a:cubicBezTo>
                <a:cubicBezTo>
                  <a:pt x="988" y="48"/>
                  <a:pt x="885" y="127"/>
                  <a:pt x="860" y="255"/>
                </a:cubicBezTo>
                <a:cubicBezTo>
                  <a:pt x="837" y="376"/>
                  <a:pt x="900" y="516"/>
                  <a:pt x="1013" y="570"/>
                </a:cubicBezTo>
                <a:cubicBezTo>
                  <a:pt x="1033" y="580"/>
                  <a:pt x="1055" y="586"/>
                  <a:pt x="1077" y="590"/>
                </a:cubicBezTo>
                <a:cubicBezTo>
                  <a:pt x="1068" y="662"/>
                  <a:pt x="1062" y="735"/>
                  <a:pt x="1056" y="808"/>
                </a:cubicBezTo>
                <a:cubicBezTo>
                  <a:pt x="1001" y="808"/>
                  <a:pt x="947" y="810"/>
                  <a:pt x="892" y="813"/>
                </a:cubicBezTo>
                <a:cubicBezTo>
                  <a:pt x="892" y="803"/>
                  <a:pt x="891" y="793"/>
                  <a:pt x="891" y="784"/>
                </a:cubicBezTo>
                <a:cubicBezTo>
                  <a:pt x="896" y="691"/>
                  <a:pt x="748" y="690"/>
                  <a:pt x="747" y="784"/>
                </a:cubicBezTo>
                <a:cubicBezTo>
                  <a:pt x="747" y="829"/>
                  <a:pt x="742" y="876"/>
                  <a:pt x="748" y="921"/>
                </a:cubicBezTo>
                <a:cubicBezTo>
                  <a:pt x="756" y="983"/>
                  <a:pt x="811" y="1002"/>
                  <a:pt x="851" y="981"/>
                </a:cubicBezTo>
                <a:cubicBezTo>
                  <a:pt x="872" y="980"/>
                  <a:pt x="891" y="967"/>
                  <a:pt x="899" y="946"/>
                </a:cubicBezTo>
                <a:cubicBezTo>
                  <a:pt x="948" y="949"/>
                  <a:pt x="998" y="951"/>
                  <a:pt x="1047" y="954"/>
                </a:cubicBezTo>
                <a:cubicBezTo>
                  <a:pt x="1037" y="1129"/>
                  <a:pt x="1031" y="1305"/>
                  <a:pt x="1024" y="1479"/>
                </a:cubicBezTo>
                <a:cubicBezTo>
                  <a:pt x="1017" y="1665"/>
                  <a:pt x="1014" y="1851"/>
                  <a:pt x="1021" y="2038"/>
                </a:cubicBezTo>
                <a:cubicBezTo>
                  <a:pt x="1022" y="2051"/>
                  <a:pt x="1022" y="2066"/>
                  <a:pt x="1022" y="2081"/>
                </a:cubicBezTo>
                <a:cubicBezTo>
                  <a:pt x="722" y="2061"/>
                  <a:pt x="421" y="1927"/>
                  <a:pt x="289" y="1649"/>
                </a:cubicBezTo>
                <a:cubicBezTo>
                  <a:pt x="342" y="1639"/>
                  <a:pt x="422" y="1633"/>
                  <a:pt x="434" y="1569"/>
                </a:cubicBezTo>
                <a:cubicBezTo>
                  <a:pt x="439" y="1539"/>
                  <a:pt x="429" y="1506"/>
                  <a:pt x="402" y="1492"/>
                </a:cubicBezTo>
                <a:cubicBezTo>
                  <a:pt x="401" y="1485"/>
                  <a:pt x="399" y="1478"/>
                  <a:pt x="395" y="1470"/>
                </a:cubicBezTo>
                <a:cubicBezTo>
                  <a:pt x="338" y="1362"/>
                  <a:pt x="258" y="1263"/>
                  <a:pt x="215" y="1148"/>
                </a:cubicBezTo>
                <a:cubicBezTo>
                  <a:pt x="192" y="1085"/>
                  <a:pt x="111" y="1085"/>
                  <a:pt x="88" y="1148"/>
                </a:cubicBezTo>
                <a:cubicBezTo>
                  <a:pt x="29" y="1306"/>
                  <a:pt x="0" y="1457"/>
                  <a:pt x="39" y="1624"/>
                </a:cubicBezTo>
                <a:cubicBezTo>
                  <a:pt x="45" y="1653"/>
                  <a:pt x="75" y="1663"/>
                  <a:pt x="101" y="1658"/>
                </a:cubicBezTo>
                <a:cubicBezTo>
                  <a:pt x="125" y="1661"/>
                  <a:pt x="149" y="1661"/>
                  <a:pt x="172" y="1661"/>
                </a:cubicBezTo>
                <a:cubicBezTo>
                  <a:pt x="253" y="2008"/>
                  <a:pt x="572" y="2179"/>
                  <a:pt x="906" y="2228"/>
                </a:cubicBezTo>
                <a:cubicBezTo>
                  <a:pt x="931" y="2337"/>
                  <a:pt x="982" y="2443"/>
                  <a:pt x="1043" y="2536"/>
                </a:cubicBezTo>
                <a:cubicBezTo>
                  <a:pt x="1083" y="2598"/>
                  <a:pt x="1172" y="2572"/>
                  <a:pt x="1177" y="2500"/>
                </a:cubicBezTo>
                <a:cubicBezTo>
                  <a:pt x="1177" y="2509"/>
                  <a:pt x="1185" y="2477"/>
                  <a:pt x="1189" y="2468"/>
                </a:cubicBezTo>
                <a:cubicBezTo>
                  <a:pt x="1199" y="2446"/>
                  <a:pt x="1211" y="2426"/>
                  <a:pt x="1223" y="2405"/>
                </a:cubicBezTo>
                <a:cubicBezTo>
                  <a:pt x="1234" y="2386"/>
                  <a:pt x="1247" y="2368"/>
                  <a:pt x="1259" y="2349"/>
                </a:cubicBezTo>
                <a:cubicBezTo>
                  <a:pt x="1264" y="2342"/>
                  <a:pt x="1268" y="2335"/>
                  <a:pt x="1273" y="2328"/>
                </a:cubicBezTo>
                <a:cubicBezTo>
                  <a:pt x="1277" y="2322"/>
                  <a:pt x="1293" y="2305"/>
                  <a:pt x="1277" y="2322"/>
                </a:cubicBezTo>
                <a:cubicBezTo>
                  <a:pt x="1304" y="2294"/>
                  <a:pt x="1300" y="2258"/>
                  <a:pt x="1280" y="2234"/>
                </a:cubicBezTo>
                <a:cubicBezTo>
                  <a:pt x="1483" y="2210"/>
                  <a:pt x="1683" y="2139"/>
                  <a:pt x="1845" y="2015"/>
                </a:cubicBezTo>
                <a:cubicBezTo>
                  <a:pt x="1948" y="1936"/>
                  <a:pt x="2086" y="1773"/>
                  <a:pt x="2094" y="1624"/>
                </a:cubicBezTo>
                <a:cubicBezTo>
                  <a:pt x="2146" y="1628"/>
                  <a:pt x="2201" y="1630"/>
                  <a:pt x="2245" y="1609"/>
                </a:cubicBezTo>
                <a:cubicBezTo>
                  <a:pt x="2278" y="1594"/>
                  <a:pt x="2287" y="1550"/>
                  <a:pt x="2274" y="1517"/>
                </a:cubicBezTo>
                <a:cubicBezTo>
                  <a:pt x="2284" y="1503"/>
                  <a:pt x="2288" y="1485"/>
                  <a:pt x="2281" y="1465"/>
                </a:cubicBezTo>
                <a:close/>
                <a:moveTo>
                  <a:pt x="1065" y="420"/>
                </a:moveTo>
                <a:cubicBezTo>
                  <a:pt x="1019" y="392"/>
                  <a:pt x="1002" y="323"/>
                  <a:pt x="1010" y="274"/>
                </a:cubicBezTo>
                <a:cubicBezTo>
                  <a:pt x="1021" y="207"/>
                  <a:pt x="1073" y="171"/>
                  <a:pt x="1131" y="148"/>
                </a:cubicBezTo>
                <a:cubicBezTo>
                  <a:pt x="1208" y="195"/>
                  <a:pt x="1340" y="234"/>
                  <a:pt x="1280" y="343"/>
                </a:cubicBezTo>
                <a:cubicBezTo>
                  <a:pt x="1258" y="383"/>
                  <a:pt x="1213" y="417"/>
                  <a:pt x="1165" y="430"/>
                </a:cubicBezTo>
                <a:cubicBezTo>
                  <a:pt x="1148" y="418"/>
                  <a:pt x="1121" y="420"/>
                  <a:pt x="1105" y="434"/>
                </a:cubicBezTo>
                <a:cubicBezTo>
                  <a:pt x="1091" y="432"/>
                  <a:pt x="1077" y="428"/>
                  <a:pt x="1065" y="420"/>
                </a:cubicBezTo>
                <a:close/>
                <a:moveTo>
                  <a:pt x="1032" y="2241"/>
                </a:moveTo>
                <a:cubicBezTo>
                  <a:pt x="1034" y="2257"/>
                  <a:pt x="1037" y="2272"/>
                  <a:pt x="1040" y="2287"/>
                </a:cubicBezTo>
                <a:cubicBezTo>
                  <a:pt x="1029" y="2271"/>
                  <a:pt x="1019" y="2255"/>
                  <a:pt x="1010" y="2239"/>
                </a:cubicBezTo>
                <a:cubicBezTo>
                  <a:pt x="1017" y="2240"/>
                  <a:pt x="1025" y="2241"/>
                  <a:pt x="1032" y="2241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773282" y="1447800"/>
            <a:ext cx="5746410" cy="117729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Explain the limitations of traditional LLMs in handling tasks requiring up-to-date information; underscore the increasing necessity of effectively merging search and reasoning to overcome these challenges.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73282" y="1143000"/>
            <a:ext cx="568178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Context: The Need for Integration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5774077" y="3200400"/>
            <a:ext cx="5747206" cy="81534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ReSearch enables LLMs to access and process real-time data, leading to more informed and accurate decisions; this integration marks a crucial step toward more versatile and adaptive AI systems.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74077" y="2971800"/>
            <a:ext cx="574720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Significance of </a:t>
            </a:r>
            <a:r>
              <a:rPr lang="en-US" sz="1600" b="1" i="0" u="none" baseline="0" dirty="0" err="1">
                <a:solidFill>
                  <a:srgbClr val="000000"/>
                </a:solidFill>
                <a:latin typeface="+mn-ea"/>
                <a:ea typeface="+mn-ea"/>
              </a:rPr>
              <a:t>ReSearch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5774076" y="5071110"/>
            <a:ext cx="5747204" cy="117729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Introducing ReSearch as an innovative framework designed to integrate search functionalities directly into the reasoning processes of Large Language Models (LLMs), enhancing their problem-solving capabilities.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74076" y="4800600"/>
            <a:ext cx="574720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Objective of </a:t>
            </a:r>
            <a:r>
              <a:rPr lang="en-US" sz="1600" b="1" i="0" u="none" baseline="0" dirty="0" err="1">
                <a:solidFill>
                  <a:srgbClr val="000000"/>
                </a:solidFill>
                <a:latin typeface="+mn-ea"/>
                <a:ea typeface="+mn-ea"/>
              </a:rPr>
              <a:t>ReSearch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>
            <a:off x="5773282" y="2819400"/>
            <a:ext cx="5747206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8" name="Connector 18"/>
          <p:cNvCxnSpPr/>
          <p:nvPr/>
        </p:nvCxnSpPr>
        <p:spPr>
          <a:xfrm>
            <a:off x="5774076" y="4572000"/>
            <a:ext cx="5745616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Bridging Search and Reasoning</a:t>
            </a:r>
          </a:p>
        </p:txBody>
      </p:sp>
      <p:cxnSp>
        <p:nvCxnSpPr>
          <p:cNvPr id="3" name="Connector 3"/>
          <p:cNvCxnSpPr>
            <a:cxnSpLocks/>
          </p:cNvCxnSpPr>
          <p:nvPr/>
        </p:nvCxnSpPr>
        <p:spPr>
          <a:xfrm flipV="1">
            <a:off x="5842205" y="1550011"/>
            <a:ext cx="2698072" cy="659789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4" name="Connector 4"/>
          <p:cNvCxnSpPr/>
          <p:nvPr/>
        </p:nvCxnSpPr>
        <p:spPr>
          <a:xfrm>
            <a:off x="7734378" y="3492439"/>
            <a:ext cx="847706" cy="603665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3568495" y="2708122"/>
            <a:ext cx="1426303" cy="132707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grpSp>
        <p:nvGrpSpPr>
          <p:cNvPr id="6" name="Group 6"/>
          <p:cNvGrpSpPr/>
          <p:nvPr/>
        </p:nvGrpSpPr>
        <p:grpSpPr>
          <a:xfrm>
            <a:off x="3765200" y="1453026"/>
            <a:ext cx="4655251" cy="3951948"/>
            <a:chOff x="3736974" y="2141538"/>
            <a:chExt cx="4718051" cy="4005262"/>
          </a:xfrm>
          <a:solidFill>
            <a:srgbClr val="FFFFFF">
              <a:lumMod val="95000"/>
            </a:srgbClr>
          </a:solidFill>
        </p:grpSpPr>
        <p:sp>
          <p:nvSpPr>
            <p:cNvPr id="7" name="Freeform 7"/>
            <p:cNvSpPr/>
            <p:nvPr/>
          </p:nvSpPr>
          <p:spPr>
            <a:xfrm>
              <a:off x="4187824" y="2460625"/>
              <a:ext cx="1422400" cy="784225"/>
            </a:xfrm>
            <a:custGeom>
              <a:avLst/>
              <a:gdLst/>
              <a:ahLst/>
              <a:cxnLst/>
              <a:rect l="l" t="t" r="r" b="b"/>
              <a:pathLst>
                <a:path w="896" h="494">
                  <a:moveTo>
                    <a:pt x="68" y="402"/>
                  </a:moveTo>
                  <a:lnTo>
                    <a:pt x="60" y="404"/>
                  </a:lnTo>
                  <a:lnTo>
                    <a:pt x="54" y="407"/>
                  </a:lnTo>
                  <a:lnTo>
                    <a:pt x="49" y="412"/>
                  </a:lnTo>
                  <a:lnTo>
                    <a:pt x="46" y="418"/>
                  </a:lnTo>
                  <a:lnTo>
                    <a:pt x="44" y="426"/>
                  </a:lnTo>
                  <a:lnTo>
                    <a:pt x="46" y="432"/>
                  </a:lnTo>
                  <a:lnTo>
                    <a:pt x="49" y="439"/>
                  </a:lnTo>
                  <a:lnTo>
                    <a:pt x="54" y="443"/>
                  </a:lnTo>
                  <a:lnTo>
                    <a:pt x="60" y="446"/>
                  </a:lnTo>
                  <a:lnTo>
                    <a:pt x="68" y="448"/>
                  </a:lnTo>
                  <a:lnTo>
                    <a:pt x="76" y="446"/>
                  </a:lnTo>
                  <a:lnTo>
                    <a:pt x="82" y="443"/>
                  </a:lnTo>
                  <a:lnTo>
                    <a:pt x="87" y="439"/>
                  </a:lnTo>
                  <a:lnTo>
                    <a:pt x="90" y="432"/>
                  </a:lnTo>
                  <a:lnTo>
                    <a:pt x="90" y="426"/>
                  </a:lnTo>
                  <a:lnTo>
                    <a:pt x="90" y="418"/>
                  </a:lnTo>
                  <a:lnTo>
                    <a:pt x="87" y="412"/>
                  </a:lnTo>
                  <a:lnTo>
                    <a:pt x="82" y="407"/>
                  </a:lnTo>
                  <a:lnTo>
                    <a:pt x="76" y="404"/>
                  </a:lnTo>
                  <a:lnTo>
                    <a:pt x="68" y="402"/>
                  </a:lnTo>
                  <a:close/>
                  <a:moveTo>
                    <a:pt x="828" y="46"/>
                  </a:moveTo>
                  <a:lnTo>
                    <a:pt x="820" y="47"/>
                  </a:lnTo>
                  <a:lnTo>
                    <a:pt x="814" y="51"/>
                  </a:lnTo>
                  <a:lnTo>
                    <a:pt x="809" y="55"/>
                  </a:lnTo>
                  <a:lnTo>
                    <a:pt x="806" y="62"/>
                  </a:lnTo>
                  <a:lnTo>
                    <a:pt x="805" y="68"/>
                  </a:lnTo>
                  <a:lnTo>
                    <a:pt x="806" y="76"/>
                  </a:lnTo>
                  <a:lnTo>
                    <a:pt x="809" y="82"/>
                  </a:lnTo>
                  <a:lnTo>
                    <a:pt x="814" y="87"/>
                  </a:lnTo>
                  <a:lnTo>
                    <a:pt x="820" y="90"/>
                  </a:lnTo>
                  <a:lnTo>
                    <a:pt x="828" y="91"/>
                  </a:lnTo>
                  <a:lnTo>
                    <a:pt x="834" y="90"/>
                  </a:lnTo>
                  <a:lnTo>
                    <a:pt x="841" y="87"/>
                  </a:lnTo>
                  <a:lnTo>
                    <a:pt x="845" y="82"/>
                  </a:lnTo>
                  <a:lnTo>
                    <a:pt x="849" y="76"/>
                  </a:lnTo>
                  <a:lnTo>
                    <a:pt x="850" y="68"/>
                  </a:lnTo>
                  <a:lnTo>
                    <a:pt x="849" y="62"/>
                  </a:lnTo>
                  <a:lnTo>
                    <a:pt x="845" y="55"/>
                  </a:lnTo>
                  <a:lnTo>
                    <a:pt x="841" y="51"/>
                  </a:lnTo>
                  <a:lnTo>
                    <a:pt x="834" y="47"/>
                  </a:lnTo>
                  <a:lnTo>
                    <a:pt x="828" y="46"/>
                  </a:lnTo>
                  <a:close/>
                  <a:moveTo>
                    <a:pt x="828" y="0"/>
                  </a:moveTo>
                  <a:lnTo>
                    <a:pt x="849" y="3"/>
                  </a:lnTo>
                  <a:lnTo>
                    <a:pt x="867" y="13"/>
                  </a:lnTo>
                  <a:lnTo>
                    <a:pt x="883" y="29"/>
                  </a:lnTo>
                  <a:lnTo>
                    <a:pt x="893" y="47"/>
                  </a:lnTo>
                  <a:lnTo>
                    <a:pt x="896" y="68"/>
                  </a:lnTo>
                  <a:lnTo>
                    <a:pt x="893" y="90"/>
                  </a:lnTo>
                  <a:lnTo>
                    <a:pt x="883" y="109"/>
                  </a:lnTo>
                  <a:lnTo>
                    <a:pt x="867" y="123"/>
                  </a:lnTo>
                  <a:lnTo>
                    <a:pt x="849" y="134"/>
                  </a:lnTo>
                  <a:lnTo>
                    <a:pt x="828" y="137"/>
                  </a:lnTo>
                  <a:lnTo>
                    <a:pt x="805" y="132"/>
                  </a:lnTo>
                  <a:lnTo>
                    <a:pt x="784" y="121"/>
                  </a:lnTo>
                  <a:lnTo>
                    <a:pt x="770" y="104"/>
                  </a:lnTo>
                  <a:lnTo>
                    <a:pt x="332" y="189"/>
                  </a:lnTo>
                  <a:lnTo>
                    <a:pt x="129" y="398"/>
                  </a:lnTo>
                  <a:lnTo>
                    <a:pt x="134" y="410"/>
                  </a:lnTo>
                  <a:lnTo>
                    <a:pt x="135" y="426"/>
                  </a:lnTo>
                  <a:lnTo>
                    <a:pt x="132" y="446"/>
                  </a:lnTo>
                  <a:lnTo>
                    <a:pt x="123" y="465"/>
                  </a:lnTo>
                  <a:lnTo>
                    <a:pt x="109" y="481"/>
                  </a:lnTo>
                  <a:lnTo>
                    <a:pt x="90" y="490"/>
                  </a:lnTo>
                  <a:lnTo>
                    <a:pt x="68" y="494"/>
                  </a:lnTo>
                  <a:lnTo>
                    <a:pt x="46" y="490"/>
                  </a:lnTo>
                  <a:lnTo>
                    <a:pt x="27" y="481"/>
                  </a:lnTo>
                  <a:lnTo>
                    <a:pt x="13" y="465"/>
                  </a:lnTo>
                  <a:lnTo>
                    <a:pt x="3" y="446"/>
                  </a:lnTo>
                  <a:lnTo>
                    <a:pt x="0" y="426"/>
                  </a:lnTo>
                  <a:lnTo>
                    <a:pt x="3" y="404"/>
                  </a:lnTo>
                  <a:lnTo>
                    <a:pt x="13" y="385"/>
                  </a:lnTo>
                  <a:lnTo>
                    <a:pt x="27" y="371"/>
                  </a:lnTo>
                  <a:lnTo>
                    <a:pt x="46" y="362"/>
                  </a:lnTo>
                  <a:lnTo>
                    <a:pt x="68" y="357"/>
                  </a:lnTo>
                  <a:lnTo>
                    <a:pt x="84" y="360"/>
                  </a:lnTo>
                  <a:lnTo>
                    <a:pt x="98" y="365"/>
                  </a:lnTo>
                  <a:lnTo>
                    <a:pt x="310" y="146"/>
                  </a:lnTo>
                  <a:lnTo>
                    <a:pt x="761" y="60"/>
                  </a:lnTo>
                  <a:lnTo>
                    <a:pt x="767" y="36"/>
                  </a:lnTo>
                  <a:lnTo>
                    <a:pt x="783" y="18"/>
                  </a:lnTo>
                  <a:lnTo>
                    <a:pt x="803" y="5"/>
                  </a:lnTo>
                  <a:lnTo>
                    <a:pt x="828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7904162" y="3198813"/>
              <a:ext cx="550863" cy="1344613"/>
            </a:xfrm>
            <a:custGeom>
              <a:avLst/>
              <a:gdLst/>
              <a:ahLst/>
              <a:cxnLst/>
              <a:rect l="l" t="t" r="r" b="b"/>
              <a:pathLst>
                <a:path w="347" h="847">
                  <a:moveTo>
                    <a:pt x="192" y="756"/>
                  </a:moveTo>
                  <a:lnTo>
                    <a:pt x="184" y="757"/>
                  </a:lnTo>
                  <a:lnTo>
                    <a:pt x="177" y="761"/>
                  </a:lnTo>
                  <a:lnTo>
                    <a:pt x="173" y="765"/>
                  </a:lnTo>
                  <a:lnTo>
                    <a:pt x="170" y="772"/>
                  </a:lnTo>
                  <a:lnTo>
                    <a:pt x="170" y="779"/>
                  </a:lnTo>
                  <a:lnTo>
                    <a:pt x="170" y="786"/>
                  </a:lnTo>
                  <a:lnTo>
                    <a:pt x="173" y="792"/>
                  </a:lnTo>
                  <a:lnTo>
                    <a:pt x="177" y="797"/>
                  </a:lnTo>
                  <a:lnTo>
                    <a:pt x="184" y="800"/>
                  </a:lnTo>
                  <a:lnTo>
                    <a:pt x="192" y="801"/>
                  </a:lnTo>
                  <a:lnTo>
                    <a:pt x="199" y="800"/>
                  </a:lnTo>
                  <a:lnTo>
                    <a:pt x="206" y="797"/>
                  </a:lnTo>
                  <a:lnTo>
                    <a:pt x="210" y="792"/>
                  </a:lnTo>
                  <a:lnTo>
                    <a:pt x="214" y="786"/>
                  </a:lnTo>
                  <a:lnTo>
                    <a:pt x="214" y="779"/>
                  </a:lnTo>
                  <a:lnTo>
                    <a:pt x="214" y="772"/>
                  </a:lnTo>
                  <a:lnTo>
                    <a:pt x="210" y="765"/>
                  </a:lnTo>
                  <a:lnTo>
                    <a:pt x="206" y="761"/>
                  </a:lnTo>
                  <a:lnTo>
                    <a:pt x="199" y="757"/>
                  </a:lnTo>
                  <a:lnTo>
                    <a:pt x="192" y="756"/>
                  </a:lnTo>
                  <a:close/>
                  <a:moveTo>
                    <a:pt x="67" y="44"/>
                  </a:moveTo>
                  <a:lnTo>
                    <a:pt x="61" y="46"/>
                  </a:lnTo>
                  <a:lnTo>
                    <a:pt x="55" y="49"/>
                  </a:lnTo>
                  <a:lnTo>
                    <a:pt x="50" y="54"/>
                  </a:lnTo>
                  <a:lnTo>
                    <a:pt x="47" y="60"/>
                  </a:lnTo>
                  <a:lnTo>
                    <a:pt x="45" y="68"/>
                  </a:lnTo>
                  <a:lnTo>
                    <a:pt x="47" y="76"/>
                  </a:lnTo>
                  <a:lnTo>
                    <a:pt x="50" y="80"/>
                  </a:lnTo>
                  <a:lnTo>
                    <a:pt x="55" y="87"/>
                  </a:lnTo>
                  <a:lnTo>
                    <a:pt x="61" y="90"/>
                  </a:lnTo>
                  <a:lnTo>
                    <a:pt x="67" y="90"/>
                  </a:lnTo>
                  <a:lnTo>
                    <a:pt x="75" y="90"/>
                  </a:lnTo>
                  <a:lnTo>
                    <a:pt x="82" y="87"/>
                  </a:lnTo>
                  <a:lnTo>
                    <a:pt x="86" y="80"/>
                  </a:lnTo>
                  <a:lnTo>
                    <a:pt x="89" y="76"/>
                  </a:lnTo>
                  <a:lnTo>
                    <a:pt x="91" y="68"/>
                  </a:lnTo>
                  <a:lnTo>
                    <a:pt x="89" y="60"/>
                  </a:lnTo>
                  <a:lnTo>
                    <a:pt x="86" y="54"/>
                  </a:lnTo>
                  <a:lnTo>
                    <a:pt x="82" y="49"/>
                  </a:lnTo>
                  <a:lnTo>
                    <a:pt x="75" y="46"/>
                  </a:lnTo>
                  <a:lnTo>
                    <a:pt x="67" y="44"/>
                  </a:lnTo>
                  <a:close/>
                  <a:moveTo>
                    <a:pt x="67" y="0"/>
                  </a:moveTo>
                  <a:lnTo>
                    <a:pt x="89" y="3"/>
                  </a:lnTo>
                  <a:lnTo>
                    <a:pt x="108" y="13"/>
                  </a:lnTo>
                  <a:lnTo>
                    <a:pt x="122" y="27"/>
                  </a:lnTo>
                  <a:lnTo>
                    <a:pt x="133" y="46"/>
                  </a:lnTo>
                  <a:lnTo>
                    <a:pt x="137" y="68"/>
                  </a:lnTo>
                  <a:lnTo>
                    <a:pt x="133" y="85"/>
                  </a:lnTo>
                  <a:lnTo>
                    <a:pt x="127" y="102"/>
                  </a:lnTo>
                  <a:lnTo>
                    <a:pt x="116" y="115"/>
                  </a:lnTo>
                  <a:lnTo>
                    <a:pt x="347" y="572"/>
                  </a:lnTo>
                  <a:lnTo>
                    <a:pt x="247" y="739"/>
                  </a:lnTo>
                  <a:lnTo>
                    <a:pt x="256" y="757"/>
                  </a:lnTo>
                  <a:lnTo>
                    <a:pt x="259" y="779"/>
                  </a:lnTo>
                  <a:lnTo>
                    <a:pt x="256" y="800"/>
                  </a:lnTo>
                  <a:lnTo>
                    <a:pt x="247" y="819"/>
                  </a:lnTo>
                  <a:lnTo>
                    <a:pt x="232" y="834"/>
                  </a:lnTo>
                  <a:lnTo>
                    <a:pt x="214" y="844"/>
                  </a:lnTo>
                  <a:lnTo>
                    <a:pt x="192" y="847"/>
                  </a:lnTo>
                  <a:lnTo>
                    <a:pt x="170" y="844"/>
                  </a:lnTo>
                  <a:lnTo>
                    <a:pt x="151" y="834"/>
                  </a:lnTo>
                  <a:lnTo>
                    <a:pt x="137" y="819"/>
                  </a:lnTo>
                  <a:lnTo>
                    <a:pt x="127" y="800"/>
                  </a:lnTo>
                  <a:lnTo>
                    <a:pt x="124" y="779"/>
                  </a:lnTo>
                  <a:lnTo>
                    <a:pt x="127" y="757"/>
                  </a:lnTo>
                  <a:lnTo>
                    <a:pt x="137" y="739"/>
                  </a:lnTo>
                  <a:lnTo>
                    <a:pt x="151" y="724"/>
                  </a:lnTo>
                  <a:lnTo>
                    <a:pt x="170" y="713"/>
                  </a:lnTo>
                  <a:lnTo>
                    <a:pt x="192" y="710"/>
                  </a:lnTo>
                  <a:lnTo>
                    <a:pt x="199" y="712"/>
                  </a:lnTo>
                  <a:lnTo>
                    <a:pt x="207" y="713"/>
                  </a:lnTo>
                  <a:lnTo>
                    <a:pt x="295" y="570"/>
                  </a:lnTo>
                  <a:lnTo>
                    <a:pt x="77" y="135"/>
                  </a:lnTo>
                  <a:lnTo>
                    <a:pt x="67" y="135"/>
                  </a:lnTo>
                  <a:lnTo>
                    <a:pt x="47" y="132"/>
                  </a:lnTo>
                  <a:lnTo>
                    <a:pt x="28" y="123"/>
                  </a:lnTo>
                  <a:lnTo>
                    <a:pt x="12" y="109"/>
                  </a:lnTo>
                  <a:lnTo>
                    <a:pt x="3" y="90"/>
                  </a:lnTo>
                  <a:lnTo>
                    <a:pt x="0" y="68"/>
                  </a:lnTo>
                  <a:lnTo>
                    <a:pt x="3" y="46"/>
                  </a:lnTo>
                  <a:lnTo>
                    <a:pt x="12" y="27"/>
                  </a:lnTo>
                  <a:lnTo>
                    <a:pt x="28" y="13"/>
                  </a:lnTo>
                  <a:lnTo>
                    <a:pt x="47" y="3"/>
                  </a:lnTo>
                  <a:lnTo>
                    <a:pt x="67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4397374" y="2765425"/>
              <a:ext cx="1236663" cy="700088"/>
            </a:xfrm>
            <a:custGeom>
              <a:avLst/>
              <a:gdLst/>
              <a:ahLst/>
              <a:cxnLst/>
              <a:rect l="l" t="t" r="r" b="b"/>
              <a:pathLst>
                <a:path w="779" h="441">
                  <a:moveTo>
                    <a:pt x="69" y="350"/>
                  </a:moveTo>
                  <a:lnTo>
                    <a:pt x="61" y="352"/>
                  </a:lnTo>
                  <a:lnTo>
                    <a:pt x="55" y="355"/>
                  </a:lnTo>
                  <a:lnTo>
                    <a:pt x="50" y="360"/>
                  </a:lnTo>
                  <a:lnTo>
                    <a:pt x="47" y="366"/>
                  </a:lnTo>
                  <a:lnTo>
                    <a:pt x="46" y="374"/>
                  </a:lnTo>
                  <a:lnTo>
                    <a:pt x="47" y="380"/>
                  </a:lnTo>
                  <a:lnTo>
                    <a:pt x="50" y="386"/>
                  </a:lnTo>
                  <a:lnTo>
                    <a:pt x="55" y="391"/>
                  </a:lnTo>
                  <a:lnTo>
                    <a:pt x="61" y="394"/>
                  </a:lnTo>
                  <a:lnTo>
                    <a:pt x="69" y="396"/>
                  </a:lnTo>
                  <a:lnTo>
                    <a:pt x="76" y="394"/>
                  </a:lnTo>
                  <a:lnTo>
                    <a:pt x="82" y="391"/>
                  </a:lnTo>
                  <a:lnTo>
                    <a:pt x="87" y="386"/>
                  </a:lnTo>
                  <a:lnTo>
                    <a:pt x="90" y="380"/>
                  </a:lnTo>
                  <a:lnTo>
                    <a:pt x="91" y="374"/>
                  </a:lnTo>
                  <a:lnTo>
                    <a:pt x="90" y="366"/>
                  </a:lnTo>
                  <a:lnTo>
                    <a:pt x="87" y="360"/>
                  </a:lnTo>
                  <a:lnTo>
                    <a:pt x="82" y="355"/>
                  </a:lnTo>
                  <a:lnTo>
                    <a:pt x="76" y="352"/>
                  </a:lnTo>
                  <a:lnTo>
                    <a:pt x="69" y="350"/>
                  </a:lnTo>
                  <a:close/>
                  <a:moveTo>
                    <a:pt x="712" y="45"/>
                  </a:moveTo>
                  <a:lnTo>
                    <a:pt x="704" y="47"/>
                  </a:lnTo>
                  <a:lnTo>
                    <a:pt x="698" y="50"/>
                  </a:lnTo>
                  <a:lnTo>
                    <a:pt x="693" y="55"/>
                  </a:lnTo>
                  <a:lnTo>
                    <a:pt x="690" y="61"/>
                  </a:lnTo>
                  <a:lnTo>
                    <a:pt x="690" y="67"/>
                  </a:lnTo>
                  <a:lnTo>
                    <a:pt x="690" y="75"/>
                  </a:lnTo>
                  <a:lnTo>
                    <a:pt x="693" y="82"/>
                  </a:lnTo>
                  <a:lnTo>
                    <a:pt x="698" y="86"/>
                  </a:lnTo>
                  <a:lnTo>
                    <a:pt x="704" y="89"/>
                  </a:lnTo>
                  <a:lnTo>
                    <a:pt x="712" y="91"/>
                  </a:lnTo>
                  <a:lnTo>
                    <a:pt x="720" y="89"/>
                  </a:lnTo>
                  <a:lnTo>
                    <a:pt x="726" y="86"/>
                  </a:lnTo>
                  <a:lnTo>
                    <a:pt x="731" y="82"/>
                  </a:lnTo>
                  <a:lnTo>
                    <a:pt x="734" y="75"/>
                  </a:lnTo>
                  <a:lnTo>
                    <a:pt x="735" y="67"/>
                  </a:lnTo>
                  <a:lnTo>
                    <a:pt x="734" y="61"/>
                  </a:lnTo>
                  <a:lnTo>
                    <a:pt x="731" y="55"/>
                  </a:lnTo>
                  <a:lnTo>
                    <a:pt x="726" y="50"/>
                  </a:lnTo>
                  <a:lnTo>
                    <a:pt x="720" y="47"/>
                  </a:lnTo>
                  <a:lnTo>
                    <a:pt x="712" y="45"/>
                  </a:lnTo>
                  <a:close/>
                  <a:moveTo>
                    <a:pt x="712" y="0"/>
                  </a:moveTo>
                  <a:lnTo>
                    <a:pt x="734" y="3"/>
                  </a:lnTo>
                  <a:lnTo>
                    <a:pt x="753" y="12"/>
                  </a:lnTo>
                  <a:lnTo>
                    <a:pt x="767" y="28"/>
                  </a:lnTo>
                  <a:lnTo>
                    <a:pt x="776" y="47"/>
                  </a:lnTo>
                  <a:lnTo>
                    <a:pt x="779" y="67"/>
                  </a:lnTo>
                  <a:lnTo>
                    <a:pt x="776" y="89"/>
                  </a:lnTo>
                  <a:lnTo>
                    <a:pt x="767" y="108"/>
                  </a:lnTo>
                  <a:lnTo>
                    <a:pt x="753" y="122"/>
                  </a:lnTo>
                  <a:lnTo>
                    <a:pt x="734" y="133"/>
                  </a:lnTo>
                  <a:lnTo>
                    <a:pt x="712" y="137"/>
                  </a:lnTo>
                  <a:lnTo>
                    <a:pt x="688" y="132"/>
                  </a:lnTo>
                  <a:lnTo>
                    <a:pt x="668" y="121"/>
                  </a:lnTo>
                  <a:lnTo>
                    <a:pt x="654" y="104"/>
                  </a:lnTo>
                  <a:lnTo>
                    <a:pt x="281" y="179"/>
                  </a:lnTo>
                  <a:lnTo>
                    <a:pt x="131" y="342"/>
                  </a:lnTo>
                  <a:lnTo>
                    <a:pt x="135" y="358"/>
                  </a:lnTo>
                  <a:lnTo>
                    <a:pt x="137" y="374"/>
                  </a:lnTo>
                  <a:lnTo>
                    <a:pt x="134" y="394"/>
                  </a:lnTo>
                  <a:lnTo>
                    <a:pt x="124" y="413"/>
                  </a:lnTo>
                  <a:lnTo>
                    <a:pt x="109" y="429"/>
                  </a:lnTo>
                  <a:lnTo>
                    <a:pt x="90" y="438"/>
                  </a:lnTo>
                  <a:lnTo>
                    <a:pt x="69" y="441"/>
                  </a:lnTo>
                  <a:lnTo>
                    <a:pt x="47" y="438"/>
                  </a:lnTo>
                  <a:lnTo>
                    <a:pt x="28" y="429"/>
                  </a:lnTo>
                  <a:lnTo>
                    <a:pt x="14" y="413"/>
                  </a:lnTo>
                  <a:lnTo>
                    <a:pt x="5" y="394"/>
                  </a:lnTo>
                  <a:lnTo>
                    <a:pt x="0" y="374"/>
                  </a:lnTo>
                  <a:lnTo>
                    <a:pt x="5" y="352"/>
                  </a:lnTo>
                  <a:lnTo>
                    <a:pt x="14" y="333"/>
                  </a:lnTo>
                  <a:lnTo>
                    <a:pt x="28" y="319"/>
                  </a:lnTo>
                  <a:lnTo>
                    <a:pt x="47" y="308"/>
                  </a:lnTo>
                  <a:lnTo>
                    <a:pt x="69" y="305"/>
                  </a:lnTo>
                  <a:lnTo>
                    <a:pt x="83" y="306"/>
                  </a:lnTo>
                  <a:lnTo>
                    <a:pt x="98" y="311"/>
                  </a:lnTo>
                  <a:lnTo>
                    <a:pt x="258" y="138"/>
                  </a:lnTo>
                  <a:lnTo>
                    <a:pt x="644" y="58"/>
                  </a:lnTo>
                  <a:lnTo>
                    <a:pt x="652" y="34"/>
                  </a:lnTo>
                  <a:lnTo>
                    <a:pt x="668" y="17"/>
                  </a:lnTo>
                  <a:lnTo>
                    <a:pt x="688" y="5"/>
                  </a:lnTo>
                  <a:lnTo>
                    <a:pt x="712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911599" y="2552700"/>
              <a:ext cx="658813" cy="1878013"/>
            </a:xfrm>
            <a:custGeom>
              <a:avLst/>
              <a:gdLst/>
              <a:ahLst/>
              <a:cxnLst/>
              <a:rect l="l" t="t" r="r" b="b"/>
              <a:pathLst>
                <a:path w="415" h="1183">
                  <a:moveTo>
                    <a:pt x="96" y="1092"/>
                  </a:moveTo>
                  <a:lnTo>
                    <a:pt x="88" y="1092"/>
                  </a:lnTo>
                  <a:lnTo>
                    <a:pt x="82" y="1097"/>
                  </a:lnTo>
                  <a:lnTo>
                    <a:pt x="77" y="1102"/>
                  </a:lnTo>
                  <a:lnTo>
                    <a:pt x="74" y="1108"/>
                  </a:lnTo>
                  <a:lnTo>
                    <a:pt x="72" y="1114"/>
                  </a:lnTo>
                  <a:lnTo>
                    <a:pt x="74" y="1122"/>
                  </a:lnTo>
                  <a:lnTo>
                    <a:pt x="77" y="1128"/>
                  </a:lnTo>
                  <a:lnTo>
                    <a:pt x="82" y="1133"/>
                  </a:lnTo>
                  <a:lnTo>
                    <a:pt x="88" y="1136"/>
                  </a:lnTo>
                  <a:lnTo>
                    <a:pt x="96" y="1138"/>
                  </a:lnTo>
                  <a:lnTo>
                    <a:pt x="104" y="1136"/>
                  </a:lnTo>
                  <a:lnTo>
                    <a:pt x="108" y="1133"/>
                  </a:lnTo>
                  <a:lnTo>
                    <a:pt x="115" y="1128"/>
                  </a:lnTo>
                  <a:lnTo>
                    <a:pt x="118" y="1122"/>
                  </a:lnTo>
                  <a:lnTo>
                    <a:pt x="118" y="1114"/>
                  </a:lnTo>
                  <a:lnTo>
                    <a:pt x="118" y="1108"/>
                  </a:lnTo>
                  <a:lnTo>
                    <a:pt x="115" y="1102"/>
                  </a:lnTo>
                  <a:lnTo>
                    <a:pt x="108" y="1097"/>
                  </a:lnTo>
                  <a:lnTo>
                    <a:pt x="104" y="1092"/>
                  </a:lnTo>
                  <a:lnTo>
                    <a:pt x="96" y="1092"/>
                  </a:lnTo>
                  <a:close/>
                  <a:moveTo>
                    <a:pt x="287" y="46"/>
                  </a:moveTo>
                  <a:lnTo>
                    <a:pt x="280" y="47"/>
                  </a:lnTo>
                  <a:lnTo>
                    <a:pt x="273" y="51"/>
                  </a:lnTo>
                  <a:lnTo>
                    <a:pt x="269" y="55"/>
                  </a:lnTo>
                  <a:lnTo>
                    <a:pt x="265" y="62"/>
                  </a:lnTo>
                  <a:lnTo>
                    <a:pt x="264" y="69"/>
                  </a:lnTo>
                  <a:lnTo>
                    <a:pt x="265" y="76"/>
                  </a:lnTo>
                  <a:lnTo>
                    <a:pt x="269" y="82"/>
                  </a:lnTo>
                  <a:lnTo>
                    <a:pt x="273" y="87"/>
                  </a:lnTo>
                  <a:lnTo>
                    <a:pt x="280" y="90"/>
                  </a:lnTo>
                  <a:lnTo>
                    <a:pt x="287" y="91"/>
                  </a:lnTo>
                  <a:lnTo>
                    <a:pt x="294" y="90"/>
                  </a:lnTo>
                  <a:lnTo>
                    <a:pt x="300" y="87"/>
                  </a:lnTo>
                  <a:lnTo>
                    <a:pt x="306" y="82"/>
                  </a:lnTo>
                  <a:lnTo>
                    <a:pt x="309" y="76"/>
                  </a:lnTo>
                  <a:lnTo>
                    <a:pt x="309" y="69"/>
                  </a:lnTo>
                  <a:lnTo>
                    <a:pt x="309" y="62"/>
                  </a:lnTo>
                  <a:lnTo>
                    <a:pt x="306" y="55"/>
                  </a:lnTo>
                  <a:lnTo>
                    <a:pt x="300" y="51"/>
                  </a:lnTo>
                  <a:lnTo>
                    <a:pt x="294" y="47"/>
                  </a:lnTo>
                  <a:lnTo>
                    <a:pt x="287" y="46"/>
                  </a:lnTo>
                  <a:close/>
                  <a:moveTo>
                    <a:pt x="287" y="0"/>
                  </a:moveTo>
                  <a:lnTo>
                    <a:pt x="309" y="4"/>
                  </a:lnTo>
                  <a:lnTo>
                    <a:pt x="328" y="15"/>
                  </a:lnTo>
                  <a:lnTo>
                    <a:pt x="342" y="29"/>
                  </a:lnTo>
                  <a:lnTo>
                    <a:pt x="352" y="47"/>
                  </a:lnTo>
                  <a:lnTo>
                    <a:pt x="355" y="69"/>
                  </a:lnTo>
                  <a:lnTo>
                    <a:pt x="352" y="90"/>
                  </a:lnTo>
                  <a:lnTo>
                    <a:pt x="342" y="109"/>
                  </a:lnTo>
                  <a:lnTo>
                    <a:pt x="328" y="124"/>
                  </a:lnTo>
                  <a:lnTo>
                    <a:pt x="309" y="134"/>
                  </a:lnTo>
                  <a:lnTo>
                    <a:pt x="287" y="137"/>
                  </a:lnTo>
                  <a:lnTo>
                    <a:pt x="272" y="135"/>
                  </a:lnTo>
                  <a:lnTo>
                    <a:pt x="258" y="131"/>
                  </a:lnTo>
                  <a:lnTo>
                    <a:pt x="61" y="352"/>
                  </a:lnTo>
                  <a:lnTo>
                    <a:pt x="415" y="750"/>
                  </a:lnTo>
                  <a:lnTo>
                    <a:pt x="152" y="1076"/>
                  </a:lnTo>
                  <a:lnTo>
                    <a:pt x="160" y="1095"/>
                  </a:lnTo>
                  <a:lnTo>
                    <a:pt x="163" y="1114"/>
                  </a:lnTo>
                  <a:lnTo>
                    <a:pt x="160" y="1136"/>
                  </a:lnTo>
                  <a:lnTo>
                    <a:pt x="151" y="1155"/>
                  </a:lnTo>
                  <a:lnTo>
                    <a:pt x="137" y="1169"/>
                  </a:lnTo>
                  <a:lnTo>
                    <a:pt x="118" y="1179"/>
                  </a:lnTo>
                  <a:lnTo>
                    <a:pt x="96" y="1183"/>
                  </a:lnTo>
                  <a:lnTo>
                    <a:pt x="74" y="1179"/>
                  </a:lnTo>
                  <a:lnTo>
                    <a:pt x="55" y="1169"/>
                  </a:lnTo>
                  <a:lnTo>
                    <a:pt x="41" y="1155"/>
                  </a:lnTo>
                  <a:lnTo>
                    <a:pt x="31" y="1136"/>
                  </a:lnTo>
                  <a:lnTo>
                    <a:pt x="28" y="1114"/>
                  </a:lnTo>
                  <a:lnTo>
                    <a:pt x="31" y="1092"/>
                  </a:lnTo>
                  <a:lnTo>
                    <a:pt x="41" y="1075"/>
                  </a:lnTo>
                  <a:lnTo>
                    <a:pt x="55" y="1059"/>
                  </a:lnTo>
                  <a:lnTo>
                    <a:pt x="74" y="1050"/>
                  </a:lnTo>
                  <a:lnTo>
                    <a:pt x="96" y="1047"/>
                  </a:lnTo>
                  <a:lnTo>
                    <a:pt x="107" y="1047"/>
                  </a:lnTo>
                  <a:lnTo>
                    <a:pt x="116" y="1050"/>
                  </a:lnTo>
                  <a:lnTo>
                    <a:pt x="355" y="751"/>
                  </a:lnTo>
                  <a:lnTo>
                    <a:pt x="0" y="352"/>
                  </a:lnTo>
                  <a:lnTo>
                    <a:pt x="226" y="98"/>
                  </a:lnTo>
                  <a:lnTo>
                    <a:pt x="221" y="84"/>
                  </a:lnTo>
                  <a:lnTo>
                    <a:pt x="218" y="69"/>
                  </a:lnTo>
                  <a:lnTo>
                    <a:pt x="223" y="47"/>
                  </a:lnTo>
                  <a:lnTo>
                    <a:pt x="232" y="29"/>
                  </a:lnTo>
                  <a:lnTo>
                    <a:pt x="247" y="15"/>
                  </a:lnTo>
                  <a:lnTo>
                    <a:pt x="265" y="4"/>
                  </a:lnTo>
                  <a:lnTo>
                    <a:pt x="287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295774" y="3460750"/>
              <a:ext cx="693738" cy="1087438"/>
            </a:xfrm>
            <a:custGeom>
              <a:avLst/>
              <a:gdLst/>
              <a:ahLst/>
              <a:cxnLst/>
              <a:rect l="l" t="t" r="r" b="b"/>
              <a:pathLst>
                <a:path w="437" h="685">
                  <a:moveTo>
                    <a:pt x="67" y="594"/>
                  </a:moveTo>
                  <a:lnTo>
                    <a:pt x="61" y="596"/>
                  </a:lnTo>
                  <a:lnTo>
                    <a:pt x="55" y="599"/>
                  </a:lnTo>
                  <a:lnTo>
                    <a:pt x="50" y="603"/>
                  </a:lnTo>
                  <a:lnTo>
                    <a:pt x="47" y="610"/>
                  </a:lnTo>
                  <a:lnTo>
                    <a:pt x="45" y="618"/>
                  </a:lnTo>
                  <a:lnTo>
                    <a:pt x="47" y="624"/>
                  </a:lnTo>
                  <a:lnTo>
                    <a:pt x="50" y="630"/>
                  </a:lnTo>
                  <a:lnTo>
                    <a:pt x="55" y="635"/>
                  </a:lnTo>
                  <a:lnTo>
                    <a:pt x="61" y="638"/>
                  </a:lnTo>
                  <a:lnTo>
                    <a:pt x="67" y="640"/>
                  </a:lnTo>
                  <a:lnTo>
                    <a:pt x="75" y="638"/>
                  </a:lnTo>
                  <a:lnTo>
                    <a:pt x="81" y="635"/>
                  </a:lnTo>
                  <a:lnTo>
                    <a:pt x="86" y="630"/>
                  </a:lnTo>
                  <a:lnTo>
                    <a:pt x="89" y="624"/>
                  </a:lnTo>
                  <a:lnTo>
                    <a:pt x="91" y="618"/>
                  </a:lnTo>
                  <a:lnTo>
                    <a:pt x="89" y="610"/>
                  </a:lnTo>
                  <a:lnTo>
                    <a:pt x="86" y="603"/>
                  </a:lnTo>
                  <a:lnTo>
                    <a:pt x="81" y="599"/>
                  </a:lnTo>
                  <a:lnTo>
                    <a:pt x="75" y="596"/>
                  </a:lnTo>
                  <a:lnTo>
                    <a:pt x="67" y="594"/>
                  </a:lnTo>
                  <a:close/>
                  <a:moveTo>
                    <a:pt x="276" y="46"/>
                  </a:moveTo>
                  <a:lnTo>
                    <a:pt x="268" y="47"/>
                  </a:lnTo>
                  <a:lnTo>
                    <a:pt x="262" y="50"/>
                  </a:lnTo>
                  <a:lnTo>
                    <a:pt x="257" y="55"/>
                  </a:lnTo>
                  <a:lnTo>
                    <a:pt x="254" y="61"/>
                  </a:lnTo>
                  <a:lnTo>
                    <a:pt x="253" y="68"/>
                  </a:lnTo>
                  <a:lnTo>
                    <a:pt x="254" y="76"/>
                  </a:lnTo>
                  <a:lnTo>
                    <a:pt x="257" y="82"/>
                  </a:lnTo>
                  <a:lnTo>
                    <a:pt x="262" y="87"/>
                  </a:lnTo>
                  <a:lnTo>
                    <a:pt x="268" y="90"/>
                  </a:lnTo>
                  <a:lnTo>
                    <a:pt x="276" y="91"/>
                  </a:lnTo>
                  <a:lnTo>
                    <a:pt x="283" y="90"/>
                  </a:lnTo>
                  <a:lnTo>
                    <a:pt x="289" y="87"/>
                  </a:lnTo>
                  <a:lnTo>
                    <a:pt x="294" y="82"/>
                  </a:lnTo>
                  <a:lnTo>
                    <a:pt x="297" y="76"/>
                  </a:lnTo>
                  <a:lnTo>
                    <a:pt x="298" y="68"/>
                  </a:lnTo>
                  <a:lnTo>
                    <a:pt x="297" y="61"/>
                  </a:lnTo>
                  <a:lnTo>
                    <a:pt x="294" y="55"/>
                  </a:lnTo>
                  <a:lnTo>
                    <a:pt x="289" y="50"/>
                  </a:lnTo>
                  <a:lnTo>
                    <a:pt x="283" y="47"/>
                  </a:lnTo>
                  <a:lnTo>
                    <a:pt x="276" y="46"/>
                  </a:lnTo>
                  <a:close/>
                  <a:moveTo>
                    <a:pt x="276" y="0"/>
                  </a:moveTo>
                  <a:lnTo>
                    <a:pt x="297" y="3"/>
                  </a:lnTo>
                  <a:lnTo>
                    <a:pt x="316" y="13"/>
                  </a:lnTo>
                  <a:lnTo>
                    <a:pt x="331" y="28"/>
                  </a:lnTo>
                  <a:lnTo>
                    <a:pt x="341" y="47"/>
                  </a:lnTo>
                  <a:lnTo>
                    <a:pt x="344" y="68"/>
                  </a:lnTo>
                  <a:lnTo>
                    <a:pt x="342" y="87"/>
                  </a:lnTo>
                  <a:lnTo>
                    <a:pt x="334" y="102"/>
                  </a:lnTo>
                  <a:lnTo>
                    <a:pt x="437" y="211"/>
                  </a:lnTo>
                  <a:lnTo>
                    <a:pt x="125" y="581"/>
                  </a:lnTo>
                  <a:lnTo>
                    <a:pt x="133" y="599"/>
                  </a:lnTo>
                  <a:lnTo>
                    <a:pt x="136" y="618"/>
                  </a:lnTo>
                  <a:lnTo>
                    <a:pt x="133" y="638"/>
                  </a:lnTo>
                  <a:lnTo>
                    <a:pt x="122" y="657"/>
                  </a:lnTo>
                  <a:lnTo>
                    <a:pt x="108" y="673"/>
                  </a:lnTo>
                  <a:lnTo>
                    <a:pt x="89" y="682"/>
                  </a:lnTo>
                  <a:lnTo>
                    <a:pt x="67" y="685"/>
                  </a:lnTo>
                  <a:lnTo>
                    <a:pt x="47" y="682"/>
                  </a:lnTo>
                  <a:lnTo>
                    <a:pt x="28" y="673"/>
                  </a:lnTo>
                  <a:lnTo>
                    <a:pt x="12" y="657"/>
                  </a:lnTo>
                  <a:lnTo>
                    <a:pt x="3" y="638"/>
                  </a:lnTo>
                  <a:lnTo>
                    <a:pt x="0" y="618"/>
                  </a:lnTo>
                  <a:lnTo>
                    <a:pt x="3" y="596"/>
                  </a:lnTo>
                  <a:lnTo>
                    <a:pt x="12" y="577"/>
                  </a:lnTo>
                  <a:lnTo>
                    <a:pt x="28" y="563"/>
                  </a:lnTo>
                  <a:lnTo>
                    <a:pt x="47" y="553"/>
                  </a:lnTo>
                  <a:lnTo>
                    <a:pt x="67" y="548"/>
                  </a:lnTo>
                  <a:lnTo>
                    <a:pt x="80" y="550"/>
                  </a:lnTo>
                  <a:lnTo>
                    <a:pt x="91" y="553"/>
                  </a:lnTo>
                  <a:lnTo>
                    <a:pt x="375" y="212"/>
                  </a:lnTo>
                  <a:lnTo>
                    <a:pt x="300" y="132"/>
                  </a:lnTo>
                  <a:lnTo>
                    <a:pt x="292" y="134"/>
                  </a:lnTo>
                  <a:lnTo>
                    <a:pt x="284" y="135"/>
                  </a:lnTo>
                  <a:lnTo>
                    <a:pt x="276" y="137"/>
                  </a:lnTo>
                  <a:lnTo>
                    <a:pt x="254" y="134"/>
                  </a:lnTo>
                  <a:lnTo>
                    <a:pt x="235" y="123"/>
                  </a:lnTo>
                  <a:lnTo>
                    <a:pt x="221" y="109"/>
                  </a:lnTo>
                  <a:lnTo>
                    <a:pt x="210" y="90"/>
                  </a:lnTo>
                  <a:lnTo>
                    <a:pt x="207" y="68"/>
                  </a:lnTo>
                  <a:lnTo>
                    <a:pt x="210" y="47"/>
                  </a:lnTo>
                  <a:lnTo>
                    <a:pt x="221" y="28"/>
                  </a:lnTo>
                  <a:lnTo>
                    <a:pt x="235" y="13"/>
                  </a:lnTo>
                  <a:lnTo>
                    <a:pt x="254" y="3"/>
                  </a:lnTo>
                  <a:lnTo>
                    <a:pt x="276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598987" y="4233863"/>
              <a:ext cx="2139950" cy="850900"/>
            </a:xfrm>
            <a:custGeom>
              <a:avLst/>
              <a:gdLst/>
              <a:ahLst/>
              <a:cxnLst/>
              <a:rect l="l" t="t" r="r" b="b"/>
              <a:pathLst>
                <a:path w="1348" h="536">
                  <a:moveTo>
                    <a:pt x="1279" y="198"/>
                  </a:moveTo>
                  <a:lnTo>
                    <a:pt x="1273" y="200"/>
                  </a:lnTo>
                  <a:lnTo>
                    <a:pt x="1267" y="203"/>
                  </a:lnTo>
                  <a:lnTo>
                    <a:pt x="1262" y="208"/>
                  </a:lnTo>
                  <a:lnTo>
                    <a:pt x="1259" y="214"/>
                  </a:lnTo>
                  <a:lnTo>
                    <a:pt x="1257" y="222"/>
                  </a:lnTo>
                  <a:lnTo>
                    <a:pt x="1259" y="228"/>
                  </a:lnTo>
                  <a:lnTo>
                    <a:pt x="1262" y="234"/>
                  </a:lnTo>
                  <a:lnTo>
                    <a:pt x="1267" y="239"/>
                  </a:lnTo>
                  <a:lnTo>
                    <a:pt x="1273" y="242"/>
                  </a:lnTo>
                  <a:lnTo>
                    <a:pt x="1279" y="244"/>
                  </a:lnTo>
                  <a:lnTo>
                    <a:pt x="1287" y="242"/>
                  </a:lnTo>
                  <a:lnTo>
                    <a:pt x="1293" y="239"/>
                  </a:lnTo>
                  <a:lnTo>
                    <a:pt x="1298" y="234"/>
                  </a:lnTo>
                  <a:lnTo>
                    <a:pt x="1301" y="228"/>
                  </a:lnTo>
                  <a:lnTo>
                    <a:pt x="1303" y="222"/>
                  </a:lnTo>
                  <a:lnTo>
                    <a:pt x="1301" y="214"/>
                  </a:lnTo>
                  <a:lnTo>
                    <a:pt x="1298" y="208"/>
                  </a:lnTo>
                  <a:lnTo>
                    <a:pt x="1293" y="203"/>
                  </a:lnTo>
                  <a:lnTo>
                    <a:pt x="1287" y="200"/>
                  </a:lnTo>
                  <a:lnTo>
                    <a:pt x="1279" y="198"/>
                  </a:lnTo>
                  <a:close/>
                  <a:moveTo>
                    <a:pt x="68" y="46"/>
                  </a:moveTo>
                  <a:lnTo>
                    <a:pt x="62" y="47"/>
                  </a:lnTo>
                  <a:lnTo>
                    <a:pt x="55" y="50"/>
                  </a:lnTo>
                  <a:lnTo>
                    <a:pt x="51" y="55"/>
                  </a:lnTo>
                  <a:lnTo>
                    <a:pt x="48" y="61"/>
                  </a:lnTo>
                  <a:lnTo>
                    <a:pt x="46" y="68"/>
                  </a:lnTo>
                  <a:lnTo>
                    <a:pt x="48" y="76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2" y="90"/>
                  </a:lnTo>
                  <a:lnTo>
                    <a:pt x="68" y="91"/>
                  </a:lnTo>
                  <a:lnTo>
                    <a:pt x="76" y="90"/>
                  </a:lnTo>
                  <a:lnTo>
                    <a:pt x="82" y="87"/>
                  </a:lnTo>
                  <a:lnTo>
                    <a:pt x="87" y="82"/>
                  </a:lnTo>
                  <a:lnTo>
                    <a:pt x="90" y="76"/>
                  </a:lnTo>
                  <a:lnTo>
                    <a:pt x="92" y="68"/>
                  </a:lnTo>
                  <a:lnTo>
                    <a:pt x="90" y="61"/>
                  </a:lnTo>
                  <a:lnTo>
                    <a:pt x="87" y="55"/>
                  </a:lnTo>
                  <a:lnTo>
                    <a:pt x="82" y="50"/>
                  </a:lnTo>
                  <a:lnTo>
                    <a:pt x="76" y="47"/>
                  </a:lnTo>
                  <a:lnTo>
                    <a:pt x="68" y="46"/>
                  </a:lnTo>
                  <a:close/>
                  <a:moveTo>
                    <a:pt x="68" y="0"/>
                  </a:moveTo>
                  <a:lnTo>
                    <a:pt x="90" y="3"/>
                  </a:lnTo>
                  <a:lnTo>
                    <a:pt x="109" y="13"/>
                  </a:lnTo>
                  <a:lnTo>
                    <a:pt x="123" y="28"/>
                  </a:lnTo>
                  <a:lnTo>
                    <a:pt x="134" y="47"/>
                  </a:lnTo>
                  <a:lnTo>
                    <a:pt x="137" y="68"/>
                  </a:lnTo>
                  <a:lnTo>
                    <a:pt x="136" y="79"/>
                  </a:lnTo>
                  <a:lnTo>
                    <a:pt x="134" y="88"/>
                  </a:lnTo>
                  <a:lnTo>
                    <a:pt x="549" y="484"/>
                  </a:lnTo>
                  <a:lnTo>
                    <a:pt x="1212" y="226"/>
                  </a:lnTo>
                  <a:lnTo>
                    <a:pt x="1212" y="222"/>
                  </a:lnTo>
                  <a:lnTo>
                    <a:pt x="1215" y="200"/>
                  </a:lnTo>
                  <a:lnTo>
                    <a:pt x="1224" y="181"/>
                  </a:lnTo>
                  <a:lnTo>
                    <a:pt x="1240" y="167"/>
                  </a:lnTo>
                  <a:lnTo>
                    <a:pt x="1259" y="156"/>
                  </a:lnTo>
                  <a:lnTo>
                    <a:pt x="1279" y="153"/>
                  </a:lnTo>
                  <a:lnTo>
                    <a:pt x="1301" y="156"/>
                  </a:lnTo>
                  <a:lnTo>
                    <a:pt x="1320" y="167"/>
                  </a:lnTo>
                  <a:lnTo>
                    <a:pt x="1334" y="181"/>
                  </a:lnTo>
                  <a:lnTo>
                    <a:pt x="1345" y="200"/>
                  </a:lnTo>
                  <a:lnTo>
                    <a:pt x="1348" y="222"/>
                  </a:lnTo>
                  <a:lnTo>
                    <a:pt x="1345" y="242"/>
                  </a:lnTo>
                  <a:lnTo>
                    <a:pt x="1334" y="261"/>
                  </a:lnTo>
                  <a:lnTo>
                    <a:pt x="1320" y="277"/>
                  </a:lnTo>
                  <a:lnTo>
                    <a:pt x="1301" y="286"/>
                  </a:lnTo>
                  <a:lnTo>
                    <a:pt x="1279" y="289"/>
                  </a:lnTo>
                  <a:lnTo>
                    <a:pt x="1260" y="286"/>
                  </a:lnTo>
                  <a:lnTo>
                    <a:pt x="1245" y="280"/>
                  </a:lnTo>
                  <a:lnTo>
                    <a:pt x="1230" y="267"/>
                  </a:lnTo>
                  <a:lnTo>
                    <a:pt x="538" y="536"/>
                  </a:lnTo>
                  <a:lnTo>
                    <a:pt x="106" y="126"/>
                  </a:lnTo>
                  <a:lnTo>
                    <a:pt x="88" y="134"/>
                  </a:lnTo>
                  <a:lnTo>
                    <a:pt x="68" y="137"/>
                  </a:lnTo>
                  <a:lnTo>
                    <a:pt x="48" y="134"/>
                  </a:lnTo>
                  <a:lnTo>
                    <a:pt x="29" y="124"/>
                  </a:lnTo>
                  <a:lnTo>
                    <a:pt x="13" y="109"/>
                  </a:lnTo>
                  <a:lnTo>
                    <a:pt x="4" y="90"/>
                  </a:lnTo>
                  <a:lnTo>
                    <a:pt x="0" y="68"/>
                  </a:lnTo>
                  <a:lnTo>
                    <a:pt x="4" y="47"/>
                  </a:lnTo>
                  <a:lnTo>
                    <a:pt x="13" y="28"/>
                  </a:lnTo>
                  <a:lnTo>
                    <a:pt x="29" y="13"/>
                  </a:lnTo>
                  <a:lnTo>
                    <a:pt x="48" y="3"/>
                  </a:lnTo>
                  <a:lnTo>
                    <a:pt x="68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883399" y="5499100"/>
              <a:ext cx="484188" cy="482600"/>
            </a:xfrm>
            <a:custGeom>
              <a:avLst/>
              <a:gdLst/>
              <a:ahLst/>
              <a:cxnLst/>
              <a:rect l="l" t="t" r="r" b="b"/>
              <a:pathLst>
                <a:path w="305" h="304">
                  <a:moveTo>
                    <a:pt x="238" y="213"/>
                  </a:moveTo>
                  <a:lnTo>
                    <a:pt x="230" y="215"/>
                  </a:lnTo>
                  <a:lnTo>
                    <a:pt x="223" y="218"/>
                  </a:lnTo>
                  <a:lnTo>
                    <a:pt x="219" y="223"/>
                  </a:lnTo>
                  <a:lnTo>
                    <a:pt x="216" y="229"/>
                  </a:lnTo>
                  <a:lnTo>
                    <a:pt x="214" y="235"/>
                  </a:lnTo>
                  <a:lnTo>
                    <a:pt x="216" y="243"/>
                  </a:lnTo>
                  <a:lnTo>
                    <a:pt x="219" y="249"/>
                  </a:lnTo>
                  <a:lnTo>
                    <a:pt x="223" y="254"/>
                  </a:lnTo>
                  <a:lnTo>
                    <a:pt x="230" y="257"/>
                  </a:lnTo>
                  <a:lnTo>
                    <a:pt x="238" y="259"/>
                  </a:lnTo>
                  <a:lnTo>
                    <a:pt x="244" y="257"/>
                  </a:lnTo>
                  <a:lnTo>
                    <a:pt x="250" y="254"/>
                  </a:lnTo>
                  <a:lnTo>
                    <a:pt x="255" y="249"/>
                  </a:lnTo>
                  <a:lnTo>
                    <a:pt x="258" y="243"/>
                  </a:lnTo>
                  <a:lnTo>
                    <a:pt x="260" y="235"/>
                  </a:lnTo>
                  <a:lnTo>
                    <a:pt x="258" y="229"/>
                  </a:lnTo>
                  <a:lnTo>
                    <a:pt x="255" y="223"/>
                  </a:lnTo>
                  <a:lnTo>
                    <a:pt x="250" y="218"/>
                  </a:lnTo>
                  <a:lnTo>
                    <a:pt x="244" y="215"/>
                  </a:lnTo>
                  <a:lnTo>
                    <a:pt x="238" y="213"/>
                  </a:lnTo>
                  <a:close/>
                  <a:moveTo>
                    <a:pt x="68" y="44"/>
                  </a:moveTo>
                  <a:lnTo>
                    <a:pt x="62" y="45"/>
                  </a:lnTo>
                  <a:lnTo>
                    <a:pt x="55" y="48"/>
                  </a:lnTo>
                  <a:lnTo>
                    <a:pt x="49" y="53"/>
                  </a:lnTo>
                  <a:lnTo>
                    <a:pt x="46" y="59"/>
                  </a:lnTo>
                  <a:lnTo>
                    <a:pt x="46" y="67"/>
                  </a:lnTo>
                  <a:lnTo>
                    <a:pt x="46" y="75"/>
                  </a:lnTo>
                  <a:lnTo>
                    <a:pt x="49" y="80"/>
                  </a:lnTo>
                  <a:lnTo>
                    <a:pt x="55" y="86"/>
                  </a:lnTo>
                  <a:lnTo>
                    <a:pt x="62" y="89"/>
                  </a:lnTo>
                  <a:lnTo>
                    <a:pt x="68" y="89"/>
                  </a:lnTo>
                  <a:lnTo>
                    <a:pt x="76" y="89"/>
                  </a:lnTo>
                  <a:lnTo>
                    <a:pt x="82" y="86"/>
                  </a:lnTo>
                  <a:lnTo>
                    <a:pt x="87" y="80"/>
                  </a:lnTo>
                  <a:lnTo>
                    <a:pt x="90" y="75"/>
                  </a:lnTo>
                  <a:lnTo>
                    <a:pt x="92" y="67"/>
                  </a:lnTo>
                  <a:lnTo>
                    <a:pt x="90" y="59"/>
                  </a:lnTo>
                  <a:lnTo>
                    <a:pt x="87" y="53"/>
                  </a:lnTo>
                  <a:lnTo>
                    <a:pt x="82" y="48"/>
                  </a:lnTo>
                  <a:lnTo>
                    <a:pt x="76" y="45"/>
                  </a:lnTo>
                  <a:lnTo>
                    <a:pt x="68" y="44"/>
                  </a:lnTo>
                  <a:close/>
                  <a:moveTo>
                    <a:pt x="68" y="0"/>
                  </a:moveTo>
                  <a:lnTo>
                    <a:pt x="90" y="3"/>
                  </a:lnTo>
                  <a:lnTo>
                    <a:pt x="109" y="12"/>
                  </a:lnTo>
                  <a:lnTo>
                    <a:pt x="123" y="26"/>
                  </a:lnTo>
                  <a:lnTo>
                    <a:pt x="132" y="45"/>
                  </a:lnTo>
                  <a:lnTo>
                    <a:pt x="137" y="67"/>
                  </a:lnTo>
                  <a:lnTo>
                    <a:pt x="134" y="84"/>
                  </a:lnTo>
                  <a:lnTo>
                    <a:pt x="128" y="100"/>
                  </a:lnTo>
                  <a:lnTo>
                    <a:pt x="203" y="177"/>
                  </a:lnTo>
                  <a:lnTo>
                    <a:pt x="219" y="171"/>
                  </a:lnTo>
                  <a:lnTo>
                    <a:pt x="238" y="168"/>
                  </a:lnTo>
                  <a:lnTo>
                    <a:pt x="258" y="171"/>
                  </a:lnTo>
                  <a:lnTo>
                    <a:pt x="277" y="180"/>
                  </a:lnTo>
                  <a:lnTo>
                    <a:pt x="293" y="196"/>
                  </a:lnTo>
                  <a:lnTo>
                    <a:pt x="302" y="215"/>
                  </a:lnTo>
                  <a:lnTo>
                    <a:pt x="305" y="235"/>
                  </a:lnTo>
                  <a:lnTo>
                    <a:pt x="302" y="257"/>
                  </a:lnTo>
                  <a:lnTo>
                    <a:pt x="293" y="276"/>
                  </a:lnTo>
                  <a:lnTo>
                    <a:pt x="277" y="290"/>
                  </a:lnTo>
                  <a:lnTo>
                    <a:pt x="258" y="301"/>
                  </a:lnTo>
                  <a:lnTo>
                    <a:pt x="238" y="304"/>
                  </a:lnTo>
                  <a:lnTo>
                    <a:pt x="216" y="301"/>
                  </a:lnTo>
                  <a:lnTo>
                    <a:pt x="197" y="290"/>
                  </a:lnTo>
                  <a:lnTo>
                    <a:pt x="183" y="276"/>
                  </a:lnTo>
                  <a:lnTo>
                    <a:pt x="172" y="257"/>
                  </a:lnTo>
                  <a:lnTo>
                    <a:pt x="168" y="235"/>
                  </a:lnTo>
                  <a:lnTo>
                    <a:pt x="170" y="227"/>
                  </a:lnTo>
                  <a:lnTo>
                    <a:pt x="172" y="220"/>
                  </a:lnTo>
                  <a:lnTo>
                    <a:pt x="173" y="212"/>
                  </a:lnTo>
                  <a:lnTo>
                    <a:pt x="93" y="130"/>
                  </a:lnTo>
                  <a:lnTo>
                    <a:pt x="82" y="135"/>
                  </a:lnTo>
                  <a:lnTo>
                    <a:pt x="68" y="135"/>
                  </a:lnTo>
                  <a:lnTo>
                    <a:pt x="46" y="132"/>
                  </a:lnTo>
                  <a:lnTo>
                    <a:pt x="29" y="122"/>
                  </a:lnTo>
                  <a:lnTo>
                    <a:pt x="13" y="108"/>
                  </a:lnTo>
                  <a:lnTo>
                    <a:pt x="4" y="89"/>
                  </a:lnTo>
                  <a:lnTo>
                    <a:pt x="0" y="67"/>
                  </a:lnTo>
                  <a:lnTo>
                    <a:pt x="4" y="45"/>
                  </a:lnTo>
                  <a:lnTo>
                    <a:pt x="13" y="26"/>
                  </a:lnTo>
                  <a:lnTo>
                    <a:pt x="29" y="12"/>
                  </a:lnTo>
                  <a:lnTo>
                    <a:pt x="46" y="3"/>
                  </a:lnTo>
                  <a:lnTo>
                    <a:pt x="68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000749" y="2954338"/>
              <a:ext cx="1284288" cy="417513"/>
            </a:xfrm>
            <a:custGeom>
              <a:avLst/>
              <a:gdLst/>
              <a:ahLst/>
              <a:cxnLst/>
              <a:rect l="l" t="t" r="r" b="b"/>
              <a:pathLst>
                <a:path w="809" h="263">
                  <a:moveTo>
                    <a:pt x="742" y="73"/>
                  </a:moveTo>
                  <a:lnTo>
                    <a:pt x="734" y="74"/>
                  </a:lnTo>
                  <a:lnTo>
                    <a:pt x="728" y="77"/>
                  </a:lnTo>
                  <a:lnTo>
                    <a:pt x="723" y="82"/>
                  </a:lnTo>
                  <a:lnTo>
                    <a:pt x="720" y="88"/>
                  </a:lnTo>
                  <a:lnTo>
                    <a:pt x="718" y="95"/>
                  </a:lnTo>
                  <a:lnTo>
                    <a:pt x="720" y="101"/>
                  </a:lnTo>
                  <a:lnTo>
                    <a:pt x="720" y="102"/>
                  </a:lnTo>
                  <a:lnTo>
                    <a:pt x="723" y="109"/>
                  </a:lnTo>
                  <a:lnTo>
                    <a:pt x="728" y="113"/>
                  </a:lnTo>
                  <a:lnTo>
                    <a:pt x="734" y="117"/>
                  </a:lnTo>
                  <a:lnTo>
                    <a:pt x="742" y="118"/>
                  </a:lnTo>
                  <a:lnTo>
                    <a:pt x="748" y="117"/>
                  </a:lnTo>
                  <a:lnTo>
                    <a:pt x="754" y="113"/>
                  </a:lnTo>
                  <a:lnTo>
                    <a:pt x="759" y="109"/>
                  </a:lnTo>
                  <a:lnTo>
                    <a:pt x="762" y="102"/>
                  </a:lnTo>
                  <a:lnTo>
                    <a:pt x="764" y="95"/>
                  </a:lnTo>
                  <a:lnTo>
                    <a:pt x="762" y="88"/>
                  </a:lnTo>
                  <a:lnTo>
                    <a:pt x="759" y="82"/>
                  </a:lnTo>
                  <a:lnTo>
                    <a:pt x="754" y="77"/>
                  </a:lnTo>
                  <a:lnTo>
                    <a:pt x="748" y="74"/>
                  </a:lnTo>
                  <a:lnTo>
                    <a:pt x="742" y="73"/>
                  </a:lnTo>
                  <a:close/>
                  <a:moveTo>
                    <a:pt x="69" y="46"/>
                  </a:moveTo>
                  <a:lnTo>
                    <a:pt x="62" y="47"/>
                  </a:lnTo>
                  <a:lnTo>
                    <a:pt x="55" y="51"/>
                  </a:lnTo>
                  <a:lnTo>
                    <a:pt x="51" y="55"/>
                  </a:lnTo>
                  <a:lnTo>
                    <a:pt x="47" y="62"/>
                  </a:lnTo>
                  <a:lnTo>
                    <a:pt x="46" y="69"/>
                  </a:lnTo>
                  <a:lnTo>
                    <a:pt x="47" y="76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2" y="91"/>
                  </a:lnTo>
                  <a:lnTo>
                    <a:pt x="69" y="91"/>
                  </a:lnTo>
                  <a:lnTo>
                    <a:pt x="76" y="91"/>
                  </a:lnTo>
                  <a:lnTo>
                    <a:pt x="82" y="87"/>
                  </a:lnTo>
                  <a:lnTo>
                    <a:pt x="87" y="82"/>
                  </a:lnTo>
                  <a:lnTo>
                    <a:pt x="90" y="76"/>
                  </a:lnTo>
                  <a:lnTo>
                    <a:pt x="91" y="69"/>
                  </a:lnTo>
                  <a:lnTo>
                    <a:pt x="90" y="62"/>
                  </a:lnTo>
                  <a:lnTo>
                    <a:pt x="87" y="55"/>
                  </a:lnTo>
                  <a:lnTo>
                    <a:pt x="82" y="51"/>
                  </a:lnTo>
                  <a:lnTo>
                    <a:pt x="76" y="47"/>
                  </a:lnTo>
                  <a:lnTo>
                    <a:pt x="69" y="46"/>
                  </a:lnTo>
                  <a:close/>
                  <a:moveTo>
                    <a:pt x="69" y="0"/>
                  </a:moveTo>
                  <a:lnTo>
                    <a:pt x="90" y="5"/>
                  </a:lnTo>
                  <a:lnTo>
                    <a:pt x="109" y="14"/>
                  </a:lnTo>
                  <a:lnTo>
                    <a:pt x="124" y="29"/>
                  </a:lnTo>
                  <a:lnTo>
                    <a:pt x="134" y="47"/>
                  </a:lnTo>
                  <a:lnTo>
                    <a:pt x="137" y="69"/>
                  </a:lnTo>
                  <a:lnTo>
                    <a:pt x="135" y="82"/>
                  </a:lnTo>
                  <a:lnTo>
                    <a:pt x="132" y="96"/>
                  </a:lnTo>
                  <a:lnTo>
                    <a:pt x="266" y="212"/>
                  </a:lnTo>
                  <a:lnTo>
                    <a:pt x="673" y="88"/>
                  </a:lnTo>
                  <a:lnTo>
                    <a:pt x="681" y="65"/>
                  </a:lnTo>
                  <a:lnTo>
                    <a:pt x="695" y="44"/>
                  </a:lnTo>
                  <a:lnTo>
                    <a:pt x="717" y="32"/>
                  </a:lnTo>
                  <a:lnTo>
                    <a:pt x="742" y="27"/>
                  </a:lnTo>
                  <a:lnTo>
                    <a:pt x="762" y="30"/>
                  </a:lnTo>
                  <a:lnTo>
                    <a:pt x="781" y="40"/>
                  </a:lnTo>
                  <a:lnTo>
                    <a:pt x="797" y="55"/>
                  </a:lnTo>
                  <a:lnTo>
                    <a:pt x="806" y="74"/>
                  </a:lnTo>
                  <a:lnTo>
                    <a:pt x="809" y="95"/>
                  </a:lnTo>
                  <a:lnTo>
                    <a:pt x="806" y="117"/>
                  </a:lnTo>
                  <a:lnTo>
                    <a:pt x="797" y="135"/>
                  </a:lnTo>
                  <a:lnTo>
                    <a:pt x="781" y="150"/>
                  </a:lnTo>
                  <a:lnTo>
                    <a:pt x="762" y="161"/>
                  </a:lnTo>
                  <a:lnTo>
                    <a:pt x="742" y="164"/>
                  </a:lnTo>
                  <a:lnTo>
                    <a:pt x="718" y="159"/>
                  </a:lnTo>
                  <a:lnTo>
                    <a:pt x="699" y="148"/>
                  </a:lnTo>
                  <a:lnTo>
                    <a:pt x="684" y="132"/>
                  </a:lnTo>
                  <a:lnTo>
                    <a:pt x="255" y="263"/>
                  </a:lnTo>
                  <a:lnTo>
                    <a:pt x="101" y="129"/>
                  </a:lnTo>
                  <a:lnTo>
                    <a:pt x="85" y="135"/>
                  </a:lnTo>
                  <a:lnTo>
                    <a:pt x="69" y="137"/>
                  </a:lnTo>
                  <a:lnTo>
                    <a:pt x="47" y="134"/>
                  </a:lnTo>
                  <a:lnTo>
                    <a:pt x="29" y="124"/>
                  </a:lnTo>
                  <a:lnTo>
                    <a:pt x="14" y="109"/>
                  </a:lnTo>
                  <a:lnTo>
                    <a:pt x="3" y="91"/>
                  </a:lnTo>
                  <a:lnTo>
                    <a:pt x="0" y="69"/>
                  </a:lnTo>
                  <a:lnTo>
                    <a:pt x="3" y="47"/>
                  </a:lnTo>
                  <a:lnTo>
                    <a:pt x="14" y="29"/>
                  </a:lnTo>
                  <a:lnTo>
                    <a:pt x="29" y="14"/>
                  </a:lnTo>
                  <a:lnTo>
                    <a:pt x="47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145212" y="4730750"/>
              <a:ext cx="1960563" cy="725488"/>
            </a:xfrm>
            <a:custGeom>
              <a:avLst/>
              <a:gdLst/>
              <a:ahLst/>
              <a:cxnLst/>
              <a:rect l="l" t="t" r="r" b="b"/>
              <a:pathLst>
                <a:path w="1235" h="457">
                  <a:moveTo>
                    <a:pt x="70" y="116"/>
                  </a:moveTo>
                  <a:lnTo>
                    <a:pt x="62" y="118"/>
                  </a:lnTo>
                  <a:lnTo>
                    <a:pt x="55" y="121"/>
                  </a:lnTo>
                  <a:lnTo>
                    <a:pt x="51" y="125"/>
                  </a:lnTo>
                  <a:lnTo>
                    <a:pt x="48" y="132"/>
                  </a:lnTo>
                  <a:lnTo>
                    <a:pt x="46" y="138"/>
                  </a:lnTo>
                  <a:lnTo>
                    <a:pt x="48" y="146"/>
                  </a:lnTo>
                  <a:lnTo>
                    <a:pt x="51" y="152"/>
                  </a:lnTo>
                  <a:lnTo>
                    <a:pt x="55" y="157"/>
                  </a:lnTo>
                  <a:lnTo>
                    <a:pt x="62" y="160"/>
                  </a:lnTo>
                  <a:lnTo>
                    <a:pt x="70" y="162"/>
                  </a:lnTo>
                  <a:lnTo>
                    <a:pt x="76" y="160"/>
                  </a:lnTo>
                  <a:lnTo>
                    <a:pt x="82" y="157"/>
                  </a:lnTo>
                  <a:lnTo>
                    <a:pt x="87" y="152"/>
                  </a:lnTo>
                  <a:lnTo>
                    <a:pt x="90" y="146"/>
                  </a:lnTo>
                  <a:lnTo>
                    <a:pt x="92" y="138"/>
                  </a:lnTo>
                  <a:lnTo>
                    <a:pt x="90" y="132"/>
                  </a:lnTo>
                  <a:lnTo>
                    <a:pt x="87" y="125"/>
                  </a:lnTo>
                  <a:lnTo>
                    <a:pt x="82" y="121"/>
                  </a:lnTo>
                  <a:lnTo>
                    <a:pt x="76" y="118"/>
                  </a:lnTo>
                  <a:lnTo>
                    <a:pt x="70" y="116"/>
                  </a:lnTo>
                  <a:close/>
                  <a:moveTo>
                    <a:pt x="1166" y="44"/>
                  </a:moveTo>
                  <a:lnTo>
                    <a:pt x="1160" y="45"/>
                  </a:lnTo>
                  <a:lnTo>
                    <a:pt x="1153" y="48"/>
                  </a:lnTo>
                  <a:lnTo>
                    <a:pt x="1149" y="53"/>
                  </a:lnTo>
                  <a:lnTo>
                    <a:pt x="1146" y="59"/>
                  </a:lnTo>
                  <a:lnTo>
                    <a:pt x="1144" y="67"/>
                  </a:lnTo>
                  <a:lnTo>
                    <a:pt x="1146" y="74"/>
                  </a:lnTo>
                  <a:lnTo>
                    <a:pt x="1149" y="80"/>
                  </a:lnTo>
                  <a:lnTo>
                    <a:pt x="1153" y="86"/>
                  </a:lnTo>
                  <a:lnTo>
                    <a:pt x="1160" y="89"/>
                  </a:lnTo>
                  <a:lnTo>
                    <a:pt x="1166" y="89"/>
                  </a:lnTo>
                  <a:lnTo>
                    <a:pt x="1174" y="89"/>
                  </a:lnTo>
                  <a:lnTo>
                    <a:pt x="1180" y="86"/>
                  </a:lnTo>
                  <a:lnTo>
                    <a:pt x="1185" y="80"/>
                  </a:lnTo>
                  <a:lnTo>
                    <a:pt x="1188" y="74"/>
                  </a:lnTo>
                  <a:lnTo>
                    <a:pt x="1190" y="67"/>
                  </a:lnTo>
                  <a:lnTo>
                    <a:pt x="1188" y="59"/>
                  </a:lnTo>
                  <a:lnTo>
                    <a:pt x="1185" y="53"/>
                  </a:lnTo>
                  <a:lnTo>
                    <a:pt x="1180" y="48"/>
                  </a:lnTo>
                  <a:lnTo>
                    <a:pt x="1174" y="45"/>
                  </a:lnTo>
                  <a:lnTo>
                    <a:pt x="1166" y="44"/>
                  </a:lnTo>
                  <a:close/>
                  <a:moveTo>
                    <a:pt x="1166" y="0"/>
                  </a:moveTo>
                  <a:lnTo>
                    <a:pt x="1188" y="3"/>
                  </a:lnTo>
                  <a:lnTo>
                    <a:pt x="1207" y="12"/>
                  </a:lnTo>
                  <a:lnTo>
                    <a:pt x="1221" y="26"/>
                  </a:lnTo>
                  <a:lnTo>
                    <a:pt x="1230" y="45"/>
                  </a:lnTo>
                  <a:lnTo>
                    <a:pt x="1235" y="67"/>
                  </a:lnTo>
                  <a:lnTo>
                    <a:pt x="1230" y="89"/>
                  </a:lnTo>
                  <a:lnTo>
                    <a:pt x="1221" y="108"/>
                  </a:lnTo>
                  <a:lnTo>
                    <a:pt x="1207" y="122"/>
                  </a:lnTo>
                  <a:lnTo>
                    <a:pt x="1188" y="132"/>
                  </a:lnTo>
                  <a:lnTo>
                    <a:pt x="1166" y="135"/>
                  </a:lnTo>
                  <a:lnTo>
                    <a:pt x="1149" y="133"/>
                  </a:lnTo>
                  <a:lnTo>
                    <a:pt x="1131" y="125"/>
                  </a:lnTo>
                  <a:lnTo>
                    <a:pt x="765" y="433"/>
                  </a:lnTo>
                  <a:lnTo>
                    <a:pt x="352" y="457"/>
                  </a:lnTo>
                  <a:lnTo>
                    <a:pt x="95" y="202"/>
                  </a:lnTo>
                  <a:lnTo>
                    <a:pt x="82" y="206"/>
                  </a:lnTo>
                  <a:lnTo>
                    <a:pt x="70" y="207"/>
                  </a:lnTo>
                  <a:lnTo>
                    <a:pt x="48" y="204"/>
                  </a:lnTo>
                  <a:lnTo>
                    <a:pt x="29" y="193"/>
                  </a:lnTo>
                  <a:lnTo>
                    <a:pt x="13" y="179"/>
                  </a:lnTo>
                  <a:lnTo>
                    <a:pt x="4" y="160"/>
                  </a:lnTo>
                  <a:lnTo>
                    <a:pt x="0" y="138"/>
                  </a:lnTo>
                  <a:lnTo>
                    <a:pt x="4" y="118"/>
                  </a:lnTo>
                  <a:lnTo>
                    <a:pt x="13" y="99"/>
                  </a:lnTo>
                  <a:lnTo>
                    <a:pt x="29" y="83"/>
                  </a:lnTo>
                  <a:lnTo>
                    <a:pt x="48" y="74"/>
                  </a:lnTo>
                  <a:lnTo>
                    <a:pt x="70" y="70"/>
                  </a:lnTo>
                  <a:lnTo>
                    <a:pt x="90" y="74"/>
                  </a:lnTo>
                  <a:lnTo>
                    <a:pt x="109" y="83"/>
                  </a:lnTo>
                  <a:lnTo>
                    <a:pt x="125" y="99"/>
                  </a:lnTo>
                  <a:lnTo>
                    <a:pt x="134" y="118"/>
                  </a:lnTo>
                  <a:lnTo>
                    <a:pt x="137" y="138"/>
                  </a:lnTo>
                  <a:lnTo>
                    <a:pt x="136" y="155"/>
                  </a:lnTo>
                  <a:lnTo>
                    <a:pt x="129" y="171"/>
                  </a:lnTo>
                  <a:lnTo>
                    <a:pt x="370" y="411"/>
                  </a:lnTo>
                  <a:lnTo>
                    <a:pt x="748" y="389"/>
                  </a:lnTo>
                  <a:lnTo>
                    <a:pt x="1103" y="91"/>
                  </a:lnTo>
                  <a:lnTo>
                    <a:pt x="1100" y="80"/>
                  </a:lnTo>
                  <a:lnTo>
                    <a:pt x="1098" y="67"/>
                  </a:lnTo>
                  <a:lnTo>
                    <a:pt x="1102" y="45"/>
                  </a:lnTo>
                  <a:lnTo>
                    <a:pt x="1111" y="26"/>
                  </a:lnTo>
                  <a:lnTo>
                    <a:pt x="1127" y="12"/>
                  </a:lnTo>
                  <a:lnTo>
                    <a:pt x="1146" y="3"/>
                  </a:lnTo>
                  <a:lnTo>
                    <a:pt x="1166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846887" y="4321175"/>
              <a:ext cx="1201738" cy="336550"/>
            </a:xfrm>
            <a:custGeom>
              <a:avLst/>
              <a:gdLst/>
              <a:ahLst/>
              <a:cxnLst/>
              <a:rect l="l" t="t" r="r" b="b"/>
              <a:pathLst>
                <a:path w="757" h="212">
                  <a:moveTo>
                    <a:pt x="689" y="121"/>
                  </a:moveTo>
                  <a:lnTo>
                    <a:pt x="682" y="121"/>
                  </a:lnTo>
                  <a:lnTo>
                    <a:pt x="675" y="124"/>
                  </a:lnTo>
                  <a:lnTo>
                    <a:pt x="671" y="131"/>
                  </a:lnTo>
                  <a:lnTo>
                    <a:pt x="667" y="137"/>
                  </a:lnTo>
                  <a:lnTo>
                    <a:pt x="666" y="143"/>
                  </a:lnTo>
                  <a:lnTo>
                    <a:pt x="667" y="151"/>
                  </a:lnTo>
                  <a:lnTo>
                    <a:pt x="671" y="157"/>
                  </a:lnTo>
                  <a:lnTo>
                    <a:pt x="675" y="162"/>
                  </a:lnTo>
                  <a:lnTo>
                    <a:pt x="682" y="165"/>
                  </a:lnTo>
                  <a:lnTo>
                    <a:pt x="689" y="167"/>
                  </a:lnTo>
                  <a:lnTo>
                    <a:pt x="696" y="165"/>
                  </a:lnTo>
                  <a:lnTo>
                    <a:pt x="702" y="162"/>
                  </a:lnTo>
                  <a:lnTo>
                    <a:pt x="707" y="157"/>
                  </a:lnTo>
                  <a:lnTo>
                    <a:pt x="710" y="151"/>
                  </a:lnTo>
                  <a:lnTo>
                    <a:pt x="711" y="143"/>
                  </a:lnTo>
                  <a:lnTo>
                    <a:pt x="710" y="137"/>
                  </a:lnTo>
                  <a:lnTo>
                    <a:pt x="707" y="131"/>
                  </a:lnTo>
                  <a:lnTo>
                    <a:pt x="702" y="124"/>
                  </a:lnTo>
                  <a:lnTo>
                    <a:pt x="696" y="121"/>
                  </a:lnTo>
                  <a:lnTo>
                    <a:pt x="689" y="121"/>
                  </a:lnTo>
                  <a:close/>
                  <a:moveTo>
                    <a:pt x="69" y="72"/>
                  </a:moveTo>
                  <a:lnTo>
                    <a:pt x="61" y="72"/>
                  </a:lnTo>
                  <a:lnTo>
                    <a:pt x="55" y="76"/>
                  </a:lnTo>
                  <a:lnTo>
                    <a:pt x="50" y="82"/>
                  </a:lnTo>
                  <a:lnTo>
                    <a:pt x="47" y="88"/>
                  </a:lnTo>
                  <a:lnTo>
                    <a:pt x="45" y="94"/>
                  </a:lnTo>
                  <a:lnTo>
                    <a:pt x="47" y="102"/>
                  </a:lnTo>
                  <a:lnTo>
                    <a:pt x="50" y="109"/>
                  </a:lnTo>
                  <a:lnTo>
                    <a:pt x="55" y="113"/>
                  </a:lnTo>
                  <a:lnTo>
                    <a:pt x="61" y="116"/>
                  </a:lnTo>
                  <a:lnTo>
                    <a:pt x="69" y="118"/>
                  </a:lnTo>
                  <a:lnTo>
                    <a:pt x="75" y="116"/>
                  </a:lnTo>
                  <a:lnTo>
                    <a:pt x="82" y="113"/>
                  </a:lnTo>
                  <a:lnTo>
                    <a:pt x="86" y="109"/>
                  </a:lnTo>
                  <a:lnTo>
                    <a:pt x="89" y="102"/>
                  </a:lnTo>
                  <a:lnTo>
                    <a:pt x="91" y="94"/>
                  </a:lnTo>
                  <a:lnTo>
                    <a:pt x="89" y="88"/>
                  </a:lnTo>
                  <a:lnTo>
                    <a:pt x="86" y="82"/>
                  </a:lnTo>
                  <a:lnTo>
                    <a:pt x="82" y="76"/>
                  </a:lnTo>
                  <a:lnTo>
                    <a:pt x="75" y="72"/>
                  </a:lnTo>
                  <a:lnTo>
                    <a:pt x="69" y="72"/>
                  </a:lnTo>
                  <a:close/>
                  <a:moveTo>
                    <a:pt x="281" y="0"/>
                  </a:moveTo>
                  <a:lnTo>
                    <a:pt x="634" y="102"/>
                  </a:lnTo>
                  <a:lnTo>
                    <a:pt x="649" y="88"/>
                  </a:lnTo>
                  <a:lnTo>
                    <a:pt x="667" y="79"/>
                  </a:lnTo>
                  <a:lnTo>
                    <a:pt x="689" y="76"/>
                  </a:lnTo>
                  <a:lnTo>
                    <a:pt x="710" y="79"/>
                  </a:lnTo>
                  <a:lnTo>
                    <a:pt x="729" y="88"/>
                  </a:lnTo>
                  <a:lnTo>
                    <a:pt x="744" y="104"/>
                  </a:lnTo>
                  <a:lnTo>
                    <a:pt x="754" y="121"/>
                  </a:lnTo>
                  <a:lnTo>
                    <a:pt x="757" y="143"/>
                  </a:lnTo>
                  <a:lnTo>
                    <a:pt x="754" y="165"/>
                  </a:lnTo>
                  <a:lnTo>
                    <a:pt x="744" y="184"/>
                  </a:lnTo>
                  <a:lnTo>
                    <a:pt x="729" y="198"/>
                  </a:lnTo>
                  <a:lnTo>
                    <a:pt x="710" y="207"/>
                  </a:lnTo>
                  <a:lnTo>
                    <a:pt x="689" y="212"/>
                  </a:lnTo>
                  <a:lnTo>
                    <a:pt x="667" y="207"/>
                  </a:lnTo>
                  <a:lnTo>
                    <a:pt x="649" y="200"/>
                  </a:lnTo>
                  <a:lnTo>
                    <a:pt x="634" y="186"/>
                  </a:lnTo>
                  <a:lnTo>
                    <a:pt x="625" y="167"/>
                  </a:lnTo>
                  <a:lnTo>
                    <a:pt x="620" y="146"/>
                  </a:lnTo>
                  <a:lnTo>
                    <a:pt x="281" y="47"/>
                  </a:lnTo>
                  <a:lnTo>
                    <a:pt x="137" y="91"/>
                  </a:lnTo>
                  <a:lnTo>
                    <a:pt x="137" y="94"/>
                  </a:lnTo>
                  <a:lnTo>
                    <a:pt x="133" y="116"/>
                  </a:lnTo>
                  <a:lnTo>
                    <a:pt x="124" y="135"/>
                  </a:lnTo>
                  <a:lnTo>
                    <a:pt x="108" y="149"/>
                  </a:lnTo>
                  <a:lnTo>
                    <a:pt x="89" y="159"/>
                  </a:lnTo>
                  <a:lnTo>
                    <a:pt x="69" y="164"/>
                  </a:lnTo>
                  <a:lnTo>
                    <a:pt x="47" y="159"/>
                  </a:lnTo>
                  <a:lnTo>
                    <a:pt x="28" y="149"/>
                  </a:lnTo>
                  <a:lnTo>
                    <a:pt x="14" y="135"/>
                  </a:lnTo>
                  <a:lnTo>
                    <a:pt x="3" y="116"/>
                  </a:lnTo>
                  <a:lnTo>
                    <a:pt x="0" y="94"/>
                  </a:lnTo>
                  <a:lnTo>
                    <a:pt x="3" y="72"/>
                  </a:lnTo>
                  <a:lnTo>
                    <a:pt x="14" y="55"/>
                  </a:lnTo>
                  <a:lnTo>
                    <a:pt x="28" y="39"/>
                  </a:lnTo>
                  <a:lnTo>
                    <a:pt x="47" y="30"/>
                  </a:lnTo>
                  <a:lnTo>
                    <a:pt x="69" y="27"/>
                  </a:lnTo>
                  <a:lnTo>
                    <a:pt x="88" y="30"/>
                  </a:lnTo>
                  <a:lnTo>
                    <a:pt x="105" y="36"/>
                  </a:lnTo>
                  <a:lnTo>
                    <a:pt x="119" y="49"/>
                  </a:lnTo>
                  <a:lnTo>
                    <a:pt x="281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 fontScale="92500" lnSpcReduction="10000"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5899149" y="4914900"/>
              <a:ext cx="1257300" cy="1231900"/>
            </a:xfrm>
            <a:custGeom>
              <a:avLst/>
              <a:gdLst/>
              <a:ahLst/>
              <a:cxnLst/>
              <a:rect l="l" t="t" r="r" b="b"/>
              <a:pathLst>
                <a:path w="792" h="776">
                  <a:moveTo>
                    <a:pt x="724" y="685"/>
                  </a:moveTo>
                  <a:lnTo>
                    <a:pt x="716" y="687"/>
                  </a:lnTo>
                  <a:lnTo>
                    <a:pt x="710" y="690"/>
                  </a:lnTo>
                  <a:lnTo>
                    <a:pt x="705" y="694"/>
                  </a:lnTo>
                  <a:lnTo>
                    <a:pt x="702" y="701"/>
                  </a:lnTo>
                  <a:lnTo>
                    <a:pt x="701" y="708"/>
                  </a:lnTo>
                  <a:lnTo>
                    <a:pt x="702" y="715"/>
                  </a:lnTo>
                  <a:lnTo>
                    <a:pt x="705" y="721"/>
                  </a:lnTo>
                  <a:lnTo>
                    <a:pt x="710" y="726"/>
                  </a:lnTo>
                  <a:lnTo>
                    <a:pt x="716" y="729"/>
                  </a:lnTo>
                  <a:lnTo>
                    <a:pt x="724" y="730"/>
                  </a:lnTo>
                  <a:lnTo>
                    <a:pt x="730" y="729"/>
                  </a:lnTo>
                  <a:lnTo>
                    <a:pt x="737" y="726"/>
                  </a:lnTo>
                  <a:lnTo>
                    <a:pt x="743" y="721"/>
                  </a:lnTo>
                  <a:lnTo>
                    <a:pt x="746" y="715"/>
                  </a:lnTo>
                  <a:lnTo>
                    <a:pt x="746" y="708"/>
                  </a:lnTo>
                  <a:lnTo>
                    <a:pt x="746" y="701"/>
                  </a:lnTo>
                  <a:lnTo>
                    <a:pt x="743" y="694"/>
                  </a:lnTo>
                  <a:lnTo>
                    <a:pt x="737" y="690"/>
                  </a:lnTo>
                  <a:lnTo>
                    <a:pt x="730" y="687"/>
                  </a:lnTo>
                  <a:lnTo>
                    <a:pt x="724" y="685"/>
                  </a:lnTo>
                  <a:close/>
                  <a:moveTo>
                    <a:pt x="67" y="46"/>
                  </a:moveTo>
                  <a:lnTo>
                    <a:pt x="61" y="47"/>
                  </a:lnTo>
                  <a:lnTo>
                    <a:pt x="55" y="50"/>
                  </a:lnTo>
                  <a:lnTo>
                    <a:pt x="50" y="55"/>
                  </a:lnTo>
                  <a:lnTo>
                    <a:pt x="47" y="61"/>
                  </a:lnTo>
                  <a:lnTo>
                    <a:pt x="45" y="68"/>
                  </a:lnTo>
                  <a:lnTo>
                    <a:pt x="47" y="75"/>
                  </a:lnTo>
                  <a:lnTo>
                    <a:pt x="50" y="82"/>
                  </a:lnTo>
                  <a:lnTo>
                    <a:pt x="55" y="86"/>
                  </a:lnTo>
                  <a:lnTo>
                    <a:pt x="61" y="90"/>
                  </a:lnTo>
                  <a:lnTo>
                    <a:pt x="67" y="91"/>
                  </a:lnTo>
                  <a:lnTo>
                    <a:pt x="75" y="90"/>
                  </a:lnTo>
                  <a:lnTo>
                    <a:pt x="82" y="86"/>
                  </a:lnTo>
                  <a:lnTo>
                    <a:pt x="86" y="82"/>
                  </a:lnTo>
                  <a:lnTo>
                    <a:pt x="89" y="75"/>
                  </a:lnTo>
                  <a:lnTo>
                    <a:pt x="91" y="68"/>
                  </a:lnTo>
                  <a:lnTo>
                    <a:pt x="89" y="61"/>
                  </a:lnTo>
                  <a:lnTo>
                    <a:pt x="86" y="55"/>
                  </a:lnTo>
                  <a:lnTo>
                    <a:pt x="82" y="50"/>
                  </a:lnTo>
                  <a:lnTo>
                    <a:pt x="75" y="47"/>
                  </a:lnTo>
                  <a:lnTo>
                    <a:pt x="67" y="46"/>
                  </a:lnTo>
                  <a:close/>
                  <a:moveTo>
                    <a:pt x="67" y="0"/>
                  </a:moveTo>
                  <a:lnTo>
                    <a:pt x="89" y="3"/>
                  </a:lnTo>
                  <a:lnTo>
                    <a:pt x="108" y="13"/>
                  </a:lnTo>
                  <a:lnTo>
                    <a:pt x="122" y="28"/>
                  </a:lnTo>
                  <a:lnTo>
                    <a:pt x="132" y="47"/>
                  </a:lnTo>
                  <a:lnTo>
                    <a:pt x="137" y="68"/>
                  </a:lnTo>
                  <a:lnTo>
                    <a:pt x="135" y="83"/>
                  </a:lnTo>
                  <a:lnTo>
                    <a:pt x="129" y="97"/>
                  </a:lnTo>
                  <a:lnTo>
                    <a:pt x="694" y="647"/>
                  </a:lnTo>
                  <a:lnTo>
                    <a:pt x="708" y="641"/>
                  </a:lnTo>
                  <a:lnTo>
                    <a:pt x="724" y="639"/>
                  </a:lnTo>
                  <a:lnTo>
                    <a:pt x="746" y="643"/>
                  </a:lnTo>
                  <a:lnTo>
                    <a:pt x="763" y="654"/>
                  </a:lnTo>
                  <a:lnTo>
                    <a:pt x="779" y="668"/>
                  </a:lnTo>
                  <a:lnTo>
                    <a:pt x="788" y="687"/>
                  </a:lnTo>
                  <a:lnTo>
                    <a:pt x="792" y="708"/>
                  </a:lnTo>
                  <a:lnTo>
                    <a:pt x="788" y="729"/>
                  </a:lnTo>
                  <a:lnTo>
                    <a:pt x="779" y="748"/>
                  </a:lnTo>
                  <a:lnTo>
                    <a:pt x="763" y="763"/>
                  </a:lnTo>
                  <a:lnTo>
                    <a:pt x="746" y="773"/>
                  </a:lnTo>
                  <a:lnTo>
                    <a:pt x="724" y="776"/>
                  </a:lnTo>
                  <a:lnTo>
                    <a:pt x="702" y="773"/>
                  </a:lnTo>
                  <a:lnTo>
                    <a:pt x="683" y="763"/>
                  </a:lnTo>
                  <a:lnTo>
                    <a:pt x="669" y="748"/>
                  </a:lnTo>
                  <a:lnTo>
                    <a:pt x="660" y="729"/>
                  </a:lnTo>
                  <a:lnTo>
                    <a:pt x="655" y="708"/>
                  </a:lnTo>
                  <a:lnTo>
                    <a:pt x="658" y="693"/>
                  </a:lnTo>
                  <a:lnTo>
                    <a:pt x="663" y="679"/>
                  </a:lnTo>
                  <a:lnTo>
                    <a:pt x="97" y="129"/>
                  </a:lnTo>
                  <a:lnTo>
                    <a:pt x="83" y="135"/>
                  </a:lnTo>
                  <a:lnTo>
                    <a:pt x="67" y="137"/>
                  </a:lnTo>
                  <a:lnTo>
                    <a:pt x="47" y="134"/>
                  </a:lnTo>
                  <a:lnTo>
                    <a:pt x="28" y="123"/>
                  </a:lnTo>
                  <a:lnTo>
                    <a:pt x="12" y="108"/>
                  </a:lnTo>
                  <a:lnTo>
                    <a:pt x="3" y="90"/>
                  </a:lnTo>
                  <a:lnTo>
                    <a:pt x="0" y="68"/>
                  </a:lnTo>
                  <a:lnTo>
                    <a:pt x="3" y="47"/>
                  </a:lnTo>
                  <a:lnTo>
                    <a:pt x="12" y="28"/>
                  </a:lnTo>
                  <a:lnTo>
                    <a:pt x="28" y="13"/>
                  </a:lnTo>
                  <a:lnTo>
                    <a:pt x="47" y="3"/>
                  </a:lnTo>
                  <a:lnTo>
                    <a:pt x="67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078412" y="3657600"/>
              <a:ext cx="782638" cy="788988"/>
            </a:xfrm>
            <a:custGeom>
              <a:avLst/>
              <a:gdLst/>
              <a:ahLst/>
              <a:cxnLst/>
              <a:rect l="l" t="t" r="r" b="b"/>
              <a:pathLst>
                <a:path w="493" h="497">
                  <a:moveTo>
                    <a:pt x="426" y="406"/>
                  </a:moveTo>
                  <a:lnTo>
                    <a:pt x="418" y="407"/>
                  </a:lnTo>
                  <a:lnTo>
                    <a:pt x="412" y="410"/>
                  </a:lnTo>
                  <a:lnTo>
                    <a:pt x="407" y="415"/>
                  </a:lnTo>
                  <a:lnTo>
                    <a:pt x="404" y="421"/>
                  </a:lnTo>
                  <a:lnTo>
                    <a:pt x="404" y="428"/>
                  </a:lnTo>
                  <a:lnTo>
                    <a:pt x="404" y="435"/>
                  </a:lnTo>
                  <a:lnTo>
                    <a:pt x="407" y="442"/>
                  </a:lnTo>
                  <a:lnTo>
                    <a:pt x="412" y="446"/>
                  </a:lnTo>
                  <a:lnTo>
                    <a:pt x="418" y="450"/>
                  </a:lnTo>
                  <a:lnTo>
                    <a:pt x="426" y="451"/>
                  </a:lnTo>
                  <a:lnTo>
                    <a:pt x="434" y="450"/>
                  </a:lnTo>
                  <a:lnTo>
                    <a:pt x="440" y="446"/>
                  </a:lnTo>
                  <a:lnTo>
                    <a:pt x="445" y="442"/>
                  </a:lnTo>
                  <a:lnTo>
                    <a:pt x="448" y="435"/>
                  </a:lnTo>
                  <a:lnTo>
                    <a:pt x="448" y="428"/>
                  </a:lnTo>
                  <a:lnTo>
                    <a:pt x="448" y="421"/>
                  </a:lnTo>
                  <a:lnTo>
                    <a:pt x="445" y="415"/>
                  </a:lnTo>
                  <a:lnTo>
                    <a:pt x="440" y="410"/>
                  </a:lnTo>
                  <a:lnTo>
                    <a:pt x="434" y="407"/>
                  </a:lnTo>
                  <a:lnTo>
                    <a:pt x="426" y="406"/>
                  </a:lnTo>
                  <a:close/>
                  <a:moveTo>
                    <a:pt x="69" y="44"/>
                  </a:moveTo>
                  <a:lnTo>
                    <a:pt x="61" y="46"/>
                  </a:lnTo>
                  <a:lnTo>
                    <a:pt x="55" y="49"/>
                  </a:lnTo>
                  <a:lnTo>
                    <a:pt x="50" y="54"/>
                  </a:lnTo>
                  <a:lnTo>
                    <a:pt x="47" y="60"/>
                  </a:lnTo>
                  <a:lnTo>
                    <a:pt x="46" y="68"/>
                  </a:lnTo>
                  <a:lnTo>
                    <a:pt x="47" y="76"/>
                  </a:lnTo>
                  <a:lnTo>
                    <a:pt x="50" y="80"/>
                  </a:lnTo>
                  <a:lnTo>
                    <a:pt x="55" y="87"/>
                  </a:lnTo>
                  <a:lnTo>
                    <a:pt x="61" y="90"/>
                  </a:lnTo>
                  <a:lnTo>
                    <a:pt x="69" y="90"/>
                  </a:lnTo>
                  <a:lnTo>
                    <a:pt x="75" y="90"/>
                  </a:lnTo>
                  <a:lnTo>
                    <a:pt x="82" y="87"/>
                  </a:lnTo>
                  <a:lnTo>
                    <a:pt x="86" y="80"/>
                  </a:lnTo>
                  <a:lnTo>
                    <a:pt x="90" y="76"/>
                  </a:lnTo>
                  <a:lnTo>
                    <a:pt x="91" y="68"/>
                  </a:lnTo>
                  <a:lnTo>
                    <a:pt x="90" y="60"/>
                  </a:lnTo>
                  <a:lnTo>
                    <a:pt x="86" y="54"/>
                  </a:lnTo>
                  <a:lnTo>
                    <a:pt x="82" y="49"/>
                  </a:lnTo>
                  <a:lnTo>
                    <a:pt x="75" y="46"/>
                  </a:lnTo>
                  <a:lnTo>
                    <a:pt x="69" y="44"/>
                  </a:lnTo>
                  <a:close/>
                  <a:moveTo>
                    <a:pt x="69" y="0"/>
                  </a:moveTo>
                  <a:lnTo>
                    <a:pt x="90" y="3"/>
                  </a:lnTo>
                  <a:lnTo>
                    <a:pt x="108" y="13"/>
                  </a:lnTo>
                  <a:lnTo>
                    <a:pt x="124" y="27"/>
                  </a:lnTo>
                  <a:lnTo>
                    <a:pt x="134" y="46"/>
                  </a:lnTo>
                  <a:lnTo>
                    <a:pt x="137" y="68"/>
                  </a:lnTo>
                  <a:lnTo>
                    <a:pt x="135" y="84"/>
                  </a:lnTo>
                  <a:lnTo>
                    <a:pt x="129" y="98"/>
                  </a:lnTo>
                  <a:lnTo>
                    <a:pt x="130" y="98"/>
                  </a:lnTo>
                  <a:lnTo>
                    <a:pt x="393" y="369"/>
                  </a:lnTo>
                  <a:lnTo>
                    <a:pt x="409" y="362"/>
                  </a:lnTo>
                  <a:lnTo>
                    <a:pt x="426" y="360"/>
                  </a:lnTo>
                  <a:lnTo>
                    <a:pt x="448" y="363"/>
                  </a:lnTo>
                  <a:lnTo>
                    <a:pt x="467" y="373"/>
                  </a:lnTo>
                  <a:lnTo>
                    <a:pt x="481" y="388"/>
                  </a:lnTo>
                  <a:lnTo>
                    <a:pt x="490" y="407"/>
                  </a:lnTo>
                  <a:lnTo>
                    <a:pt x="493" y="428"/>
                  </a:lnTo>
                  <a:lnTo>
                    <a:pt x="490" y="450"/>
                  </a:lnTo>
                  <a:lnTo>
                    <a:pt x="481" y="468"/>
                  </a:lnTo>
                  <a:lnTo>
                    <a:pt x="467" y="483"/>
                  </a:lnTo>
                  <a:lnTo>
                    <a:pt x="448" y="494"/>
                  </a:lnTo>
                  <a:lnTo>
                    <a:pt x="426" y="497"/>
                  </a:lnTo>
                  <a:lnTo>
                    <a:pt x="404" y="494"/>
                  </a:lnTo>
                  <a:lnTo>
                    <a:pt x="385" y="483"/>
                  </a:lnTo>
                  <a:lnTo>
                    <a:pt x="371" y="468"/>
                  </a:lnTo>
                  <a:lnTo>
                    <a:pt x="361" y="450"/>
                  </a:lnTo>
                  <a:lnTo>
                    <a:pt x="358" y="428"/>
                  </a:lnTo>
                  <a:lnTo>
                    <a:pt x="358" y="415"/>
                  </a:lnTo>
                  <a:lnTo>
                    <a:pt x="363" y="402"/>
                  </a:lnTo>
                  <a:lnTo>
                    <a:pt x="97" y="129"/>
                  </a:lnTo>
                  <a:lnTo>
                    <a:pt x="83" y="134"/>
                  </a:lnTo>
                  <a:lnTo>
                    <a:pt x="69" y="135"/>
                  </a:lnTo>
                  <a:lnTo>
                    <a:pt x="47" y="132"/>
                  </a:lnTo>
                  <a:lnTo>
                    <a:pt x="28" y="123"/>
                  </a:lnTo>
                  <a:lnTo>
                    <a:pt x="14" y="109"/>
                  </a:lnTo>
                  <a:lnTo>
                    <a:pt x="3" y="90"/>
                  </a:lnTo>
                  <a:lnTo>
                    <a:pt x="0" y="68"/>
                  </a:lnTo>
                  <a:lnTo>
                    <a:pt x="3" y="46"/>
                  </a:lnTo>
                  <a:lnTo>
                    <a:pt x="14" y="27"/>
                  </a:lnTo>
                  <a:lnTo>
                    <a:pt x="28" y="13"/>
                  </a:lnTo>
                  <a:lnTo>
                    <a:pt x="47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929187" y="4064000"/>
              <a:ext cx="2057400" cy="671513"/>
            </a:xfrm>
            <a:custGeom>
              <a:avLst/>
              <a:gdLst/>
              <a:ahLst/>
              <a:cxnLst/>
              <a:rect l="l" t="t" r="r" b="b"/>
              <a:pathLst>
                <a:path w="1296" h="423">
                  <a:moveTo>
                    <a:pt x="1228" y="58"/>
                  </a:moveTo>
                  <a:lnTo>
                    <a:pt x="1220" y="60"/>
                  </a:lnTo>
                  <a:lnTo>
                    <a:pt x="1214" y="63"/>
                  </a:lnTo>
                  <a:lnTo>
                    <a:pt x="1209" y="68"/>
                  </a:lnTo>
                  <a:lnTo>
                    <a:pt x="1206" y="74"/>
                  </a:lnTo>
                  <a:lnTo>
                    <a:pt x="1205" y="82"/>
                  </a:lnTo>
                  <a:lnTo>
                    <a:pt x="1206" y="88"/>
                  </a:lnTo>
                  <a:lnTo>
                    <a:pt x="1209" y="95"/>
                  </a:lnTo>
                  <a:lnTo>
                    <a:pt x="1214" y="99"/>
                  </a:lnTo>
                  <a:lnTo>
                    <a:pt x="1220" y="102"/>
                  </a:lnTo>
                  <a:lnTo>
                    <a:pt x="1228" y="104"/>
                  </a:lnTo>
                  <a:lnTo>
                    <a:pt x="1235" y="102"/>
                  </a:lnTo>
                  <a:lnTo>
                    <a:pt x="1241" y="99"/>
                  </a:lnTo>
                  <a:lnTo>
                    <a:pt x="1246" y="95"/>
                  </a:lnTo>
                  <a:lnTo>
                    <a:pt x="1249" y="88"/>
                  </a:lnTo>
                  <a:lnTo>
                    <a:pt x="1250" y="82"/>
                  </a:lnTo>
                  <a:lnTo>
                    <a:pt x="1249" y="74"/>
                  </a:lnTo>
                  <a:lnTo>
                    <a:pt x="1246" y="68"/>
                  </a:lnTo>
                  <a:lnTo>
                    <a:pt x="1241" y="63"/>
                  </a:lnTo>
                  <a:lnTo>
                    <a:pt x="1235" y="60"/>
                  </a:lnTo>
                  <a:lnTo>
                    <a:pt x="1228" y="58"/>
                  </a:lnTo>
                  <a:close/>
                  <a:moveTo>
                    <a:pt x="69" y="46"/>
                  </a:moveTo>
                  <a:lnTo>
                    <a:pt x="61" y="47"/>
                  </a:lnTo>
                  <a:lnTo>
                    <a:pt x="55" y="51"/>
                  </a:lnTo>
                  <a:lnTo>
                    <a:pt x="50" y="55"/>
                  </a:lnTo>
                  <a:lnTo>
                    <a:pt x="47" y="62"/>
                  </a:lnTo>
                  <a:lnTo>
                    <a:pt x="45" y="68"/>
                  </a:lnTo>
                  <a:lnTo>
                    <a:pt x="47" y="76"/>
                  </a:lnTo>
                  <a:lnTo>
                    <a:pt x="50" y="82"/>
                  </a:lnTo>
                  <a:lnTo>
                    <a:pt x="55" y="87"/>
                  </a:lnTo>
                  <a:lnTo>
                    <a:pt x="61" y="90"/>
                  </a:lnTo>
                  <a:lnTo>
                    <a:pt x="69" y="91"/>
                  </a:lnTo>
                  <a:lnTo>
                    <a:pt x="75" y="90"/>
                  </a:lnTo>
                  <a:lnTo>
                    <a:pt x="82" y="87"/>
                  </a:lnTo>
                  <a:lnTo>
                    <a:pt x="86" y="82"/>
                  </a:lnTo>
                  <a:lnTo>
                    <a:pt x="89" y="76"/>
                  </a:lnTo>
                  <a:lnTo>
                    <a:pt x="91" y="68"/>
                  </a:lnTo>
                  <a:lnTo>
                    <a:pt x="89" y="62"/>
                  </a:lnTo>
                  <a:lnTo>
                    <a:pt x="86" y="55"/>
                  </a:lnTo>
                  <a:lnTo>
                    <a:pt x="82" y="51"/>
                  </a:lnTo>
                  <a:lnTo>
                    <a:pt x="75" y="47"/>
                  </a:lnTo>
                  <a:lnTo>
                    <a:pt x="69" y="46"/>
                  </a:lnTo>
                  <a:close/>
                  <a:moveTo>
                    <a:pt x="69" y="0"/>
                  </a:moveTo>
                  <a:lnTo>
                    <a:pt x="89" y="3"/>
                  </a:lnTo>
                  <a:lnTo>
                    <a:pt x="108" y="13"/>
                  </a:lnTo>
                  <a:lnTo>
                    <a:pt x="124" y="29"/>
                  </a:lnTo>
                  <a:lnTo>
                    <a:pt x="133" y="47"/>
                  </a:lnTo>
                  <a:lnTo>
                    <a:pt x="136" y="68"/>
                  </a:lnTo>
                  <a:lnTo>
                    <a:pt x="136" y="77"/>
                  </a:lnTo>
                  <a:lnTo>
                    <a:pt x="135" y="85"/>
                  </a:lnTo>
                  <a:lnTo>
                    <a:pt x="132" y="93"/>
                  </a:lnTo>
                  <a:lnTo>
                    <a:pt x="399" y="369"/>
                  </a:lnTo>
                  <a:lnTo>
                    <a:pt x="1159" y="80"/>
                  </a:lnTo>
                  <a:lnTo>
                    <a:pt x="1164" y="58"/>
                  </a:lnTo>
                  <a:lnTo>
                    <a:pt x="1173" y="41"/>
                  </a:lnTo>
                  <a:lnTo>
                    <a:pt x="1187" y="25"/>
                  </a:lnTo>
                  <a:lnTo>
                    <a:pt x="1206" y="16"/>
                  </a:lnTo>
                  <a:lnTo>
                    <a:pt x="1228" y="13"/>
                  </a:lnTo>
                  <a:lnTo>
                    <a:pt x="1249" y="16"/>
                  </a:lnTo>
                  <a:lnTo>
                    <a:pt x="1268" y="25"/>
                  </a:lnTo>
                  <a:lnTo>
                    <a:pt x="1283" y="41"/>
                  </a:lnTo>
                  <a:lnTo>
                    <a:pt x="1293" y="60"/>
                  </a:lnTo>
                  <a:lnTo>
                    <a:pt x="1296" y="82"/>
                  </a:lnTo>
                  <a:lnTo>
                    <a:pt x="1293" y="102"/>
                  </a:lnTo>
                  <a:lnTo>
                    <a:pt x="1283" y="121"/>
                  </a:lnTo>
                  <a:lnTo>
                    <a:pt x="1268" y="137"/>
                  </a:lnTo>
                  <a:lnTo>
                    <a:pt x="1249" y="146"/>
                  </a:lnTo>
                  <a:lnTo>
                    <a:pt x="1228" y="150"/>
                  </a:lnTo>
                  <a:lnTo>
                    <a:pt x="1206" y="146"/>
                  </a:lnTo>
                  <a:lnTo>
                    <a:pt x="1189" y="137"/>
                  </a:lnTo>
                  <a:lnTo>
                    <a:pt x="1173" y="123"/>
                  </a:lnTo>
                  <a:lnTo>
                    <a:pt x="388" y="423"/>
                  </a:lnTo>
                  <a:lnTo>
                    <a:pt x="102" y="128"/>
                  </a:lnTo>
                  <a:lnTo>
                    <a:pt x="86" y="134"/>
                  </a:lnTo>
                  <a:lnTo>
                    <a:pt x="69" y="137"/>
                  </a:lnTo>
                  <a:lnTo>
                    <a:pt x="47" y="132"/>
                  </a:lnTo>
                  <a:lnTo>
                    <a:pt x="28" y="123"/>
                  </a:lnTo>
                  <a:lnTo>
                    <a:pt x="14" y="109"/>
                  </a:lnTo>
                  <a:lnTo>
                    <a:pt x="3" y="90"/>
                  </a:lnTo>
                  <a:lnTo>
                    <a:pt x="0" y="68"/>
                  </a:lnTo>
                  <a:lnTo>
                    <a:pt x="3" y="47"/>
                  </a:lnTo>
                  <a:lnTo>
                    <a:pt x="14" y="29"/>
                  </a:lnTo>
                  <a:lnTo>
                    <a:pt x="28" y="13"/>
                  </a:lnTo>
                  <a:lnTo>
                    <a:pt x="47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736974" y="3268663"/>
              <a:ext cx="346075" cy="841375"/>
            </a:xfrm>
            <a:custGeom>
              <a:avLst/>
              <a:gdLst/>
              <a:ahLst/>
              <a:cxnLst/>
              <a:rect l="l" t="t" r="r" b="b"/>
              <a:pathLst>
                <a:path w="218" h="530">
                  <a:moveTo>
                    <a:pt x="151" y="440"/>
                  </a:moveTo>
                  <a:lnTo>
                    <a:pt x="143" y="440"/>
                  </a:lnTo>
                  <a:lnTo>
                    <a:pt x="137" y="443"/>
                  </a:lnTo>
                  <a:lnTo>
                    <a:pt x="132" y="448"/>
                  </a:lnTo>
                  <a:lnTo>
                    <a:pt x="129" y="454"/>
                  </a:lnTo>
                  <a:lnTo>
                    <a:pt x="127" y="462"/>
                  </a:lnTo>
                  <a:lnTo>
                    <a:pt x="129" y="470"/>
                  </a:lnTo>
                  <a:lnTo>
                    <a:pt x="132" y="476"/>
                  </a:lnTo>
                  <a:lnTo>
                    <a:pt x="137" y="481"/>
                  </a:lnTo>
                  <a:lnTo>
                    <a:pt x="143" y="484"/>
                  </a:lnTo>
                  <a:lnTo>
                    <a:pt x="151" y="486"/>
                  </a:lnTo>
                  <a:lnTo>
                    <a:pt x="157" y="484"/>
                  </a:lnTo>
                  <a:lnTo>
                    <a:pt x="163" y="481"/>
                  </a:lnTo>
                  <a:lnTo>
                    <a:pt x="168" y="476"/>
                  </a:lnTo>
                  <a:lnTo>
                    <a:pt x="173" y="470"/>
                  </a:lnTo>
                  <a:lnTo>
                    <a:pt x="173" y="462"/>
                  </a:lnTo>
                  <a:lnTo>
                    <a:pt x="173" y="454"/>
                  </a:lnTo>
                  <a:lnTo>
                    <a:pt x="168" y="448"/>
                  </a:lnTo>
                  <a:lnTo>
                    <a:pt x="163" y="443"/>
                  </a:lnTo>
                  <a:lnTo>
                    <a:pt x="157" y="440"/>
                  </a:lnTo>
                  <a:lnTo>
                    <a:pt x="151" y="440"/>
                  </a:lnTo>
                  <a:close/>
                  <a:moveTo>
                    <a:pt x="69" y="46"/>
                  </a:moveTo>
                  <a:lnTo>
                    <a:pt x="63" y="47"/>
                  </a:lnTo>
                  <a:lnTo>
                    <a:pt x="56" y="50"/>
                  </a:lnTo>
                  <a:lnTo>
                    <a:pt x="50" y="55"/>
                  </a:lnTo>
                  <a:lnTo>
                    <a:pt x="47" y="61"/>
                  </a:lnTo>
                  <a:lnTo>
                    <a:pt x="47" y="69"/>
                  </a:lnTo>
                  <a:lnTo>
                    <a:pt x="47" y="76"/>
                  </a:lnTo>
                  <a:lnTo>
                    <a:pt x="50" y="82"/>
                  </a:lnTo>
                  <a:lnTo>
                    <a:pt x="56" y="88"/>
                  </a:lnTo>
                  <a:lnTo>
                    <a:pt x="63" y="91"/>
                  </a:lnTo>
                  <a:lnTo>
                    <a:pt x="69" y="91"/>
                  </a:lnTo>
                  <a:lnTo>
                    <a:pt x="77" y="91"/>
                  </a:lnTo>
                  <a:lnTo>
                    <a:pt x="83" y="88"/>
                  </a:lnTo>
                  <a:lnTo>
                    <a:pt x="88" y="82"/>
                  </a:lnTo>
                  <a:lnTo>
                    <a:pt x="91" y="76"/>
                  </a:lnTo>
                  <a:lnTo>
                    <a:pt x="93" y="69"/>
                  </a:lnTo>
                  <a:lnTo>
                    <a:pt x="91" y="61"/>
                  </a:lnTo>
                  <a:lnTo>
                    <a:pt x="88" y="55"/>
                  </a:lnTo>
                  <a:lnTo>
                    <a:pt x="83" y="50"/>
                  </a:lnTo>
                  <a:lnTo>
                    <a:pt x="77" y="47"/>
                  </a:lnTo>
                  <a:lnTo>
                    <a:pt x="69" y="46"/>
                  </a:lnTo>
                  <a:close/>
                  <a:moveTo>
                    <a:pt x="69" y="0"/>
                  </a:moveTo>
                  <a:lnTo>
                    <a:pt x="91" y="5"/>
                  </a:lnTo>
                  <a:lnTo>
                    <a:pt x="110" y="14"/>
                  </a:lnTo>
                  <a:lnTo>
                    <a:pt x="124" y="28"/>
                  </a:lnTo>
                  <a:lnTo>
                    <a:pt x="133" y="47"/>
                  </a:lnTo>
                  <a:lnTo>
                    <a:pt x="138" y="69"/>
                  </a:lnTo>
                  <a:lnTo>
                    <a:pt x="133" y="94"/>
                  </a:lnTo>
                  <a:lnTo>
                    <a:pt x="119" y="115"/>
                  </a:lnTo>
                  <a:lnTo>
                    <a:pt x="100" y="129"/>
                  </a:lnTo>
                  <a:lnTo>
                    <a:pt x="77" y="137"/>
                  </a:lnTo>
                  <a:lnTo>
                    <a:pt x="49" y="310"/>
                  </a:lnTo>
                  <a:lnTo>
                    <a:pt x="127" y="398"/>
                  </a:lnTo>
                  <a:lnTo>
                    <a:pt x="138" y="395"/>
                  </a:lnTo>
                  <a:lnTo>
                    <a:pt x="151" y="395"/>
                  </a:lnTo>
                  <a:lnTo>
                    <a:pt x="173" y="398"/>
                  </a:lnTo>
                  <a:lnTo>
                    <a:pt x="190" y="407"/>
                  </a:lnTo>
                  <a:lnTo>
                    <a:pt x="206" y="421"/>
                  </a:lnTo>
                  <a:lnTo>
                    <a:pt x="215" y="440"/>
                  </a:lnTo>
                  <a:lnTo>
                    <a:pt x="218" y="462"/>
                  </a:lnTo>
                  <a:lnTo>
                    <a:pt x="215" y="484"/>
                  </a:lnTo>
                  <a:lnTo>
                    <a:pt x="206" y="503"/>
                  </a:lnTo>
                  <a:lnTo>
                    <a:pt x="190" y="517"/>
                  </a:lnTo>
                  <a:lnTo>
                    <a:pt x="173" y="526"/>
                  </a:lnTo>
                  <a:lnTo>
                    <a:pt x="151" y="530"/>
                  </a:lnTo>
                  <a:lnTo>
                    <a:pt x="129" y="526"/>
                  </a:lnTo>
                  <a:lnTo>
                    <a:pt x="110" y="517"/>
                  </a:lnTo>
                  <a:lnTo>
                    <a:pt x="96" y="503"/>
                  </a:lnTo>
                  <a:lnTo>
                    <a:pt x="86" y="484"/>
                  </a:lnTo>
                  <a:lnTo>
                    <a:pt x="82" y="462"/>
                  </a:lnTo>
                  <a:lnTo>
                    <a:pt x="85" y="443"/>
                  </a:lnTo>
                  <a:lnTo>
                    <a:pt x="91" y="428"/>
                  </a:lnTo>
                  <a:lnTo>
                    <a:pt x="0" y="322"/>
                  </a:lnTo>
                  <a:lnTo>
                    <a:pt x="33" y="126"/>
                  </a:lnTo>
                  <a:lnTo>
                    <a:pt x="16" y="112"/>
                  </a:lnTo>
                  <a:lnTo>
                    <a:pt x="5" y="91"/>
                  </a:lnTo>
                  <a:lnTo>
                    <a:pt x="1" y="69"/>
                  </a:lnTo>
                  <a:lnTo>
                    <a:pt x="5" y="47"/>
                  </a:lnTo>
                  <a:lnTo>
                    <a:pt x="14" y="28"/>
                  </a:lnTo>
                  <a:lnTo>
                    <a:pt x="28" y="14"/>
                  </a:lnTo>
                  <a:lnTo>
                    <a:pt x="47" y="5"/>
                  </a:lnTo>
                  <a:lnTo>
                    <a:pt x="69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667374" y="2141538"/>
              <a:ext cx="1193800" cy="793750"/>
            </a:xfrm>
            <a:custGeom>
              <a:avLst/>
              <a:gdLst/>
              <a:ahLst/>
              <a:cxnLst/>
              <a:rect l="l" t="t" r="r" b="b"/>
              <a:pathLst>
                <a:path w="752" h="500">
                  <a:moveTo>
                    <a:pt x="67" y="201"/>
                  </a:moveTo>
                  <a:lnTo>
                    <a:pt x="61" y="203"/>
                  </a:lnTo>
                  <a:lnTo>
                    <a:pt x="55" y="206"/>
                  </a:lnTo>
                  <a:lnTo>
                    <a:pt x="50" y="211"/>
                  </a:lnTo>
                  <a:lnTo>
                    <a:pt x="47" y="217"/>
                  </a:lnTo>
                  <a:lnTo>
                    <a:pt x="45" y="223"/>
                  </a:lnTo>
                  <a:lnTo>
                    <a:pt x="47" y="231"/>
                  </a:lnTo>
                  <a:lnTo>
                    <a:pt x="50" y="237"/>
                  </a:lnTo>
                  <a:lnTo>
                    <a:pt x="55" y="242"/>
                  </a:lnTo>
                  <a:lnTo>
                    <a:pt x="61" y="245"/>
                  </a:lnTo>
                  <a:lnTo>
                    <a:pt x="67" y="247"/>
                  </a:lnTo>
                  <a:lnTo>
                    <a:pt x="75" y="245"/>
                  </a:lnTo>
                  <a:lnTo>
                    <a:pt x="81" y="242"/>
                  </a:lnTo>
                  <a:lnTo>
                    <a:pt x="86" y="237"/>
                  </a:lnTo>
                  <a:lnTo>
                    <a:pt x="89" y="231"/>
                  </a:lnTo>
                  <a:lnTo>
                    <a:pt x="91" y="223"/>
                  </a:lnTo>
                  <a:lnTo>
                    <a:pt x="89" y="217"/>
                  </a:lnTo>
                  <a:lnTo>
                    <a:pt x="86" y="211"/>
                  </a:lnTo>
                  <a:lnTo>
                    <a:pt x="81" y="206"/>
                  </a:lnTo>
                  <a:lnTo>
                    <a:pt x="75" y="203"/>
                  </a:lnTo>
                  <a:lnTo>
                    <a:pt x="67" y="201"/>
                  </a:lnTo>
                  <a:close/>
                  <a:moveTo>
                    <a:pt x="609" y="46"/>
                  </a:moveTo>
                  <a:lnTo>
                    <a:pt x="603" y="46"/>
                  </a:lnTo>
                  <a:lnTo>
                    <a:pt x="597" y="50"/>
                  </a:lnTo>
                  <a:lnTo>
                    <a:pt x="592" y="55"/>
                  </a:lnTo>
                  <a:lnTo>
                    <a:pt x="589" y="61"/>
                  </a:lnTo>
                  <a:lnTo>
                    <a:pt x="587" y="68"/>
                  </a:lnTo>
                  <a:lnTo>
                    <a:pt x="589" y="76"/>
                  </a:lnTo>
                  <a:lnTo>
                    <a:pt x="592" y="82"/>
                  </a:lnTo>
                  <a:lnTo>
                    <a:pt x="597" y="87"/>
                  </a:lnTo>
                  <a:lnTo>
                    <a:pt x="603" y="90"/>
                  </a:lnTo>
                  <a:lnTo>
                    <a:pt x="609" y="91"/>
                  </a:lnTo>
                  <a:lnTo>
                    <a:pt x="617" y="90"/>
                  </a:lnTo>
                  <a:lnTo>
                    <a:pt x="623" y="87"/>
                  </a:lnTo>
                  <a:lnTo>
                    <a:pt x="628" y="82"/>
                  </a:lnTo>
                  <a:lnTo>
                    <a:pt x="631" y="76"/>
                  </a:lnTo>
                  <a:lnTo>
                    <a:pt x="633" y="68"/>
                  </a:lnTo>
                  <a:lnTo>
                    <a:pt x="631" y="61"/>
                  </a:lnTo>
                  <a:lnTo>
                    <a:pt x="628" y="55"/>
                  </a:lnTo>
                  <a:lnTo>
                    <a:pt x="623" y="50"/>
                  </a:lnTo>
                  <a:lnTo>
                    <a:pt x="617" y="46"/>
                  </a:lnTo>
                  <a:lnTo>
                    <a:pt x="609" y="46"/>
                  </a:lnTo>
                  <a:close/>
                  <a:moveTo>
                    <a:pt x="609" y="0"/>
                  </a:moveTo>
                  <a:lnTo>
                    <a:pt x="631" y="3"/>
                  </a:lnTo>
                  <a:lnTo>
                    <a:pt x="650" y="13"/>
                  </a:lnTo>
                  <a:lnTo>
                    <a:pt x="666" y="28"/>
                  </a:lnTo>
                  <a:lnTo>
                    <a:pt x="675" y="46"/>
                  </a:lnTo>
                  <a:lnTo>
                    <a:pt x="678" y="68"/>
                  </a:lnTo>
                  <a:lnTo>
                    <a:pt x="674" y="93"/>
                  </a:lnTo>
                  <a:lnTo>
                    <a:pt x="661" y="113"/>
                  </a:lnTo>
                  <a:lnTo>
                    <a:pt x="752" y="316"/>
                  </a:lnTo>
                  <a:lnTo>
                    <a:pt x="165" y="500"/>
                  </a:lnTo>
                  <a:lnTo>
                    <a:pt x="75" y="292"/>
                  </a:lnTo>
                  <a:lnTo>
                    <a:pt x="67" y="292"/>
                  </a:lnTo>
                  <a:lnTo>
                    <a:pt x="47" y="289"/>
                  </a:lnTo>
                  <a:lnTo>
                    <a:pt x="28" y="278"/>
                  </a:lnTo>
                  <a:lnTo>
                    <a:pt x="12" y="264"/>
                  </a:lnTo>
                  <a:lnTo>
                    <a:pt x="3" y="245"/>
                  </a:lnTo>
                  <a:lnTo>
                    <a:pt x="0" y="223"/>
                  </a:lnTo>
                  <a:lnTo>
                    <a:pt x="3" y="203"/>
                  </a:lnTo>
                  <a:lnTo>
                    <a:pt x="12" y="184"/>
                  </a:lnTo>
                  <a:lnTo>
                    <a:pt x="28" y="168"/>
                  </a:lnTo>
                  <a:lnTo>
                    <a:pt x="47" y="159"/>
                  </a:lnTo>
                  <a:lnTo>
                    <a:pt x="67" y="156"/>
                  </a:lnTo>
                  <a:lnTo>
                    <a:pt x="89" y="159"/>
                  </a:lnTo>
                  <a:lnTo>
                    <a:pt x="108" y="168"/>
                  </a:lnTo>
                  <a:lnTo>
                    <a:pt x="122" y="184"/>
                  </a:lnTo>
                  <a:lnTo>
                    <a:pt x="132" y="203"/>
                  </a:lnTo>
                  <a:lnTo>
                    <a:pt x="136" y="223"/>
                  </a:lnTo>
                  <a:lnTo>
                    <a:pt x="133" y="242"/>
                  </a:lnTo>
                  <a:lnTo>
                    <a:pt x="127" y="258"/>
                  </a:lnTo>
                  <a:lnTo>
                    <a:pt x="116" y="272"/>
                  </a:lnTo>
                  <a:lnTo>
                    <a:pt x="190" y="445"/>
                  </a:lnTo>
                  <a:lnTo>
                    <a:pt x="689" y="288"/>
                  </a:lnTo>
                  <a:lnTo>
                    <a:pt x="622" y="135"/>
                  </a:lnTo>
                  <a:lnTo>
                    <a:pt x="609" y="137"/>
                  </a:lnTo>
                  <a:lnTo>
                    <a:pt x="589" y="132"/>
                  </a:lnTo>
                  <a:lnTo>
                    <a:pt x="570" y="123"/>
                  </a:lnTo>
                  <a:lnTo>
                    <a:pt x="554" y="109"/>
                  </a:lnTo>
                  <a:lnTo>
                    <a:pt x="545" y="90"/>
                  </a:lnTo>
                  <a:lnTo>
                    <a:pt x="542" y="68"/>
                  </a:lnTo>
                  <a:lnTo>
                    <a:pt x="545" y="46"/>
                  </a:lnTo>
                  <a:lnTo>
                    <a:pt x="554" y="28"/>
                  </a:lnTo>
                  <a:lnTo>
                    <a:pt x="570" y="13"/>
                  </a:lnTo>
                  <a:lnTo>
                    <a:pt x="589" y="3"/>
                  </a:lnTo>
                  <a:lnTo>
                    <a:pt x="609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6392862" y="2263775"/>
              <a:ext cx="882650" cy="830263"/>
            </a:xfrm>
            <a:custGeom>
              <a:avLst/>
              <a:gdLst/>
              <a:ahLst/>
              <a:cxnLst/>
              <a:rect l="l" t="t" r="r" b="b"/>
              <a:pathLst>
                <a:path w="556" h="523">
                  <a:moveTo>
                    <a:pt x="69" y="432"/>
                  </a:moveTo>
                  <a:lnTo>
                    <a:pt x="61" y="434"/>
                  </a:lnTo>
                  <a:lnTo>
                    <a:pt x="55" y="437"/>
                  </a:lnTo>
                  <a:lnTo>
                    <a:pt x="50" y="442"/>
                  </a:lnTo>
                  <a:lnTo>
                    <a:pt x="47" y="448"/>
                  </a:lnTo>
                  <a:lnTo>
                    <a:pt x="45" y="456"/>
                  </a:lnTo>
                  <a:lnTo>
                    <a:pt x="47" y="462"/>
                  </a:lnTo>
                  <a:lnTo>
                    <a:pt x="50" y="468"/>
                  </a:lnTo>
                  <a:lnTo>
                    <a:pt x="55" y="473"/>
                  </a:lnTo>
                  <a:lnTo>
                    <a:pt x="61" y="478"/>
                  </a:lnTo>
                  <a:lnTo>
                    <a:pt x="69" y="478"/>
                  </a:lnTo>
                  <a:lnTo>
                    <a:pt x="75" y="478"/>
                  </a:lnTo>
                  <a:lnTo>
                    <a:pt x="82" y="473"/>
                  </a:lnTo>
                  <a:lnTo>
                    <a:pt x="86" y="468"/>
                  </a:lnTo>
                  <a:lnTo>
                    <a:pt x="89" y="462"/>
                  </a:lnTo>
                  <a:lnTo>
                    <a:pt x="91" y="456"/>
                  </a:lnTo>
                  <a:lnTo>
                    <a:pt x="89" y="448"/>
                  </a:lnTo>
                  <a:lnTo>
                    <a:pt x="86" y="442"/>
                  </a:lnTo>
                  <a:lnTo>
                    <a:pt x="82" y="437"/>
                  </a:lnTo>
                  <a:lnTo>
                    <a:pt x="75" y="434"/>
                  </a:lnTo>
                  <a:lnTo>
                    <a:pt x="69" y="432"/>
                  </a:lnTo>
                  <a:close/>
                  <a:moveTo>
                    <a:pt x="426" y="46"/>
                  </a:moveTo>
                  <a:lnTo>
                    <a:pt x="419" y="47"/>
                  </a:lnTo>
                  <a:lnTo>
                    <a:pt x="413" y="50"/>
                  </a:lnTo>
                  <a:lnTo>
                    <a:pt x="407" y="55"/>
                  </a:lnTo>
                  <a:lnTo>
                    <a:pt x="404" y="61"/>
                  </a:lnTo>
                  <a:lnTo>
                    <a:pt x="404" y="69"/>
                  </a:lnTo>
                  <a:lnTo>
                    <a:pt x="404" y="76"/>
                  </a:lnTo>
                  <a:lnTo>
                    <a:pt x="407" y="82"/>
                  </a:lnTo>
                  <a:lnTo>
                    <a:pt x="413" y="87"/>
                  </a:lnTo>
                  <a:lnTo>
                    <a:pt x="419" y="91"/>
                  </a:lnTo>
                  <a:lnTo>
                    <a:pt x="426" y="91"/>
                  </a:lnTo>
                  <a:lnTo>
                    <a:pt x="434" y="91"/>
                  </a:lnTo>
                  <a:lnTo>
                    <a:pt x="440" y="87"/>
                  </a:lnTo>
                  <a:lnTo>
                    <a:pt x="445" y="82"/>
                  </a:lnTo>
                  <a:lnTo>
                    <a:pt x="448" y="76"/>
                  </a:lnTo>
                  <a:lnTo>
                    <a:pt x="449" y="69"/>
                  </a:lnTo>
                  <a:lnTo>
                    <a:pt x="448" y="61"/>
                  </a:lnTo>
                  <a:lnTo>
                    <a:pt x="445" y="55"/>
                  </a:lnTo>
                  <a:lnTo>
                    <a:pt x="440" y="50"/>
                  </a:lnTo>
                  <a:lnTo>
                    <a:pt x="434" y="47"/>
                  </a:lnTo>
                  <a:lnTo>
                    <a:pt x="426" y="46"/>
                  </a:lnTo>
                  <a:close/>
                  <a:moveTo>
                    <a:pt x="426" y="0"/>
                  </a:moveTo>
                  <a:lnTo>
                    <a:pt x="448" y="5"/>
                  </a:lnTo>
                  <a:lnTo>
                    <a:pt x="466" y="14"/>
                  </a:lnTo>
                  <a:lnTo>
                    <a:pt x="481" y="28"/>
                  </a:lnTo>
                  <a:lnTo>
                    <a:pt x="490" y="47"/>
                  </a:lnTo>
                  <a:lnTo>
                    <a:pt x="495" y="69"/>
                  </a:lnTo>
                  <a:lnTo>
                    <a:pt x="492" y="88"/>
                  </a:lnTo>
                  <a:lnTo>
                    <a:pt x="484" y="105"/>
                  </a:lnTo>
                  <a:lnTo>
                    <a:pt x="471" y="120"/>
                  </a:lnTo>
                  <a:lnTo>
                    <a:pt x="556" y="344"/>
                  </a:lnTo>
                  <a:lnTo>
                    <a:pt x="137" y="465"/>
                  </a:lnTo>
                  <a:lnTo>
                    <a:pt x="129" y="489"/>
                  </a:lnTo>
                  <a:lnTo>
                    <a:pt x="113" y="508"/>
                  </a:lnTo>
                  <a:lnTo>
                    <a:pt x="93" y="519"/>
                  </a:lnTo>
                  <a:lnTo>
                    <a:pt x="69" y="523"/>
                  </a:lnTo>
                  <a:lnTo>
                    <a:pt x="47" y="520"/>
                  </a:lnTo>
                  <a:lnTo>
                    <a:pt x="28" y="511"/>
                  </a:lnTo>
                  <a:lnTo>
                    <a:pt x="14" y="495"/>
                  </a:lnTo>
                  <a:lnTo>
                    <a:pt x="5" y="476"/>
                  </a:lnTo>
                  <a:lnTo>
                    <a:pt x="0" y="456"/>
                  </a:lnTo>
                  <a:lnTo>
                    <a:pt x="5" y="434"/>
                  </a:lnTo>
                  <a:lnTo>
                    <a:pt x="14" y="415"/>
                  </a:lnTo>
                  <a:lnTo>
                    <a:pt x="28" y="401"/>
                  </a:lnTo>
                  <a:lnTo>
                    <a:pt x="47" y="391"/>
                  </a:lnTo>
                  <a:lnTo>
                    <a:pt x="69" y="387"/>
                  </a:lnTo>
                  <a:lnTo>
                    <a:pt x="93" y="391"/>
                  </a:lnTo>
                  <a:lnTo>
                    <a:pt x="111" y="402"/>
                  </a:lnTo>
                  <a:lnTo>
                    <a:pt x="127" y="421"/>
                  </a:lnTo>
                  <a:lnTo>
                    <a:pt x="496" y="314"/>
                  </a:lnTo>
                  <a:lnTo>
                    <a:pt x="430" y="137"/>
                  </a:lnTo>
                  <a:lnTo>
                    <a:pt x="426" y="137"/>
                  </a:lnTo>
                  <a:lnTo>
                    <a:pt x="404" y="134"/>
                  </a:lnTo>
                  <a:lnTo>
                    <a:pt x="386" y="124"/>
                  </a:lnTo>
                  <a:lnTo>
                    <a:pt x="371" y="109"/>
                  </a:lnTo>
                  <a:lnTo>
                    <a:pt x="361" y="90"/>
                  </a:lnTo>
                  <a:lnTo>
                    <a:pt x="358" y="69"/>
                  </a:lnTo>
                  <a:lnTo>
                    <a:pt x="361" y="47"/>
                  </a:lnTo>
                  <a:lnTo>
                    <a:pt x="371" y="28"/>
                  </a:lnTo>
                  <a:lnTo>
                    <a:pt x="386" y="14"/>
                  </a:lnTo>
                  <a:lnTo>
                    <a:pt x="404" y="5"/>
                  </a:lnTo>
                  <a:lnTo>
                    <a:pt x="426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7275512" y="2455863"/>
              <a:ext cx="633413" cy="1304925"/>
            </a:xfrm>
            <a:custGeom>
              <a:avLst/>
              <a:gdLst/>
              <a:ahLst/>
              <a:cxnLst/>
              <a:rect l="l" t="t" r="r" b="b"/>
              <a:pathLst>
                <a:path w="399" h="822">
                  <a:moveTo>
                    <a:pt x="277" y="731"/>
                  </a:moveTo>
                  <a:lnTo>
                    <a:pt x="269" y="732"/>
                  </a:lnTo>
                  <a:lnTo>
                    <a:pt x="262" y="735"/>
                  </a:lnTo>
                  <a:lnTo>
                    <a:pt x="258" y="740"/>
                  </a:lnTo>
                  <a:lnTo>
                    <a:pt x="255" y="746"/>
                  </a:lnTo>
                  <a:lnTo>
                    <a:pt x="253" y="753"/>
                  </a:lnTo>
                  <a:lnTo>
                    <a:pt x="255" y="760"/>
                  </a:lnTo>
                  <a:lnTo>
                    <a:pt x="258" y="767"/>
                  </a:lnTo>
                  <a:lnTo>
                    <a:pt x="262" y="771"/>
                  </a:lnTo>
                  <a:lnTo>
                    <a:pt x="269" y="775"/>
                  </a:lnTo>
                  <a:lnTo>
                    <a:pt x="277" y="776"/>
                  </a:lnTo>
                  <a:lnTo>
                    <a:pt x="283" y="775"/>
                  </a:lnTo>
                  <a:lnTo>
                    <a:pt x="289" y="771"/>
                  </a:lnTo>
                  <a:lnTo>
                    <a:pt x="294" y="767"/>
                  </a:lnTo>
                  <a:lnTo>
                    <a:pt x="297" y="760"/>
                  </a:lnTo>
                  <a:lnTo>
                    <a:pt x="299" y="753"/>
                  </a:lnTo>
                  <a:lnTo>
                    <a:pt x="297" y="746"/>
                  </a:lnTo>
                  <a:lnTo>
                    <a:pt x="294" y="740"/>
                  </a:lnTo>
                  <a:lnTo>
                    <a:pt x="289" y="735"/>
                  </a:lnTo>
                  <a:lnTo>
                    <a:pt x="283" y="732"/>
                  </a:lnTo>
                  <a:lnTo>
                    <a:pt x="277" y="731"/>
                  </a:lnTo>
                  <a:close/>
                  <a:moveTo>
                    <a:pt x="68" y="46"/>
                  </a:moveTo>
                  <a:lnTo>
                    <a:pt x="61" y="47"/>
                  </a:lnTo>
                  <a:lnTo>
                    <a:pt x="55" y="50"/>
                  </a:lnTo>
                  <a:lnTo>
                    <a:pt x="50" y="55"/>
                  </a:lnTo>
                  <a:lnTo>
                    <a:pt x="47" y="61"/>
                  </a:lnTo>
                  <a:lnTo>
                    <a:pt x="46" y="68"/>
                  </a:lnTo>
                  <a:lnTo>
                    <a:pt x="47" y="76"/>
                  </a:lnTo>
                  <a:lnTo>
                    <a:pt x="50" y="82"/>
                  </a:lnTo>
                  <a:lnTo>
                    <a:pt x="55" y="86"/>
                  </a:lnTo>
                  <a:lnTo>
                    <a:pt x="61" y="90"/>
                  </a:lnTo>
                  <a:lnTo>
                    <a:pt x="68" y="91"/>
                  </a:lnTo>
                  <a:lnTo>
                    <a:pt x="75" y="90"/>
                  </a:lnTo>
                  <a:lnTo>
                    <a:pt x="82" y="86"/>
                  </a:lnTo>
                  <a:lnTo>
                    <a:pt x="86" y="82"/>
                  </a:lnTo>
                  <a:lnTo>
                    <a:pt x="90" y="76"/>
                  </a:lnTo>
                  <a:lnTo>
                    <a:pt x="91" y="68"/>
                  </a:lnTo>
                  <a:lnTo>
                    <a:pt x="90" y="61"/>
                  </a:lnTo>
                  <a:lnTo>
                    <a:pt x="86" y="55"/>
                  </a:lnTo>
                  <a:lnTo>
                    <a:pt x="82" y="50"/>
                  </a:lnTo>
                  <a:lnTo>
                    <a:pt x="75" y="47"/>
                  </a:lnTo>
                  <a:lnTo>
                    <a:pt x="68" y="46"/>
                  </a:lnTo>
                  <a:close/>
                  <a:moveTo>
                    <a:pt x="68" y="0"/>
                  </a:moveTo>
                  <a:lnTo>
                    <a:pt x="90" y="3"/>
                  </a:lnTo>
                  <a:lnTo>
                    <a:pt x="108" y="13"/>
                  </a:lnTo>
                  <a:lnTo>
                    <a:pt x="123" y="28"/>
                  </a:lnTo>
                  <a:lnTo>
                    <a:pt x="132" y="47"/>
                  </a:lnTo>
                  <a:lnTo>
                    <a:pt x="137" y="68"/>
                  </a:lnTo>
                  <a:lnTo>
                    <a:pt x="135" y="83"/>
                  </a:lnTo>
                  <a:lnTo>
                    <a:pt x="130" y="96"/>
                  </a:lnTo>
                  <a:lnTo>
                    <a:pt x="399" y="350"/>
                  </a:lnTo>
                  <a:lnTo>
                    <a:pt x="313" y="696"/>
                  </a:lnTo>
                  <a:lnTo>
                    <a:pt x="328" y="710"/>
                  </a:lnTo>
                  <a:lnTo>
                    <a:pt x="339" y="731"/>
                  </a:lnTo>
                  <a:lnTo>
                    <a:pt x="344" y="753"/>
                  </a:lnTo>
                  <a:lnTo>
                    <a:pt x="341" y="775"/>
                  </a:lnTo>
                  <a:lnTo>
                    <a:pt x="332" y="793"/>
                  </a:lnTo>
                  <a:lnTo>
                    <a:pt x="316" y="808"/>
                  </a:lnTo>
                  <a:lnTo>
                    <a:pt x="297" y="819"/>
                  </a:lnTo>
                  <a:lnTo>
                    <a:pt x="277" y="822"/>
                  </a:lnTo>
                  <a:lnTo>
                    <a:pt x="255" y="819"/>
                  </a:lnTo>
                  <a:lnTo>
                    <a:pt x="236" y="808"/>
                  </a:lnTo>
                  <a:lnTo>
                    <a:pt x="222" y="793"/>
                  </a:lnTo>
                  <a:lnTo>
                    <a:pt x="211" y="775"/>
                  </a:lnTo>
                  <a:lnTo>
                    <a:pt x="207" y="753"/>
                  </a:lnTo>
                  <a:lnTo>
                    <a:pt x="212" y="729"/>
                  </a:lnTo>
                  <a:lnTo>
                    <a:pt x="225" y="709"/>
                  </a:lnTo>
                  <a:lnTo>
                    <a:pt x="244" y="693"/>
                  </a:lnTo>
                  <a:lnTo>
                    <a:pt x="267" y="685"/>
                  </a:lnTo>
                  <a:lnTo>
                    <a:pt x="347" y="365"/>
                  </a:lnTo>
                  <a:lnTo>
                    <a:pt x="99" y="129"/>
                  </a:lnTo>
                  <a:lnTo>
                    <a:pt x="83" y="134"/>
                  </a:lnTo>
                  <a:lnTo>
                    <a:pt x="68" y="137"/>
                  </a:lnTo>
                  <a:lnTo>
                    <a:pt x="47" y="132"/>
                  </a:lnTo>
                  <a:lnTo>
                    <a:pt x="28" y="123"/>
                  </a:lnTo>
                  <a:lnTo>
                    <a:pt x="13" y="108"/>
                  </a:lnTo>
                  <a:lnTo>
                    <a:pt x="3" y="90"/>
                  </a:lnTo>
                  <a:lnTo>
                    <a:pt x="0" y="68"/>
                  </a:lnTo>
                  <a:lnTo>
                    <a:pt x="3" y="47"/>
                  </a:lnTo>
                  <a:lnTo>
                    <a:pt x="13" y="28"/>
                  </a:lnTo>
                  <a:lnTo>
                    <a:pt x="28" y="13"/>
                  </a:lnTo>
                  <a:lnTo>
                    <a:pt x="47" y="3"/>
                  </a:lnTo>
                  <a:lnTo>
                    <a:pt x="68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7183437" y="2862263"/>
              <a:ext cx="922338" cy="1319213"/>
            </a:xfrm>
            <a:custGeom>
              <a:avLst/>
              <a:gdLst/>
              <a:ahLst/>
              <a:cxnLst/>
              <a:rect l="l" t="t" r="r" b="b"/>
              <a:pathLst>
                <a:path w="581" h="831">
                  <a:moveTo>
                    <a:pt x="512" y="742"/>
                  </a:moveTo>
                  <a:lnTo>
                    <a:pt x="506" y="742"/>
                  </a:lnTo>
                  <a:lnTo>
                    <a:pt x="499" y="745"/>
                  </a:lnTo>
                  <a:lnTo>
                    <a:pt x="495" y="749"/>
                  </a:lnTo>
                  <a:lnTo>
                    <a:pt x="492" y="756"/>
                  </a:lnTo>
                  <a:lnTo>
                    <a:pt x="490" y="764"/>
                  </a:lnTo>
                  <a:lnTo>
                    <a:pt x="492" y="771"/>
                  </a:lnTo>
                  <a:lnTo>
                    <a:pt x="495" y="778"/>
                  </a:lnTo>
                  <a:lnTo>
                    <a:pt x="499" y="782"/>
                  </a:lnTo>
                  <a:lnTo>
                    <a:pt x="506" y="786"/>
                  </a:lnTo>
                  <a:lnTo>
                    <a:pt x="512" y="786"/>
                  </a:lnTo>
                  <a:lnTo>
                    <a:pt x="520" y="786"/>
                  </a:lnTo>
                  <a:lnTo>
                    <a:pt x="526" y="782"/>
                  </a:lnTo>
                  <a:lnTo>
                    <a:pt x="531" y="778"/>
                  </a:lnTo>
                  <a:lnTo>
                    <a:pt x="534" y="771"/>
                  </a:lnTo>
                  <a:lnTo>
                    <a:pt x="536" y="764"/>
                  </a:lnTo>
                  <a:lnTo>
                    <a:pt x="534" y="756"/>
                  </a:lnTo>
                  <a:lnTo>
                    <a:pt x="531" y="749"/>
                  </a:lnTo>
                  <a:lnTo>
                    <a:pt x="526" y="745"/>
                  </a:lnTo>
                  <a:lnTo>
                    <a:pt x="520" y="742"/>
                  </a:lnTo>
                  <a:lnTo>
                    <a:pt x="512" y="742"/>
                  </a:lnTo>
                  <a:close/>
                  <a:moveTo>
                    <a:pt x="192" y="46"/>
                  </a:moveTo>
                  <a:lnTo>
                    <a:pt x="184" y="47"/>
                  </a:lnTo>
                  <a:lnTo>
                    <a:pt x="177" y="50"/>
                  </a:lnTo>
                  <a:lnTo>
                    <a:pt x="173" y="55"/>
                  </a:lnTo>
                  <a:lnTo>
                    <a:pt x="170" y="61"/>
                  </a:lnTo>
                  <a:lnTo>
                    <a:pt x="168" y="69"/>
                  </a:lnTo>
                  <a:lnTo>
                    <a:pt x="170" y="76"/>
                  </a:lnTo>
                  <a:lnTo>
                    <a:pt x="173" y="82"/>
                  </a:lnTo>
                  <a:lnTo>
                    <a:pt x="177" y="87"/>
                  </a:lnTo>
                  <a:lnTo>
                    <a:pt x="184" y="90"/>
                  </a:lnTo>
                  <a:lnTo>
                    <a:pt x="192" y="91"/>
                  </a:lnTo>
                  <a:lnTo>
                    <a:pt x="198" y="90"/>
                  </a:lnTo>
                  <a:lnTo>
                    <a:pt x="204" y="87"/>
                  </a:lnTo>
                  <a:lnTo>
                    <a:pt x="209" y="82"/>
                  </a:lnTo>
                  <a:lnTo>
                    <a:pt x="212" y="76"/>
                  </a:lnTo>
                  <a:lnTo>
                    <a:pt x="214" y="69"/>
                  </a:lnTo>
                  <a:lnTo>
                    <a:pt x="212" y="61"/>
                  </a:lnTo>
                  <a:lnTo>
                    <a:pt x="209" y="55"/>
                  </a:lnTo>
                  <a:lnTo>
                    <a:pt x="204" y="50"/>
                  </a:lnTo>
                  <a:lnTo>
                    <a:pt x="198" y="47"/>
                  </a:lnTo>
                  <a:lnTo>
                    <a:pt x="192" y="46"/>
                  </a:lnTo>
                  <a:close/>
                  <a:moveTo>
                    <a:pt x="192" y="0"/>
                  </a:moveTo>
                  <a:lnTo>
                    <a:pt x="212" y="3"/>
                  </a:lnTo>
                  <a:lnTo>
                    <a:pt x="231" y="14"/>
                  </a:lnTo>
                  <a:lnTo>
                    <a:pt x="247" y="28"/>
                  </a:lnTo>
                  <a:lnTo>
                    <a:pt x="256" y="47"/>
                  </a:lnTo>
                  <a:lnTo>
                    <a:pt x="259" y="69"/>
                  </a:lnTo>
                  <a:lnTo>
                    <a:pt x="256" y="90"/>
                  </a:lnTo>
                  <a:lnTo>
                    <a:pt x="247" y="109"/>
                  </a:lnTo>
                  <a:lnTo>
                    <a:pt x="231" y="124"/>
                  </a:lnTo>
                  <a:lnTo>
                    <a:pt x="212" y="134"/>
                  </a:lnTo>
                  <a:lnTo>
                    <a:pt x="192" y="137"/>
                  </a:lnTo>
                  <a:lnTo>
                    <a:pt x="56" y="547"/>
                  </a:lnTo>
                  <a:lnTo>
                    <a:pt x="463" y="716"/>
                  </a:lnTo>
                  <a:lnTo>
                    <a:pt x="477" y="705"/>
                  </a:lnTo>
                  <a:lnTo>
                    <a:pt x="493" y="698"/>
                  </a:lnTo>
                  <a:lnTo>
                    <a:pt x="512" y="696"/>
                  </a:lnTo>
                  <a:lnTo>
                    <a:pt x="534" y="699"/>
                  </a:lnTo>
                  <a:lnTo>
                    <a:pt x="553" y="709"/>
                  </a:lnTo>
                  <a:lnTo>
                    <a:pt x="567" y="723"/>
                  </a:lnTo>
                  <a:lnTo>
                    <a:pt x="576" y="742"/>
                  </a:lnTo>
                  <a:lnTo>
                    <a:pt x="581" y="764"/>
                  </a:lnTo>
                  <a:lnTo>
                    <a:pt x="576" y="786"/>
                  </a:lnTo>
                  <a:lnTo>
                    <a:pt x="567" y="804"/>
                  </a:lnTo>
                  <a:lnTo>
                    <a:pt x="553" y="819"/>
                  </a:lnTo>
                  <a:lnTo>
                    <a:pt x="534" y="828"/>
                  </a:lnTo>
                  <a:lnTo>
                    <a:pt x="512" y="831"/>
                  </a:lnTo>
                  <a:lnTo>
                    <a:pt x="492" y="828"/>
                  </a:lnTo>
                  <a:lnTo>
                    <a:pt x="473" y="819"/>
                  </a:lnTo>
                  <a:lnTo>
                    <a:pt x="457" y="804"/>
                  </a:lnTo>
                  <a:lnTo>
                    <a:pt x="448" y="786"/>
                  </a:lnTo>
                  <a:lnTo>
                    <a:pt x="444" y="764"/>
                  </a:lnTo>
                  <a:lnTo>
                    <a:pt x="444" y="757"/>
                  </a:lnTo>
                  <a:lnTo>
                    <a:pt x="0" y="572"/>
                  </a:lnTo>
                  <a:lnTo>
                    <a:pt x="148" y="121"/>
                  </a:lnTo>
                  <a:lnTo>
                    <a:pt x="135" y="107"/>
                  </a:lnTo>
                  <a:lnTo>
                    <a:pt x="126" y="90"/>
                  </a:lnTo>
                  <a:lnTo>
                    <a:pt x="122" y="69"/>
                  </a:lnTo>
                  <a:lnTo>
                    <a:pt x="126" y="47"/>
                  </a:lnTo>
                  <a:lnTo>
                    <a:pt x="137" y="28"/>
                  </a:lnTo>
                  <a:lnTo>
                    <a:pt x="151" y="14"/>
                  </a:lnTo>
                  <a:lnTo>
                    <a:pt x="170" y="3"/>
                  </a:lnTo>
                  <a:lnTo>
                    <a:pt x="192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562474" y="2203450"/>
              <a:ext cx="1847850" cy="406400"/>
            </a:xfrm>
            <a:custGeom>
              <a:avLst/>
              <a:gdLst/>
              <a:ahLst/>
              <a:cxnLst/>
              <a:rect l="l" t="t" r="r" b="b"/>
              <a:pathLst>
                <a:path w="1164" h="256">
                  <a:moveTo>
                    <a:pt x="1095" y="165"/>
                  </a:moveTo>
                  <a:lnTo>
                    <a:pt x="1089" y="167"/>
                  </a:lnTo>
                  <a:lnTo>
                    <a:pt x="1082" y="170"/>
                  </a:lnTo>
                  <a:lnTo>
                    <a:pt x="1076" y="175"/>
                  </a:lnTo>
                  <a:lnTo>
                    <a:pt x="1073" y="181"/>
                  </a:lnTo>
                  <a:lnTo>
                    <a:pt x="1073" y="187"/>
                  </a:lnTo>
                  <a:lnTo>
                    <a:pt x="1073" y="195"/>
                  </a:lnTo>
                  <a:lnTo>
                    <a:pt x="1076" y="202"/>
                  </a:lnTo>
                  <a:lnTo>
                    <a:pt x="1082" y="206"/>
                  </a:lnTo>
                  <a:lnTo>
                    <a:pt x="1089" y="209"/>
                  </a:lnTo>
                  <a:lnTo>
                    <a:pt x="1095" y="211"/>
                  </a:lnTo>
                  <a:lnTo>
                    <a:pt x="1103" y="209"/>
                  </a:lnTo>
                  <a:lnTo>
                    <a:pt x="1109" y="206"/>
                  </a:lnTo>
                  <a:lnTo>
                    <a:pt x="1114" y="202"/>
                  </a:lnTo>
                  <a:lnTo>
                    <a:pt x="1117" y="195"/>
                  </a:lnTo>
                  <a:lnTo>
                    <a:pt x="1118" y="187"/>
                  </a:lnTo>
                  <a:lnTo>
                    <a:pt x="1117" y="181"/>
                  </a:lnTo>
                  <a:lnTo>
                    <a:pt x="1114" y="175"/>
                  </a:lnTo>
                  <a:lnTo>
                    <a:pt x="1109" y="170"/>
                  </a:lnTo>
                  <a:lnTo>
                    <a:pt x="1103" y="167"/>
                  </a:lnTo>
                  <a:lnTo>
                    <a:pt x="1095" y="165"/>
                  </a:lnTo>
                  <a:close/>
                  <a:moveTo>
                    <a:pt x="69" y="159"/>
                  </a:moveTo>
                  <a:lnTo>
                    <a:pt x="61" y="161"/>
                  </a:lnTo>
                  <a:lnTo>
                    <a:pt x="55" y="164"/>
                  </a:lnTo>
                  <a:lnTo>
                    <a:pt x="50" y="169"/>
                  </a:lnTo>
                  <a:lnTo>
                    <a:pt x="47" y="175"/>
                  </a:lnTo>
                  <a:lnTo>
                    <a:pt x="45" y="181"/>
                  </a:lnTo>
                  <a:lnTo>
                    <a:pt x="47" y="189"/>
                  </a:lnTo>
                  <a:lnTo>
                    <a:pt x="50" y="195"/>
                  </a:lnTo>
                  <a:lnTo>
                    <a:pt x="55" y="200"/>
                  </a:lnTo>
                  <a:lnTo>
                    <a:pt x="61" y="203"/>
                  </a:lnTo>
                  <a:lnTo>
                    <a:pt x="69" y="205"/>
                  </a:lnTo>
                  <a:lnTo>
                    <a:pt x="75" y="203"/>
                  </a:lnTo>
                  <a:lnTo>
                    <a:pt x="82" y="200"/>
                  </a:lnTo>
                  <a:lnTo>
                    <a:pt x="88" y="195"/>
                  </a:lnTo>
                  <a:lnTo>
                    <a:pt x="91" y="189"/>
                  </a:lnTo>
                  <a:lnTo>
                    <a:pt x="91" y="181"/>
                  </a:lnTo>
                  <a:lnTo>
                    <a:pt x="91" y="175"/>
                  </a:lnTo>
                  <a:lnTo>
                    <a:pt x="88" y="169"/>
                  </a:lnTo>
                  <a:lnTo>
                    <a:pt x="82" y="164"/>
                  </a:lnTo>
                  <a:lnTo>
                    <a:pt x="75" y="161"/>
                  </a:lnTo>
                  <a:lnTo>
                    <a:pt x="69" y="159"/>
                  </a:lnTo>
                  <a:close/>
                  <a:moveTo>
                    <a:pt x="961" y="0"/>
                  </a:moveTo>
                  <a:lnTo>
                    <a:pt x="1084" y="121"/>
                  </a:lnTo>
                  <a:lnTo>
                    <a:pt x="1095" y="120"/>
                  </a:lnTo>
                  <a:lnTo>
                    <a:pt x="1117" y="123"/>
                  </a:lnTo>
                  <a:lnTo>
                    <a:pt x="1136" y="132"/>
                  </a:lnTo>
                  <a:lnTo>
                    <a:pt x="1150" y="148"/>
                  </a:lnTo>
                  <a:lnTo>
                    <a:pt x="1159" y="167"/>
                  </a:lnTo>
                  <a:lnTo>
                    <a:pt x="1164" y="187"/>
                  </a:lnTo>
                  <a:lnTo>
                    <a:pt x="1159" y="209"/>
                  </a:lnTo>
                  <a:lnTo>
                    <a:pt x="1150" y="228"/>
                  </a:lnTo>
                  <a:lnTo>
                    <a:pt x="1136" y="242"/>
                  </a:lnTo>
                  <a:lnTo>
                    <a:pt x="1117" y="253"/>
                  </a:lnTo>
                  <a:lnTo>
                    <a:pt x="1095" y="256"/>
                  </a:lnTo>
                  <a:lnTo>
                    <a:pt x="1073" y="253"/>
                  </a:lnTo>
                  <a:lnTo>
                    <a:pt x="1054" y="242"/>
                  </a:lnTo>
                  <a:lnTo>
                    <a:pt x="1040" y="228"/>
                  </a:lnTo>
                  <a:lnTo>
                    <a:pt x="1030" y="209"/>
                  </a:lnTo>
                  <a:lnTo>
                    <a:pt x="1027" y="187"/>
                  </a:lnTo>
                  <a:lnTo>
                    <a:pt x="1030" y="164"/>
                  </a:lnTo>
                  <a:lnTo>
                    <a:pt x="1043" y="143"/>
                  </a:lnTo>
                  <a:lnTo>
                    <a:pt x="947" y="49"/>
                  </a:lnTo>
                  <a:lnTo>
                    <a:pt x="137" y="191"/>
                  </a:lnTo>
                  <a:lnTo>
                    <a:pt x="129" y="214"/>
                  </a:lnTo>
                  <a:lnTo>
                    <a:pt x="115" y="233"/>
                  </a:lnTo>
                  <a:lnTo>
                    <a:pt x="94" y="245"/>
                  </a:lnTo>
                  <a:lnTo>
                    <a:pt x="69" y="250"/>
                  </a:lnTo>
                  <a:lnTo>
                    <a:pt x="47" y="247"/>
                  </a:lnTo>
                  <a:lnTo>
                    <a:pt x="28" y="236"/>
                  </a:lnTo>
                  <a:lnTo>
                    <a:pt x="14" y="222"/>
                  </a:lnTo>
                  <a:lnTo>
                    <a:pt x="5" y="203"/>
                  </a:lnTo>
                  <a:lnTo>
                    <a:pt x="0" y="181"/>
                  </a:lnTo>
                  <a:lnTo>
                    <a:pt x="5" y="161"/>
                  </a:lnTo>
                  <a:lnTo>
                    <a:pt x="14" y="142"/>
                  </a:lnTo>
                  <a:lnTo>
                    <a:pt x="28" y="126"/>
                  </a:lnTo>
                  <a:lnTo>
                    <a:pt x="47" y="117"/>
                  </a:lnTo>
                  <a:lnTo>
                    <a:pt x="69" y="114"/>
                  </a:lnTo>
                  <a:lnTo>
                    <a:pt x="93" y="118"/>
                  </a:lnTo>
                  <a:lnTo>
                    <a:pt x="111" y="129"/>
                  </a:lnTo>
                  <a:lnTo>
                    <a:pt x="127" y="145"/>
                  </a:lnTo>
                  <a:lnTo>
                    <a:pt x="961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6619874" y="4929188"/>
              <a:ext cx="815975" cy="304800"/>
            </a:xfrm>
            <a:custGeom>
              <a:avLst/>
              <a:gdLst/>
              <a:ahLst/>
              <a:cxnLst/>
              <a:rect l="l" t="t" r="r" b="b"/>
              <a:pathLst>
                <a:path w="514" h="192">
                  <a:moveTo>
                    <a:pt x="69" y="101"/>
                  </a:moveTo>
                  <a:lnTo>
                    <a:pt x="61" y="103"/>
                  </a:lnTo>
                  <a:lnTo>
                    <a:pt x="55" y="106"/>
                  </a:lnTo>
                  <a:lnTo>
                    <a:pt x="50" y="110"/>
                  </a:lnTo>
                  <a:lnTo>
                    <a:pt x="47" y="117"/>
                  </a:lnTo>
                  <a:lnTo>
                    <a:pt x="45" y="125"/>
                  </a:lnTo>
                  <a:lnTo>
                    <a:pt x="47" y="131"/>
                  </a:lnTo>
                  <a:lnTo>
                    <a:pt x="50" y="137"/>
                  </a:lnTo>
                  <a:lnTo>
                    <a:pt x="55" y="142"/>
                  </a:lnTo>
                  <a:lnTo>
                    <a:pt x="61" y="145"/>
                  </a:lnTo>
                  <a:lnTo>
                    <a:pt x="69" y="147"/>
                  </a:lnTo>
                  <a:lnTo>
                    <a:pt x="75" y="145"/>
                  </a:lnTo>
                  <a:lnTo>
                    <a:pt x="82" y="142"/>
                  </a:lnTo>
                  <a:lnTo>
                    <a:pt x="86" y="137"/>
                  </a:lnTo>
                  <a:lnTo>
                    <a:pt x="89" y="131"/>
                  </a:lnTo>
                  <a:lnTo>
                    <a:pt x="91" y="125"/>
                  </a:lnTo>
                  <a:lnTo>
                    <a:pt x="89" y="117"/>
                  </a:lnTo>
                  <a:lnTo>
                    <a:pt x="86" y="110"/>
                  </a:lnTo>
                  <a:lnTo>
                    <a:pt x="82" y="106"/>
                  </a:lnTo>
                  <a:lnTo>
                    <a:pt x="75" y="103"/>
                  </a:lnTo>
                  <a:lnTo>
                    <a:pt x="69" y="101"/>
                  </a:lnTo>
                  <a:close/>
                  <a:moveTo>
                    <a:pt x="446" y="46"/>
                  </a:moveTo>
                  <a:lnTo>
                    <a:pt x="438" y="48"/>
                  </a:lnTo>
                  <a:lnTo>
                    <a:pt x="432" y="51"/>
                  </a:lnTo>
                  <a:lnTo>
                    <a:pt x="427" y="55"/>
                  </a:lnTo>
                  <a:lnTo>
                    <a:pt x="424" y="62"/>
                  </a:lnTo>
                  <a:lnTo>
                    <a:pt x="422" y="70"/>
                  </a:lnTo>
                  <a:lnTo>
                    <a:pt x="424" y="76"/>
                  </a:lnTo>
                  <a:lnTo>
                    <a:pt x="427" y="82"/>
                  </a:lnTo>
                  <a:lnTo>
                    <a:pt x="432" y="87"/>
                  </a:lnTo>
                  <a:lnTo>
                    <a:pt x="438" y="90"/>
                  </a:lnTo>
                  <a:lnTo>
                    <a:pt x="446" y="92"/>
                  </a:lnTo>
                  <a:lnTo>
                    <a:pt x="452" y="90"/>
                  </a:lnTo>
                  <a:lnTo>
                    <a:pt x="459" y="87"/>
                  </a:lnTo>
                  <a:lnTo>
                    <a:pt x="463" y="82"/>
                  </a:lnTo>
                  <a:lnTo>
                    <a:pt x="466" y="76"/>
                  </a:lnTo>
                  <a:lnTo>
                    <a:pt x="468" y="70"/>
                  </a:lnTo>
                  <a:lnTo>
                    <a:pt x="466" y="62"/>
                  </a:lnTo>
                  <a:lnTo>
                    <a:pt x="463" y="55"/>
                  </a:lnTo>
                  <a:lnTo>
                    <a:pt x="459" y="51"/>
                  </a:lnTo>
                  <a:lnTo>
                    <a:pt x="452" y="48"/>
                  </a:lnTo>
                  <a:lnTo>
                    <a:pt x="446" y="46"/>
                  </a:lnTo>
                  <a:close/>
                  <a:moveTo>
                    <a:pt x="446" y="0"/>
                  </a:moveTo>
                  <a:lnTo>
                    <a:pt x="466" y="4"/>
                  </a:lnTo>
                  <a:lnTo>
                    <a:pt x="485" y="15"/>
                  </a:lnTo>
                  <a:lnTo>
                    <a:pt x="501" y="29"/>
                  </a:lnTo>
                  <a:lnTo>
                    <a:pt x="510" y="48"/>
                  </a:lnTo>
                  <a:lnTo>
                    <a:pt x="514" y="70"/>
                  </a:lnTo>
                  <a:lnTo>
                    <a:pt x="510" y="90"/>
                  </a:lnTo>
                  <a:lnTo>
                    <a:pt x="501" y="109"/>
                  </a:lnTo>
                  <a:lnTo>
                    <a:pt x="485" y="125"/>
                  </a:lnTo>
                  <a:lnTo>
                    <a:pt x="466" y="134"/>
                  </a:lnTo>
                  <a:lnTo>
                    <a:pt x="446" y="137"/>
                  </a:lnTo>
                  <a:lnTo>
                    <a:pt x="426" y="134"/>
                  </a:lnTo>
                  <a:lnTo>
                    <a:pt x="408" y="126"/>
                  </a:lnTo>
                  <a:lnTo>
                    <a:pt x="394" y="114"/>
                  </a:lnTo>
                  <a:lnTo>
                    <a:pt x="383" y="98"/>
                  </a:lnTo>
                  <a:lnTo>
                    <a:pt x="137" y="128"/>
                  </a:lnTo>
                  <a:lnTo>
                    <a:pt x="132" y="148"/>
                  </a:lnTo>
                  <a:lnTo>
                    <a:pt x="122" y="165"/>
                  </a:lnTo>
                  <a:lnTo>
                    <a:pt x="108" y="180"/>
                  </a:lnTo>
                  <a:lnTo>
                    <a:pt x="89" y="189"/>
                  </a:lnTo>
                  <a:lnTo>
                    <a:pt x="69" y="192"/>
                  </a:lnTo>
                  <a:lnTo>
                    <a:pt x="47" y="189"/>
                  </a:lnTo>
                  <a:lnTo>
                    <a:pt x="28" y="180"/>
                  </a:lnTo>
                  <a:lnTo>
                    <a:pt x="14" y="164"/>
                  </a:lnTo>
                  <a:lnTo>
                    <a:pt x="5" y="145"/>
                  </a:lnTo>
                  <a:lnTo>
                    <a:pt x="0" y="125"/>
                  </a:lnTo>
                  <a:lnTo>
                    <a:pt x="5" y="103"/>
                  </a:lnTo>
                  <a:lnTo>
                    <a:pt x="14" y="84"/>
                  </a:lnTo>
                  <a:lnTo>
                    <a:pt x="28" y="70"/>
                  </a:lnTo>
                  <a:lnTo>
                    <a:pt x="47" y="60"/>
                  </a:lnTo>
                  <a:lnTo>
                    <a:pt x="69" y="55"/>
                  </a:lnTo>
                  <a:lnTo>
                    <a:pt x="89" y="59"/>
                  </a:lnTo>
                  <a:lnTo>
                    <a:pt x="108" y="70"/>
                  </a:lnTo>
                  <a:lnTo>
                    <a:pt x="122" y="84"/>
                  </a:lnTo>
                  <a:lnTo>
                    <a:pt x="378" y="52"/>
                  </a:lnTo>
                  <a:lnTo>
                    <a:pt x="388" y="32"/>
                  </a:lnTo>
                  <a:lnTo>
                    <a:pt x="404" y="15"/>
                  </a:lnTo>
                  <a:lnTo>
                    <a:pt x="422" y="5"/>
                  </a:lnTo>
                  <a:lnTo>
                    <a:pt x="446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 fontScale="85000" lnSpcReduction="10000"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6419849" y="4652963"/>
              <a:ext cx="1287463" cy="387350"/>
            </a:xfrm>
            <a:custGeom>
              <a:avLst/>
              <a:gdLst/>
              <a:ahLst/>
              <a:cxnLst/>
              <a:rect l="l" t="t" r="r" b="b"/>
              <a:pathLst>
                <a:path w="811" h="244">
                  <a:moveTo>
                    <a:pt x="743" y="152"/>
                  </a:moveTo>
                  <a:lnTo>
                    <a:pt x="735" y="152"/>
                  </a:lnTo>
                  <a:lnTo>
                    <a:pt x="731" y="156"/>
                  </a:lnTo>
                  <a:lnTo>
                    <a:pt x="724" y="162"/>
                  </a:lnTo>
                  <a:lnTo>
                    <a:pt x="721" y="168"/>
                  </a:lnTo>
                  <a:lnTo>
                    <a:pt x="721" y="174"/>
                  </a:lnTo>
                  <a:lnTo>
                    <a:pt x="721" y="182"/>
                  </a:lnTo>
                  <a:lnTo>
                    <a:pt x="724" y="189"/>
                  </a:lnTo>
                  <a:lnTo>
                    <a:pt x="731" y="193"/>
                  </a:lnTo>
                  <a:lnTo>
                    <a:pt x="735" y="196"/>
                  </a:lnTo>
                  <a:lnTo>
                    <a:pt x="743" y="198"/>
                  </a:lnTo>
                  <a:lnTo>
                    <a:pt x="751" y="196"/>
                  </a:lnTo>
                  <a:lnTo>
                    <a:pt x="757" y="193"/>
                  </a:lnTo>
                  <a:lnTo>
                    <a:pt x="762" y="189"/>
                  </a:lnTo>
                  <a:lnTo>
                    <a:pt x="765" y="182"/>
                  </a:lnTo>
                  <a:lnTo>
                    <a:pt x="767" y="174"/>
                  </a:lnTo>
                  <a:lnTo>
                    <a:pt x="765" y="168"/>
                  </a:lnTo>
                  <a:lnTo>
                    <a:pt x="762" y="162"/>
                  </a:lnTo>
                  <a:lnTo>
                    <a:pt x="757" y="156"/>
                  </a:lnTo>
                  <a:lnTo>
                    <a:pt x="751" y="152"/>
                  </a:lnTo>
                  <a:lnTo>
                    <a:pt x="743" y="152"/>
                  </a:lnTo>
                  <a:close/>
                  <a:moveTo>
                    <a:pt x="68" y="123"/>
                  </a:moveTo>
                  <a:lnTo>
                    <a:pt x="61" y="124"/>
                  </a:lnTo>
                  <a:lnTo>
                    <a:pt x="55" y="127"/>
                  </a:lnTo>
                  <a:lnTo>
                    <a:pt x="49" y="132"/>
                  </a:lnTo>
                  <a:lnTo>
                    <a:pt x="46" y="138"/>
                  </a:lnTo>
                  <a:lnTo>
                    <a:pt x="46" y="146"/>
                  </a:lnTo>
                  <a:lnTo>
                    <a:pt x="46" y="152"/>
                  </a:lnTo>
                  <a:lnTo>
                    <a:pt x="49" y="159"/>
                  </a:lnTo>
                  <a:lnTo>
                    <a:pt x="55" y="163"/>
                  </a:lnTo>
                  <a:lnTo>
                    <a:pt x="61" y="167"/>
                  </a:lnTo>
                  <a:lnTo>
                    <a:pt x="68" y="168"/>
                  </a:lnTo>
                  <a:lnTo>
                    <a:pt x="76" y="167"/>
                  </a:lnTo>
                  <a:lnTo>
                    <a:pt x="82" y="163"/>
                  </a:lnTo>
                  <a:lnTo>
                    <a:pt x="87" y="159"/>
                  </a:lnTo>
                  <a:lnTo>
                    <a:pt x="90" y="152"/>
                  </a:lnTo>
                  <a:lnTo>
                    <a:pt x="91" y="146"/>
                  </a:lnTo>
                  <a:lnTo>
                    <a:pt x="90" y="138"/>
                  </a:lnTo>
                  <a:lnTo>
                    <a:pt x="87" y="132"/>
                  </a:lnTo>
                  <a:lnTo>
                    <a:pt x="82" y="127"/>
                  </a:lnTo>
                  <a:lnTo>
                    <a:pt x="76" y="124"/>
                  </a:lnTo>
                  <a:lnTo>
                    <a:pt x="68" y="123"/>
                  </a:lnTo>
                  <a:close/>
                  <a:moveTo>
                    <a:pt x="567" y="0"/>
                  </a:moveTo>
                  <a:lnTo>
                    <a:pt x="707" y="116"/>
                  </a:lnTo>
                  <a:lnTo>
                    <a:pt x="724" y="108"/>
                  </a:lnTo>
                  <a:lnTo>
                    <a:pt x="743" y="107"/>
                  </a:lnTo>
                  <a:lnTo>
                    <a:pt x="765" y="110"/>
                  </a:lnTo>
                  <a:lnTo>
                    <a:pt x="784" y="119"/>
                  </a:lnTo>
                  <a:lnTo>
                    <a:pt x="798" y="135"/>
                  </a:lnTo>
                  <a:lnTo>
                    <a:pt x="808" y="152"/>
                  </a:lnTo>
                  <a:lnTo>
                    <a:pt x="811" y="174"/>
                  </a:lnTo>
                  <a:lnTo>
                    <a:pt x="808" y="196"/>
                  </a:lnTo>
                  <a:lnTo>
                    <a:pt x="798" y="215"/>
                  </a:lnTo>
                  <a:lnTo>
                    <a:pt x="784" y="229"/>
                  </a:lnTo>
                  <a:lnTo>
                    <a:pt x="765" y="239"/>
                  </a:lnTo>
                  <a:lnTo>
                    <a:pt x="743" y="244"/>
                  </a:lnTo>
                  <a:lnTo>
                    <a:pt x="721" y="239"/>
                  </a:lnTo>
                  <a:lnTo>
                    <a:pt x="702" y="229"/>
                  </a:lnTo>
                  <a:lnTo>
                    <a:pt x="688" y="215"/>
                  </a:lnTo>
                  <a:lnTo>
                    <a:pt x="679" y="196"/>
                  </a:lnTo>
                  <a:lnTo>
                    <a:pt x="676" y="174"/>
                  </a:lnTo>
                  <a:lnTo>
                    <a:pt x="676" y="163"/>
                  </a:lnTo>
                  <a:lnTo>
                    <a:pt x="679" y="152"/>
                  </a:lnTo>
                  <a:lnTo>
                    <a:pt x="556" y="50"/>
                  </a:lnTo>
                  <a:lnTo>
                    <a:pt x="135" y="145"/>
                  </a:lnTo>
                  <a:lnTo>
                    <a:pt x="135" y="146"/>
                  </a:lnTo>
                  <a:lnTo>
                    <a:pt x="132" y="167"/>
                  </a:lnTo>
                  <a:lnTo>
                    <a:pt x="123" y="185"/>
                  </a:lnTo>
                  <a:lnTo>
                    <a:pt x="109" y="201"/>
                  </a:lnTo>
                  <a:lnTo>
                    <a:pt x="90" y="211"/>
                  </a:lnTo>
                  <a:lnTo>
                    <a:pt x="68" y="214"/>
                  </a:lnTo>
                  <a:lnTo>
                    <a:pt x="46" y="211"/>
                  </a:lnTo>
                  <a:lnTo>
                    <a:pt x="27" y="201"/>
                  </a:lnTo>
                  <a:lnTo>
                    <a:pt x="13" y="185"/>
                  </a:lnTo>
                  <a:lnTo>
                    <a:pt x="3" y="167"/>
                  </a:lnTo>
                  <a:lnTo>
                    <a:pt x="0" y="146"/>
                  </a:lnTo>
                  <a:lnTo>
                    <a:pt x="3" y="124"/>
                  </a:lnTo>
                  <a:lnTo>
                    <a:pt x="13" y="105"/>
                  </a:lnTo>
                  <a:lnTo>
                    <a:pt x="27" y="91"/>
                  </a:lnTo>
                  <a:lnTo>
                    <a:pt x="46" y="80"/>
                  </a:lnTo>
                  <a:lnTo>
                    <a:pt x="68" y="77"/>
                  </a:lnTo>
                  <a:lnTo>
                    <a:pt x="88" y="80"/>
                  </a:lnTo>
                  <a:lnTo>
                    <a:pt x="105" y="88"/>
                  </a:lnTo>
                  <a:lnTo>
                    <a:pt x="120" y="102"/>
                  </a:lnTo>
                  <a:lnTo>
                    <a:pt x="567" y="0"/>
                  </a:lnTo>
                  <a:close/>
                </a:path>
              </a:pathLst>
            </a:custGeom>
            <a:grpFill/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 flipH="1">
            <a:off x="692135" y="2785222"/>
            <a:ext cx="3038453" cy="231640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LLMs typically rely on pre-existing knowledge; they often struggle with tasks requiring information beyond their initial training data, which limits their applicability in dynamic environments.</a:t>
            </a:r>
          </a:p>
        </p:txBody>
      </p:sp>
      <p:sp>
        <p:nvSpPr>
          <p:cNvPr id="29" name="TextBox 29"/>
          <p:cNvSpPr txBox="1"/>
          <p:nvPr/>
        </p:nvSpPr>
        <p:spPr>
          <a:xfrm flipH="1">
            <a:off x="417264" y="2541652"/>
            <a:ext cx="303845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Traditional LLM Limitations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3414295" y="2631022"/>
            <a:ext cx="154200" cy="1542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203944" y="1524000"/>
            <a:ext cx="3297333" cy="231640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ReSearch addresses these limitations by equipping LLMs with the ability to actively search for relevant information during the reasoning process; this involves iterative cycles of search, analysis, and decision-making.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86800" y="1219200"/>
            <a:ext cx="276499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ReSearch Approach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 flipH="1">
            <a:off x="8504984" y="1378458"/>
            <a:ext cx="154200" cy="154200"/>
          </a:xfrm>
          <a:prstGeom prst="ellipse">
            <a:avLst/>
          </a:prstGeom>
          <a:solidFill>
            <a:schemeClr val="accent3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019460" y="4610723"/>
            <a:ext cx="3893778" cy="1993238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integration of search ensures that LLMs can access the most current and relevant data, substantially improving the accuracy and reliability of their outputs; consequently, this approach enhances their utility in real-world scenarios.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52849" y="4233446"/>
            <a:ext cx="378675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Improved Accuracy </a:t>
            </a:r>
            <a:r>
              <a:rPr lang="en-CA" altLang="zh-CN" sz="1600" b="1" dirty="0">
                <a:solidFill>
                  <a:srgbClr val="000000"/>
                </a:solidFill>
                <a:latin typeface="微软雅黑"/>
                <a:ea typeface="微软雅黑"/>
              </a:rPr>
              <a:t>&amp; </a:t>
            </a: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Relevance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 flipH="1">
            <a:off x="8582084" y="4019004"/>
            <a:ext cx="154200" cy="154200"/>
          </a:xfrm>
          <a:prstGeom prst="ellipse">
            <a:avLst/>
          </a:prstGeom>
          <a:solidFill>
            <a:schemeClr val="accent4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grpSp>
        <p:nvGrpSpPr>
          <p:cNvPr id="37" name="Group 37"/>
          <p:cNvGrpSpPr/>
          <p:nvPr/>
        </p:nvGrpSpPr>
        <p:grpSpPr>
          <a:xfrm>
            <a:off x="4921179" y="2301998"/>
            <a:ext cx="2813199" cy="1311051"/>
            <a:chOff x="4908549" y="3001963"/>
            <a:chExt cx="2851150" cy="1328738"/>
          </a:xfrm>
        </p:grpSpPr>
        <p:sp>
          <p:nvSpPr>
            <p:cNvPr id="38" name="Freeform 38"/>
            <p:cNvSpPr/>
            <p:nvPr/>
          </p:nvSpPr>
          <p:spPr>
            <a:xfrm>
              <a:off x="4908549" y="3246438"/>
              <a:ext cx="1406525" cy="1084263"/>
            </a:xfrm>
            <a:custGeom>
              <a:avLst/>
              <a:gdLst/>
              <a:ahLst/>
              <a:cxnLst/>
              <a:rect l="l" t="t" r="r" b="b"/>
              <a:pathLst>
                <a:path w="886" h="683">
                  <a:moveTo>
                    <a:pt x="819" y="592"/>
                  </a:moveTo>
                  <a:lnTo>
                    <a:pt x="811" y="594"/>
                  </a:lnTo>
                  <a:lnTo>
                    <a:pt x="805" y="597"/>
                  </a:lnTo>
                  <a:lnTo>
                    <a:pt x="800" y="602"/>
                  </a:lnTo>
                  <a:lnTo>
                    <a:pt x="797" y="608"/>
                  </a:lnTo>
                  <a:lnTo>
                    <a:pt x="795" y="616"/>
                  </a:lnTo>
                  <a:lnTo>
                    <a:pt x="797" y="622"/>
                  </a:lnTo>
                  <a:lnTo>
                    <a:pt x="800" y="628"/>
                  </a:lnTo>
                  <a:lnTo>
                    <a:pt x="805" y="635"/>
                  </a:lnTo>
                  <a:lnTo>
                    <a:pt x="811" y="638"/>
                  </a:lnTo>
                  <a:lnTo>
                    <a:pt x="819" y="638"/>
                  </a:lnTo>
                  <a:lnTo>
                    <a:pt x="825" y="638"/>
                  </a:lnTo>
                  <a:lnTo>
                    <a:pt x="831" y="635"/>
                  </a:lnTo>
                  <a:lnTo>
                    <a:pt x="838" y="628"/>
                  </a:lnTo>
                  <a:lnTo>
                    <a:pt x="841" y="622"/>
                  </a:lnTo>
                  <a:lnTo>
                    <a:pt x="841" y="616"/>
                  </a:lnTo>
                  <a:lnTo>
                    <a:pt x="841" y="608"/>
                  </a:lnTo>
                  <a:lnTo>
                    <a:pt x="838" y="602"/>
                  </a:lnTo>
                  <a:lnTo>
                    <a:pt x="831" y="597"/>
                  </a:lnTo>
                  <a:lnTo>
                    <a:pt x="825" y="594"/>
                  </a:lnTo>
                  <a:lnTo>
                    <a:pt x="819" y="592"/>
                  </a:lnTo>
                  <a:close/>
                  <a:moveTo>
                    <a:pt x="68" y="102"/>
                  </a:moveTo>
                  <a:lnTo>
                    <a:pt x="62" y="104"/>
                  </a:lnTo>
                  <a:lnTo>
                    <a:pt x="55" y="107"/>
                  </a:lnTo>
                  <a:lnTo>
                    <a:pt x="51" y="112"/>
                  </a:lnTo>
                  <a:lnTo>
                    <a:pt x="47" y="118"/>
                  </a:lnTo>
                  <a:lnTo>
                    <a:pt x="46" y="126"/>
                  </a:lnTo>
                  <a:lnTo>
                    <a:pt x="47" y="132"/>
                  </a:lnTo>
                  <a:lnTo>
                    <a:pt x="51" y="138"/>
                  </a:lnTo>
                  <a:lnTo>
                    <a:pt x="55" y="143"/>
                  </a:lnTo>
                  <a:lnTo>
                    <a:pt x="62" y="148"/>
                  </a:lnTo>
                  <a:lnTo>
                    <a:pt x="68" y="148"/>
                  </a:lnTo>
                  <a:lnTo>
                    <a:pt x="76" y="148"/>
                  </a:lnTo>
                  <a:lnTo>
                    <a:pt x="82" y="143"/>
                  </a:lnTo>
                  <a:lnTo>
                    <a:pt x="87" y="138"/>
                  </a:lnTo>
                  <a:lnTo>
                    <a:pt x="90" y="132"/>
                  </a:lnTo>
                  <a:lnTo>
                    <a:pt x="91" y="126"/>
                  </a:lnTo>
                  <a:lnTo>
                    <a:pt x="90" y="118"/>
                  </a:lnTo>
                  <a:lnTo>
                    <a:pt x="87" y="112"/>
                  </a:lnTo>
                  <a:lnTo>
                    <a:pt x="82" y="107"/>
                  </a:lnTo>
                  <a:lnTo>
                    <a:pt x="76" y="104"/>
                  </a:lnTo>
                  <a:lnTo>
                    <a:pt x="68" y="102"/>
                  </a:lnTo>
                  <a:close/>
                  <a:moveTo>
                    <a:pt x="313" y="0"/>
                  </a:moveTo>
                  <a:lnTo>
                    <a:pt x="794" y="551"/>
                  </a:lnTo>
                  <a:lnTo>
                    <a:pt x="806" y="548"/>
                  </a:lnTo>
                  <a:lnTo>
                    <a:pt x="819" y="548"/>
                  </a:lnTo>
                  <a:lnTo>
                    <a:pt x="841" y="551"/>
                  </a:lnTo>
                  <a:lnTo>
                    <a:pt x="860" y="561"/>
                  </a:lnTo>
                  <a:lnTo>
                    <a:pt x="874" y="575"/>
                  </a:lnTo>
                  <a:lnTo>
                    <a:pt x="883" y="594"/>
                  </a:lnTo>
                  <a:lnTo>
                    <a:pt x="886" y="616"/>
                  </a:lnTo>
                  <a:lnTo>
                    <a:pt x="883" y="638"/>
                  </a:lnTo>
                  <a:lnTo>
                    <a:pt x="874" y="657"/>
                  </a:lnTo>
                  <a:lnTo>
                    <a:pt x="860" y="671"/>
                  </a:lnTo>
                  <a:lnTo>
                    <a:pt x="841" y="680"/>
                  </a:lnTo>
                  <a:lnTo>
                    <a:pt x="819" y="683"/>
                  </a:lnTo>
                  <a:lnTo>
                    <a:pt x="797" y="680"/>
                  </a:lnTo>
                  <a:lnTo>
                    <a:pt x="778" y="671"/>
                  </a:lnTo>
                  <a:lnTo>
                    <a:pt x="764" y="657"/>
                  </a:lnTo>
                  <a:lnTo>
                    <a:pt x="754" y="638"/>
                  </a:lnTo>
                  <a:lnTo>
                    <a:pt x="750" y="616"/>
                  </a:lnTo>
                  <a:lnTo>
                    <a:pt x="753" y="597"/>
                  </a:lnTo>
                  <a:lnTo>
                    <a:pt x="759" y="581"/>
                  </a:lnTo>
                  <a:lnTo>
                    <a:pt x="300" y="55"/>
                  </a:lnTo>
                  <a:lnTo>
                    <a:pt x="137" y="121"/>
                  </a:lnTo>
                  <a:lnTo>
                    <a:pt x="137" y="126"/>
                  </a:lnTo>
                  <a:lnTo>
                    <a:pt x="134" y="146"/>
                  </a:lnTo>
                  <a:lnTo>
                    <a:pt x="123" y="165"/>
                  </a:lnTo>
                  <a:lnTo>
                    <a:pt x="109" y="181"/>
                  </a:lnTo>
                  <a:lnTo>
                    <a:pt x="90" y="190"/>
                  </a:lnTo>
                  <a:lnTo>
                    <a:pt x="68" y="193"/>
                  </a:lnTo>
                  <a:lnTo>
                    <a:pt x="47" y="190"/>
                  </a:lnTo>
                  <a:lnTo>
                    <a:pt x="29" y="181"/>
                  </a:lnTo>
                  <a:lnTo>
                    <a:pt x="13" y="165"/>
                  </a:lnTo>
                  <a:lnTo>
                    <a:pt x="3" y="146"/>
                  </a:lnTo>
                  <a:lnTo>
                    <a:pt x="0" y="126"/>
                  </a:lnTo>
                  <a:lnTo>
                    <a:pt x="3" y="104"/>
                  </a:lnTo>
                  <a:lnTo>
                    <a:pt x="13" y="85"/>
                  </a:lnTo>
                  <a:lnTo>
                    <a:pt x="29" y="71"/>
                  </a:lnTo>
                  <a:lnTo>
                    <a:pt x="47" y="61"/>
                  </a:lnTo>
                  <a:lnTo>
                    <a:pt x="68" y="57"/>
                  </a:lnTo>
                  <a:lnTo>
                    <a:pt x="87" y="60"/>
                  </a:lnTo>
                  <a:lnTo>
                    <a:pt x="104" y="68"/>
                  </a:lnTo>
                  <a:lnTo>
                    <a:pt x="118" y="79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5646737" y="3001963"/>
              <a:ext cx="963613" cy="715963"/>
            </a:xfrm>
            <a:custGeom>
              <a:avLst/>
              <a:gdLst/>
              <a:ahLst/>
              <a:cxnLst/>
              <a:rect l="l" t="t" r="r" b="b"/>
              <a:pathLst>
                <a:path w="607" h="451">
                  <a:moveTo>
                    <a:pt x="539" y="360"/>
                  </a:moveTo>
                  <a:lnTo>
                    <a:pt x="531" y="361"/>
                  </a:lnTo>
                  <a:lnTo>
                    <a:pt x="525" y="365"/>
                  </a:lnTo>
                  <a:lnTo>
                    <a:pt x="520" y="369"/>
                  </a:lnTo>
                  <a:lnTo>
                    <a:pt x="517" y="376"/>
                  </a:lnTo>
                  <a:lnTo>
                    <a:pt x="515" y="383"/>
                  </a:lnTo>
                  <a:lnTo>
                    <a:pt x="517" y="390"/>
                  </a:lnTo>
                  <a:lnTo>
                    <a:pt x="520" y="396"/>
                  </a:lnTo>
                  <a:lnTo>
                    <a:pt x="525" y="402"/>
                  </a:lnTo>
                  <a:lnTo>
                    <a:pt x="531" y="405"/>
                  </a:lnTo>
                  <a:lnTo>
                    <a:pt x="539" y="405"/>
                  </a:lnTo>
                  <a:lnTo>
                    <a:pt x="545" y="405"/>
                  </a:lnTo>
                  <a:lnTo>
                    <a:pt x="552" y="402"/>
                  </a:lnTo>
                  <a:lnTo>
                    <a:pt x="556" y="396"/>
                  </a:lnTo>
                  <a:lnTo>
                    <a:pt x="559" y="390"/>
                  </a:lnTo>
                  <a:lnTo>
                    <a:pt x="561" y="383"/>
                  </a:lnTo>
                  <a:lnTo>
                    <a:pt x="559" y="376"/>
                  </a:lnTo>
                  <a:lnTo>
                    <a:pt x="556" y="369"/>
                  </a:lnTo>
                  <a:lnTo>
                    <a:pt x="552" y="365"/>
                  </a:lnTo>
                  <a:lnTo>
                    <a:pt x="545" y="361"/>
                  </a:lnTo>
                  <a:lnTo>
                    <a:pt x="539" y="360"/>
                  </a:lnTo>
                  <a:close/>
                  <a:moveTo>
                    <a:pt x="68" y="46"/>
                  </a:moveTo>
                  <a:lnTo>
                    <a:pt x="60" y="47"/>
                  </a:lnTo>
                  <a:lnTo>
                    <a:pt x="54" y="50"/>
                  </a:lnTo>
                  <a:lnTo>
                    <a:pt x="49" y="55"/>
                  </a:lnTo>
                  <a:lnTo>
                    <a:pt x="46" y="61"/>
                  </a:lnTo>
                  <a:lnTo>
                    <a:pt x="46" y="68"/>
                  </a:lnTo>
                  <a:lnTo>
                    <a:pt x="46" y="76"/>
                  </a:lnTo>
                  <a:lnTo>
                    <a:pt x="49" y="82"/>
                  </a:lnTo>
                  <a:lnTo>
                    <a:pt x="54" y="87"/>
                  </a:lnTo>
                  <a:lnTo>
                    <a:pt x="60" y="90"/>
                  </a:lnTo>
                  <a:lnTo>
                    <a:pt x="68" y="91"/>
                  </a:lnTo>
                  <a:lnTo>
                    <a:pt x="76" y="90"/>
                  </a:lnTo>
                  <a:lnTo>
                    <a:pt x="82" y="87"/>
                  </a:lnTo>
                  <a:lnTo>
                    <a:pt x="87" y="82"/>
                  </a:lnTo>
                  <a:lnTo>
                    <a:pt x="90" y="76"/>
                  </a:lnTo>
                  <a:lnTo>
                    <a:pt x="90" y="68"/>
                  </a:lnTo>
                  <a:lnTo>
                    <a:pt x="90" y="61"/>
                  </a:lnTo>
                  <a:lnTo>
                    <a:pt x="87" y="55"/>
                  </a:lnTo>
                  <a:lnTo>
                    <a:pt x="82" y="50"/>
                  </a:lnTo>
                  <a:lnTo>
                    <a:pt x="76" y="47"/>
                  </a:lnTo>
                  <a:lnTo>
                    <a:pt x="68" y="46"/>
                  </a:lnTo>
                  <a:close/>
                  <a:moveTo>
                    <a:pt x="68" y="0"/>
                  </a:moveTo>
                  <a:lnTo>
                    <a:pt x="90" y="3"/>
                  </a:lnTo>
                  <a:lnTo>
                    <a:pt x="109" y="13"/>
                  </a:lnTo>
                  <a:lnTo>
                    <a:pt x="123" y="28"/>
                  </a:lnTo>
                  <a:lnTo>
                    <a:pt x="132" y="47"/>
                  </a:lnTo>
                  <a:lnTo>
                    <a:pt x="135" y="68"/>
                  </a:lnTo>
                  <a:lnTo>
                    <a:pt x="132" y="93"/>
                  </a:lnTo>
                  <a:lnTo>
                    <a:pt x="120" y="112"/>
                  </a:lnTo>
                  <a:lnTo>
                    <a:pt x="363" y="388"/>
                  </a:lnTo>
                  <a:lnTo>
                    <a:pt x="472" y="374"/>
                  </a:lnTo>
                  <a:lnTo>
                    <a:pt x="479" y="350"/>
                  </a:lnTo>
                  <a:lnTo>
                    <a:pt x="494" y="332"/>
                  </a:lnTo>
                  <a:lnTo>
                    <a:pt x="514" y="319"/>
                  </a:lnTo>
                  <a:lnTo>
                    <a:pt x="539" y="316"/>
                  </a:lnTo>
                  <a:lnTo>
                    <a:pt x="559" y="319"/>
                  </a:lnTo>
                  <a:lnTo>
                    <a:pt x="578" y="328"/>
                  </a:lnTo>
                  <a:lnTo>
                    <a:pt x="594" y="343"/>
                  </a:lnTo>
                  <a:lnTo>
                    <a:pt x="603" y="361"/>
                  </a:lnTo>
                  <a:lnTo>
                    <a:pt x="607" y="383"/>
                  </a:lnTo>
                  <a:lnTo>
                    <a:pt x="603" y="405"/>
                  </a:lnTo>
                  <a:lnTo>
                    <a:pt x="594" y="424"/>
                  </a:lnTo>
                  <a:lnTo>
                    <a:pt x="578" y="438"/>
                  </a:lnTo>
                  <a:lnTo>
                    <a:pt x="559" y="448"/>
                  </a:lnTo>
                  <a:lnTo>
                    <a:pt x="539" y="451"/>
                  </a:lnTo>
                  <a:lnTo>
                    <a:pt x="515" y="448"/>
                  </a:lnTo>
                  <a:lnTo>
                    <a:pt x="495" y="435"/>
                  </a:lnTo>
                  <a:lnTo>
                    <a:pt x="481" y="418"/>
                  </a:lnTo>
                  <a:lnTo>
                    <a:pt x="344" y="437"/>
                  </a:lnTo>
                  <a:lnTo>
                    <a:pt x="79" y="135"/>
                  </a:lnTo>
                  <a:lnTo>
                    <a:pt x="68" y="137"/>
                  </a:lnTo>
                  <a:lnTo>
                    <a:pt x="46" y="134"/>
                  </a:lnTo>
                  <a:lnTo>
                    <a:pt x="27" y="123"/>
                  </a:lnTo>
                  <a:lnTo>
                    <a:pt x="13" y="109"/>
                  </a:lnTo>
                  <a:lnTo>
                    <a:pt x="3" y="90"/>
                  </a:lnTo>
                  <a:lnTo>
                    <a:pt x="0" y="68"/>
                  </a:lnTo>
                  <a:lnTo>
                    <a:pt x="3" y="47"/>
                  </a:lnTo>
                  <a:lnTo>
                    <a:pt x="13" y="28"/>
                  </a:lnTo>
                  <a:lnTo>
                    <a:pt x="27" y="13"/>
                  </a:lnTo>
                  <a:lnTo>
                    <a:pt x="46" y="3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6724649" y="3368675"/>
              <a:ext cx="1035050" cy="947738"/>
            </a:xfrm>
            <a:custGeom>
              <a:avLst/>
              <a:gdLst/>
              <a:ahLst/>
              <a:cxnLst/>
              <a:rect l="l" t="t" r="r" b="b"/>
              <a:pathLst>
                <a:path w="652" h="597">
                  <a:moveTo>
                    <a:pt x="584" y="506"/>
                  </a:moveTo>
                  <a:lnTo>
                    <a:pt x="576" y="507"/>
                  </a:lnTo>
                  <a:lnTo>
                    <a:pt x="570" y="511"/>
                  </a:lnTo>
                  <a:lnTo>
                    <a:pt x="565" y="515"/>
                  </a:lnTo>
                  <a:lnTo>
                    <a:pt x="562" y="522"/>
                  </a:lnTo>
                  <a:lnTo>
                    <a:pt x="561" y="529"/>
                  </a:lnTo>
                  <a:lnTo>
                    <a:pt x="562" y="536"/>
                  </a:lnTo>
                  <a:lnTo>
                    <a:pt x="565" y="542"/>
                  </a:lnTo>
                  <a:lnTo>
                    <a:pt x="570" y="547"/>
                  </a:lnTo>
                  <a:lnTo>
                    <a:pt x="576" y="550"/>
                  </a:lnTo>
                  <a:lnTo>
                    <a:pt x="584" y="551"/>
                  </a:lnTo>
                  <a:lnTo>
                    <a:pt x="591" y="550"/>
                  </a:lnTo>
                  <a:lnTo>
                    <a:pt x="597" y="547"/>
                  </a:lnTo>
                  <a:lnTo>
                    <a:pt x="602" y="542"/>
                  </a:lnTo>
                  <a:lnTo>
                    <a:pt x="605" y="536"/>
                  </a:lnTo>
                  <a:lnTo>
                    <a:pt x="606" y="529"/>
                  </a:lnTo>
                  <a:lnTo>
                    <a:pt x="605" y="522"/>
                  </a:lnTo>
                  <a:lnTo>
                    <a:pt x="602" y="515"/>
                  </a:lnTo>
                  <a:lnTo>
                    <a:pt x="597" y="511"/>
                  </a:lnTo>
                  <a:lnTo>
                    <a:pt x="591" y="507"/>
                  </a:lnTo>
                  <a:lnTo>
                    <a:pt x="584" y="506"/>
                  </a:lnTo>
                  <a:close/>
                  <a:moveTo>
                    <a:pt x="119" y="46"/>
                  </a:moveTo>
                  <a:lnTo>
                    <a:pt x="113" y="46"/>
                  </a:lnTo>
                  <a:lnTo>
                    <a:pt x="107" y="50"/>
                  </a:lnTo>
                  <a:lnTo>
                    <a:pt x="100" y="55"/>
                  </a:lnTo>
                  <a:lnTo>
                    <a:pt x="97" y="61"/>
                  </a:lnTo>
                  <a:lnTo>
                    <a:pt x="97" y="68"/>
                  </a:lnTo>
                  <a:lnTo>
                    <a:pt x="97" y="75"/>
                  </a:lnTo>
                  <a:lnTo>
                    <a:pt x="100" y="82"/>
                  </a:lnTo>
                  <a:lnTo>
                    <a:pt x="107" y="86"/>
                  </a:lnTo>
                  <a:lnTo>
                    <a:pt x="113" y="90"/>
                  </a:lnTo>
                  <a:lnTo>
                    <a:pt x="119" y="91"/>
                  </a:lnTo>
                  <a:lnTo>
                    <a:pt x="127" y="90"/>
                  </a:lnTo>
                  <a:lnTo>
                    <a:pt x="133" y="86"/>
                  </a:lnTo>
                  <a:lnTo>
                    <a:pt x="138" y="82"/>
                  </a:lnTo>
                  <a:lnTo>
                    <a:pt x="141" y="75"/>
                  </a:lnTo>
                  <a:lnTo>
                    <a:pt x="143" y="68"/>
                  </a:lnTo>
                  <a:lnTo>
                    <a:pt x="141" y="61"/>
                  </a:lnTo>
                  <a:lnTo>
                    <a:pt x="138" y="55"/>
                  </a:lnTo>
                  <a:lnTo>
                    <a:pt x="133" y="50"/>
                  </a:lnTo>
                  <a:lnTo>
                    <a:pt x="127" y="46"/>
                  </a:lnTo>
                  <a:lnTo>
                    <a:pt x="119" y="46"/>
                  </a:lnTo>
                  <a:close/>
                  <a:moveTo>
                    <a:pt x="119" y="0"/>
                  </a:moveTo>
                  <a:lnTo>
                    <a:pt x="141" y="3"/>
                  </a:lnTo>
                  <a:lnTo>
                    <a:pt x="160" y="13"/>
                  </a:lnTo>
                  <a:lnTo>
                    <a:pt x="174" y="28"/>
                  </a:lnTo>
                  <a:lnTo>
                    <a:pt x="184" y="46"/>
                  </a:lnTo>
                  <a:lnTo>
                    <a:pt x="188" y="68"/>
                  </a:lnTo>
                  <a:lnTo>
                    <a:pt x="184" y="90"/>
                  </a:lnTo>
                  <a:lnTo>
                    <a:pt x="174" y="108"/>
                  </a:lnTo>
                  <a:lnTo>
                    <a:pt x="160" y="123"/>
                  </a:lnTo>
                  <a:lnTo>
                    <a:pt x="141" y="132"/>
                  </a:lnTo>
                  <a:lnTo>
                    <a:pt x="119" y="137"/>
                  </a:lnTo>
                  <a:lnTo>
                    <a:pt x="116" y="135"/>
                  </a:lnTo>
                  <a:lnTo>
                    <a:pt x="58" y="284"/>
                  </a:lnTo>
                  <a:lnTo>
                    <a:pt x="532" y="484"/>
                  </a:lnTo>
                  <a:lnTo>
                    <a:pt x="547" y="471"/>
                  </a:lnTo>
                  <a:lnTo>
                    <a:pt x="564" y="463"/>
                  </a:lnTo>
                  <a:lnTo>
                    <a:pt x="584" y="460"/>
                  </a:lnTo>
                  <a:lnTo>
                    <a:pt x="605" y="465"/>
                  </a:lnTo>
                  <a:lnTo>
                    <a:pt x="624" y="474"/>
                  </a:lnTo>
                  <a:lnTo>
                    <a:pt x="639" y="489"/>
                  </a:lnTo>
                  <a:lnTo>
                    <a:pt x="649" y="507"/>
                  </a:lnTo>
                  <a:lnTo>
                    <a:pt x="652" y="529"/>
                  </a:lnTo>
                  <a:lnTo>
                    <a:pt x="649" y="550"/>
                  </a:lnTo>
                  <a:lnTo>
                    <a:pt x="639" y="569"/>
                  </a:lnTo>
                  <a:lnTo>
                    <a:pt x="624" y="584"/>
                  </a:lnTo>
                  <a:lnTo>
                    <a:pt x="605" y="594"/>
                  </a:lnTo>
                  <a:lnTo>
                    <a:pt x="584" y="597"/>
                  </a:lnTo>
                  <a:lnTo>
                    <a:pt x="562" y="594"/>
                  </a:lnTo>
                  <a:lnTo>
                    <a:pt x="543" y="584"/>
                  </a:lnTo>
                  <a:lnTo>
                    <a:pt x="529" y="569"/>
                  </a:lnTo>
                  <a:lnTo>
                    <a:pt x="520" y="550"/>
                  </a:lnTo>
                  <a:lnTo>
                    <a:pt x="515" y="529"/>
                  </a:lnTo>
                  <a:lnTo>
                    <a:pt x="515" y="526"/>
                  </a:lnTo>
                  <a:lnTo>
                    <a:pt x="0" y="310"/>
                  </a:lnTo>
                  <a:lnTo>
                    <a:pt x="74" y="118"/>
                  </a:lnTo>
                  <a:lnTo>
                    <a:pt x="61" y="104"/>
                  </a:lnTo>
                  <a:lnTo>
                    <a:pt x="53" y="86"/>
                  </a:lnTo>
                  <a:lnTo>
                    <a:pt x="52" y="68"/>
                  </a:lnTo>
                  <a:lnTo>
                    <a:pt x="55" y="46"/>
                  </a:lnTo>
                  <a:lnTo>
                    <a:pt x="64" y="28"/>
                  </a:lnTo>
                  <a:lnTo>
                    <a:pt x="80" y="13"/>
                  </a:lnTo>
                  <a:lnTo>
                    <a:pt x="97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</p:grp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3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4114800" y="3276600"/>
            <a:ext cx="5486400" cy="905389"/>
          </a:xfrm>
        </p:spPr>
        <p:txBody>
          <a:bodyPr vert="horz" lIns="91440" tIns="45720" rIns="91440" bIns="4572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600" b="1" i="0" u="none" baseline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Core Concepts &amp; </a:t>
            </a:r>
            <a:br>
              <a:rPr lang="en-US" sz="3600" b="1" i="0" u="none" baseline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</a:br>
            <a:r>
              <a:rPr lang="en-US" sz="3600" b="1" i="0" u="none" baseline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Design Choices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0379" y="3098252"/>
            <a:ext cx="1364451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0" i="0" u="none" spc="100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Foundational Ideas of ReSearch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826005" y="2303999"/>
            <a:ext cx="5963175" cy="2930599"/>
            <a:chOff x="4079762" y="1988815"/>
            <a:chExt cx="7215703" cy="3546149"/>
          </a:xfrm>
        </p:grpSpPr>
        <p:grpSp>
          <p:nvGrpSpPr>
            <p:cNvPr id="4" name="Group 4"/>
            <p:cNvGrpSpPr/>
            <p:nvPr/>
          </p:nvGrpSpPr>
          <p:grpSpPr>
            <a:xfrm>
              <a:off x="4079762" y="1988815"/>
              <a:ext cx="7215703" cy="3546149"/>
              <a:chOff x="3011298" y="414885"/>
              <a:chExt cx="5646554" cy="2774951"/>
            </a:xfrm>
            <a:solidFill>
              <a:srgbClr val="FFFFFF">
                <a:lumMod val="85000"/>
              </a:srgbClr>
            </a:solidFill>
          </p:grpSpPr>
          <p:sp>
            <p:nvSpPr>
              <p:cNvPr id="5" name="Freeform 5"/>
              <p:cNvSpPr/>
              <p:nvPr/>
            </p:nvSpPr>
            <p:spPr>
              <a:xfrm>
                <a:off x="6523058" y="505936"/>
                <a:ext cx="42023" cy="224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1">
                    <a:moveTo>
                      <a:pt x="10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4" y="5"/>
                      <a:pt x="20" y="5"/>
                      <a:pt x="16" y="9"/>
                    </a:cubicBezTo>
                    <a:cubicBezTo>
                      <a:pt x="10" y="11"/>
                      <a:pt x="13" y="3"/>
                      <a:pt x="6" y="6"/>
                    </a:cubicBezTo>
                    <a:cubicBezTo>
                      <a:pt x="0" y="3"/>
                      <a:pt x="14" y="6"/>
                      <a:pt x="10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7114188" y="505936"/>
                <a:ext cx="81245" cy="42023"/>
              </a:xfrm>
              <a:custGeom>
                <a:avLst/>
                <a:gdLst/>
                <a:ahLst/>
                <a:cxnLst/>
                <a:rect l="l" t="t" r="r" b="b"/>
                <a:pathLst>
                  <a:path w="39" h="20">
                    <a:moveTo>
                      <a:pt x="37" y="15"/>
                    </a:moveTo>
                    <a:cubicBezTo>
                      <a:pt x="32" y="16"/>
                      <a:pt x="23" y="13"/>
                      <a:pt x="23" y="19"/>
                    </a:cubicBezTo>
                    <a:cubicBezTo>
                      <a:pt x="19" y="16"/>
                      <a:pt x="12" y="20"/>
                      <a:pt x="4" y="19"/>
                    </a:cubicBezTo>
                    <a:cubicBezTo>
                      <a:pt x="5" y="16"/>
                      <a:pt x="2" y="15"/>
                      <a:pt x="0" y="15"/>
                    </a:cubicBezTo>
                    <a:cubicBezTo>
                      <a:pt x="4" y="4"/>
                      <a:pt x="15" y="0"/>
                      <a:pt x="30" y="0"/>
                    </a:cubicBezTo>
                    <a:cubicBezTo>
                      <a:pt x="28" y="5"/>
                      <a:pt x="34" y="2"/>
                      <a:pt x="36" y="4"/>
                    </a:cubicBezTo>
                    <a:cubicBezTo>
                      <a:pt x="37" y="5"/>
                      <a:pt x="32" y="5"/>
                      <a:pt x="32" y="6"/>
                    </a:cubicBezTo>
                    <a:cubicBezTo>
                      <a:pt x="31" y="8"/>
                      <a:pt x="39" y="7"/>
                      <a:pt x="37" y="15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6651930" y="510139"/>
                <a:ext cx="39222" cy="22413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>
                    <a:moveTo>
                      <a:pt x="19" y="2"/>
                    </a:moveTo>
                    <a:cubicBezTo>
                      <a:pt x="18" y="3"/>
                      <a:pt x="17" y="6"/>
                      <a:pt x="17" y="9"/>
                    </a:cubicBezTo>
                    <a:cubicBezTo>
                      <a:pt x="13" y="8"/>
                      <a:pt x="12" y="11"/>
                      <a:pt x="10" y="11"/>
                    </a:cubicBezTo>
                    <a:cubicBezTo>
                      <a:pt x="6" y="9"/>
                      <a:pt x="0" y="11"/>
                      <a:pt x="0" y="6"/>
                    </a:cubicBezTo>
                    <a:cubicBezTo>
                      <a:pt x="6" y="6"/>
                      <a:pt x="8" y="1"/>
                      <a:pt x="12" y="6"/>
                    </a:cubicBezTo>
                    <a:cubicBezTo>
                      <a:pt x="14" y="5"/>
                      <a:pt x="13" y="0"/>
                      <a:pt x="19" y="2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6402591" y="522746"/>
                <a:ext cx="50428" cy="26615"/>
              </a:xfrm>
              <a:custGeom>
                <a:avLst/>
                <a:gdLst/>
                <a:ahLst/>
                <a:cxnLst/>
                <a:rect l="l" t="t" r="r" b="b"/>
                <a:pathLst>
                  <a:path w="24" h="13">
                    <a:moveTo>
                      <a:pt x="23" y="0"/>
                    </a:moveTo>
                    <a:cubicBezTo>
                      <a:pt x="24" y="4"/>
                      <a:pt x="20" y="2"/>
                      <a:pt x="20" y="5"/>
                    </a:cubicBezTo>
                    <a:cubicBezTo>
                      <a:pt x="20" y="6"/>
                      <a:pt x="17" y="10"/>
                      <a:pt x="14" y="11"/>
                    </a:cubicBezTo>
                    <a:cubicBezTo>
                      <a:pt x="10" y="13"/>
                      <a:pt x="11" y="7"/>
                      <a:pt x="10" y="7"/>
                    </a:cubicBezTo>
                    <a:cubicBezTo>
                      <a:pt x="10" y="7"/>
                      <a:pt x="7" y="9"/>
                      <a:pt x="5" y="9"/>
                    </a:cubicBezTo>
                    <a:cubicBezTo>
                      <a:pt x="4" y="9"/>
                      <a:pt x="3" y="5"/>
                      <a:pt x="1" y="5"/>
                    </a:cubicBezTo>
                    <a:cubicBezTo>
                      <a:pt x="0" y="0"/>
                      <a:pt x="8" y="5"/>
                      <a:pt x="10" y="3"/>
                    </a:cubicBezTo>
                    <a:cubicBezTo>
                      <a:pt x="11" y="3"/>
                      <a:pt x="10" y="1"/>
                      <a:pt x="10" y="1"/>
                    </a:cubicBezTo>
                    <a:cubicBezTo>
                      <a:pt x="15" y="0"/>
                      <a:pt x="17" y="1"/>
                      <a:pt x="23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6604304" y="518544"/>
                <a:ext cx="42023" cy="14008"/>
              </a:xfrm>
              <a:custGeom>
                <a:avLst/>
                <a:gdLst/>
                <a:ahLst/>
                <a:cxnLst/>
                <a:rect l="l" t="t" r="r" b="b"/>
                <a:pathLst>
                  <a:path w="20" h="7">
                    <a:moveTo>
                      <a:pt x="18" y="7"/>
                    </a:moveTo>
                    <a:cubicBezTo>
                      <a:pt x="13" y="7"/>
                      <a:pt x="8" y="7"/>
                      <a:pt x="3" y="7"/>
                    </a:cubicBezTo>
                    <a:cubicBezTo>
                      <a:pt x="0" y="1"/>
                      <a:pt x="9" y="6"/>
                      <a:pt x="8" y="2"/>
                    </a:cubicBezTo>
                    <a:cubicBezTo>
                      <a:pt x="10" y="5"/>
                      <a:pt x="20" y="0"/>
                      <a:pt x="18" y="7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6544070" y="536753"/>
                <a:ext cx="50428" cy="18211"/>
              </a:xfrm>
              <a:custGeom>
                <a:avLst/>
                <a:gdLst/>
                <a:ahLst/>
                <a:cxnLst/>
                <a:rect l="l" t="t" r="r" b="b"/>
                <a:pathLst>
                  <a:path w="24" h="9">
                    <a:moveTo>
                      <a:pt x="17" y="0"/>
                    </a:moveTo>
                    <a:cubicBezTo>
                      <a:pt x="24" y="3"/>
                      <a:pt x="17" y="2"/>
                      <a:pt x="17" y="7"/>
                    </a:cubicBezTo>
                    <a:cubicBezTo>
                      <a:pt x="11" y="7"/>
                      <a:pt x="3" y="9"/>
                      <a:pt x="0" y="6"/>
                    </a:cubicBezTo>
                    <a:cubicBezTo>
                      <a:pt x="3" y="1"/>
                      <a:pt x="13" y="4"/>
                      <a:pt x="17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4077293" y="552163"/>
                <a:ext cx="22413" cy="15409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>
                    <a:moveTo>
                      <a:pt x="1" y="0"/>
                    </a:moveTo>
                    <a:cubicBezTo>
                      <a:pt x="6" y="1"/>
                      <a:pt x="11" y="1"/>
                      <a:pt x="10" y="8"/>
                    </a:cubicBezTo>
                    <a:cubicBezTo>
                      <a:pt x="7" y="5"/>
                      <a:pt x="0" y="6"/>
                      <a:pt x="1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143605" y="549361"/>
                <a:ext cx="89650" cy="46226"/>
              </a:xfrm>
              <a:custGeom>
                <a:avLst/>
                <a:gdLst/>
                <a:ahLst/>
                <a:cxnLst/>
                <a:rect l="l" t="t" r="r" b="b"/>
                <a:pathLst>
                  <a:path w="43" h="22">
                    <a:moveTo>
                      <a:pt x="38" y="5"/>
                    </a:moveTo>
                    <a:cubicBezTo>
                      <a:pt x="37" y="11"/>
                      <a:pt x="31" y="15"/>
                      <a:pt x="42" y="15"/>
                    </a:cubicBezTo>
                    <a:cubicBezTo>
                      <a:pt x="43" y="22"/>
                      <a:pt x="31" y="21"/>
                      <a:pt x="23" y="20"/>
                    </a:cubicBezTo>
                    <a:cubicBezTo>
                      <a:pt x="20" y="20"/>
                      <a:pt x="21" y="20"/>
                      <a:pt x="20" y="18"/>
                    </a:cubicBezTo>
                    <a:cubicBezTo>
                      <a:pt x="16" y="15"/>
                      <a:pt x="17" y="21"/>
                      <a:pt x="12" y="18"/>
                    </a:cubicBezTo>
                    <a:cubicBezTo>
                      <a:pt x="12" y="18"/>
                      <a:pt x="13" y="15"/>
                      <a:pt x="12" y="15"/>
                    </a:cubicBezTo>
                    <a:cubicBezTo>
                      <a:pt x="11" y="14"/>
                      <a:pt x="9" y="17"/>
                      <a:pt x="7" y="16"/>
                    </a:cubicBezTo>
                    <a:cubicBezTo>
                      <a:pt x="6" y="16"/>
                      <a:pt x="9" y="13"/>
                      <a:pt x="9" y="13"/>
                    </a:cubicBezTo>
                    <a:cubicBezTo>
                      <a:pt x="7" y="11"/>
                      <a:pt x="0" y="15"/>
                      <a:pt x="1" y="11"/>
                    </a:cubicBezTo>
                    <a:cubicBezTo>
                      <a:pt x="0" y="7"/>
                      <a:pt x="3" y="8"/>
                      <a:pt x="5" y="7"/>
                    </a:cubicBezTo>
                    <a:cubicBezTo>
                      <a:pt x="7" y="5"/>
                      <a:pt x="6" y="4"/>
                      <a:pt x="10" y="3"/>
                    </a:cubicBezTo>
                    <a:cubicBezTo>
                      <a:pt x="12" y="3"/>
                      <a:pt x="20" y="0"/>
                      <a:pt x="27" y="1"/>
                    </a:cubicBezTo>
                    <a:cubicBezTo>
                      <a:pt x="27" y="2"/>
                      <a:pt x="27" y="5"/>
                      <a:pt x="27" y="5"/>
                    </a:cubicBezTo>
                    <a:cubicBezTo>
                      <a:pt x="30" y="7"/>
                      <a:pt x="37" y="3"/>
                      <a:pt x="38" y="5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7105784" y="552163"/>
                <a:ext cx="35020" cy="22413"/>
              </a:xfrm>
              <a:custGeom>
                <a:avLst/>
                <a:gdLst/>
                <a:ahLst/>
                <a:cxnLst/>
                <a:rect l="l" t="t" r="r" b="b"/>
                <a:pathLst>
                  <a:path w="17" h="11">
                    <a:moveTo>
                      <a:pt x="17" y="6"/>
                    </a:moveTo>
                    <a:cubicBezTo>
                      <a:pt x="16" y="9"/>
                      <a:pt x="14" y="6"/>
                      <a:pt x="12" y="6"/>
                    </a:cubicBezTo>
                    <a:cubicBezTo>
                      <a:pt x="10" y="6"/>
                      <a:pt x="10" y="8"/>
                      <a:pt x="10" y="10"/>
                    </a:cubicBezTo>
                    <a:cubicBezTo>
                      <a:pt x="4" y="11"/>
                      <a:pt x="6" y="5"/>
                      <a:pt x="0" y="6"/>
                    </a:cubicBezTo>
                    <a:cubicBezTo>
                      <a:pt x="4" y="0"/>
                      <a:pt x="12" y="4"/>
                      <a:pt x="17" y="6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3997449" y="578777"/>
                <a:ext cx="91051" cy="49028"/>
              </a:xfrm>
              <a:custGeom>
                <a:avLst/>
                <a:gdLst/>
                <a:ahLst/>
                <a:cxnLst/>
                <a:rect l="l" t="t" r="r" b="b"/>
                <a:pathLst>
                  <a:path w="44" h="24">
                    <a:moveTo>
                      <a:pt x="31" y="6"/>
                    </a:moveTo>
                    <a:cubicBezTo>
                      <a:pt x="34" y="8"/>
                      <a:pt x="35" y="11"/>
                      <a:pt x="37" y="14"/>
                    </a:cubicBezTo>
                    <a:cubicBezTo>
                      <a:pt x="39" y="16"/>
                      <a:pt x="44" y="18"/>
                      <a:pt x="42" y="23"/>
                    </a:cubicBezTo>
                    <a:cubicBezTo>
                      <a:pt x="41" y="22"/>
                      <a:pt x="38" y="24"/>
                      <a:pt x="37" y="23"/>
                    </a:cubicBezTo>
                    <a:cubicBezTo>
                      <a:pt x="36" y="22"/>
                      <a:pt x="37" y="20"/>
                      <a:pt x="37" y="19"/>
                    </a:cubicBezTo>
                    <a:cubicBezTo>
                      <a:pt x="36" y="19"/>
                      <a:pt x="32" y="23"/>
                      <a:pt x="33" y="17"/>
                    </a:cubicBezTo>
                    <a:cubicBezTo>
                      <a:pt x="22" y="17"/>
                      <a:pt x="15" y="17"/>
                      <a:pt x="9" y="15"/>
                    </a:cubicBezTo>
                    <a:cubicBezTo>
                      <a:pt x="8" y="11"/>
                      <a:pt x="12" y="12"/>
                      <a:pt x="15" y="12"/>
                    </a:cubicBezTo>
                    <a:cubicBezTo>
                      <a:pt x="14" y="10"/>
                      <a:pt x="11" y="10"/>
                      <a:pt x="11" y="8"/>
                    </a:cubicBezTo>
                    <a:cubicBezTo>
                      <a:pt x="4" y="6"/>
                      <a:pt x="1" y="11"/>
                      <a:pt x="0" y="2"/>
                    </a:cubicBezTo>
                    <a:cubicBezTo>
                      <a:pt x="4" y="0"/>
                      <a:pt x="10" y="1"/>
                      <a:pt x="15" y="2"/>
                    </a:cubicBezTo>
                    <a:cubicBezTo>
                      <a:pt x="17" y="3"/>
                      <a:pt x="18" y="3"/>
                      <a:pt x="18" y="6"/>
                    </a:cubicBezTo>
                    <a:cubicBezTo>
                      <a:pt x="20" y="8"/>
                      <a:pt x="26" y="0"/>
                      <a:pt x="26" y="6"/>
                    </a:cubicBezTo>
                    <a:cubicBezTo>
                      <a:pt x="26" y="8"/>
                      <a:pt x="32" y="9"/>
                      <a:pt x="31" y="6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7237457" y="578777"/>
                <a:ext cx="88250" cy="448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22">
                    <a:moveTo>
                      <a:pt x="18" y="1"/>
                    </a:moveTo>
                    <a:cubicBezTo>
                      <a:pt x="19" y="4"/>
                      <a:pt x="27" y="0"/>
                      <a:pt x="25" y="6"/>
                    </a:cubicBezTo>
                    <a:cubicBezTo>
                      <a:pt x="27" y="7"/>
                      <a:pt x="27" y="2"/>
                      <a:pt x="27" y="2"/>
                    </a:cubicBezTo>
                    <a:cubicBezTo>
                      <a:pt x="29" y="2"/>
                      <a:pt x="29" y="5"/>
                      <a:pt x="31" y="6"/>
                    </a:cubicBezTo>
                    <a:cubicBezTo>
                      <a:pt x="31" y="7"/>
                      <a:pt x="34" y="5"/>
                      <a:pt x="34" y="6"/>
                    </a:cubicBezTo>
                    <a:cubicBezTo>
                      <a:pt x="35" y="6"/>
                      <a:pt x="34" y="8"/>
                      <a:pt x="34" y="8"/>
                    </a:cubicBezTo>
                    <a:cubicBezTo>
                      <a:pt x="37" y="9"/>
                      <a:pt x="42" y="6"/>
                      <a:pt x="42" y="10"/>
                    </a:cubicBezTo>
                    <a:cubicBezTo>
                      <a:pt x="43" y="17"/>
                      <a:pt x="33" y="12"/>
                      <a:pt x="29" y="14"/>
                    </a:cubicBezTo>
                    <a:cubicBezTo>
                      <a:pt x="27" y="13"/>
                      <a:pt x="28" y="17"/>
                      <a:pt x="27" y="17"/>
                    </a:cubicBezTo>
                    <a:cubicBezTo>
                      <a:pt x="23" y="19"/>
                      <a:pt x="12" y="18"/>
                      <a:pt x="10" y="17"/>
                    </a:cubicBezTo>
                    <a:cubicBezTo>
                      <a:pt x="8" y="17"/>
                      <a:pt x="9" y="20"/>
                      <a:pt x="8" y="21"/>
                    </a:cubicBezTo>
                    <a:cubicBezTo>
                      <a:pt x="4" y="18"/>
                      <a:pt x="5" y="22"/>
                      <a:pt x="1" y="19"/>
                    </a:cubicBezTo>
                    <a:cubicBezTo>
                      <a:pt x="2" y="18"/>
                      <a:pt x="0" y="14"/>
                      <a:pt x="1" y="14"/>
                    </a:cubicBezTo>
                    <a:cubicBezTo>
                      <a:pt x="1" y="13"/>
                      <a:pt x="4" y="14"/>
                      <a:pt x="5" y="14"/>
                    </a:cubicBezTo>
                    <a:cubicBezTo>
                      <a:pt x="6" y="12"/>
                      <a:pt x="5" y="9"/>
                      <a:pt x="6" y="8"/>
                    </a:cubicBezTo>
                    <a:cubicBezTo>
                      <a:pt x="7" y="7"/>
                      <a:pt x="10" y="9"/>
                      <a:pt x="10" y="8"/>
                    </a:cubicBezTo>
                    <a:cubicBezTo>
                      <a:pt x="12" y="5"/>
                      <a:pt x="15" y="4"/>
                      <a:pt x="18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3837759" y="612396"/>
                <a:ext cx="16809" cy="26615"/>
              </a:xfrm>
              <a:custGeom>
                <a:avLst/>
                <a:gdLst/>
                <a:ahLst/>
                <a:cxnLst/>
                <a:rect l="l" t="t" r="r" b="b"/>
                <a:pathLst>
                  <a:path w="8" h="13">
                    <a:moveTo>
                      <a:pt x="8" y="7"/>
                    </a:moveTo>
                    <a:cubicBezTo>
                      <a:pt x="3" y="13"/>
                      <a:pt x="0" y="0"/>
                      <a:pt x="8" y="7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3872779" y="617999"/>
                <a:ext cx="50428" cy="29417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">
                    <a:moveTo>
                      <a:pt x="22" y="4"/>
                    </a:moveTo>
                    <a:cubicBezTo>
                      <a:pt x="24" y="14"/>
                      <a:pt x="10" y="9"/>
                      <a:pt x="6" y="13"/>
                    </a:cubicBezTo>
                    <a:cubicBezTo>
                      <a:pt x="2" y="13"/>
                      <a:pt x="4" y="7"/>
                      <a:pt x="0" y="8"/>
                    </a:cubicBezTo>
                    <a:cubicBezTo>
                      <a:pt x="1" y="2"/>
                      <a:pt x="11" y="9"/>
                      <a:pt x="11" y="4"/>
                    </a:cubicBezTo>
                    <a:cubicBezTo>
                      <a:pt x="11" y="0"/>
                      <a:pt x="16" y="6"/>
                      <a:pt x="22" y="4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4148733" y="622202"/>
                <a:ext cx="44825" cy="22413"/>
              </a:xfrm>
              <a:custGeom>
                <a:avLst/>
                <a:gdLst/>
                <a:ahLst/>
                <a:cxnLst/>
                <a:rect l="l" t="t" r="r" b="b"/>
                <a:pathLst>
                  <a:path w="21" h="11">
                    <a:moveTo>
                      <a:pt x="18" y="4"/>
                    </a:moveTo>
                    <a:cubicBezTo>
                      <a:pt x="21" y="5"/>
                      <a:pt x="19" y="7"/>
                      <a:pt x="18" y="7"/>
                    </a:cubicBezTo>
                    <a:cubicBezTo>
                      <a:pt x="16" y="9"/>
                      <a:pt x="15" y="9"/>
                      <a:pt x="12" y="9"/>
                    </a:cubicBezTo>
                    <a:cubicBezTo>
                      <a:pt x="11" y="10"/>
                      <a:pt x="10" y="11"/>
                      <a:pt x="10" y="11"/>
                    </a:cubicBezTo>
                    <a:cubicBezTo>
                      <a:pt x="9" y="11"/>
                      <a:pt x="7" y="9"/>
                      <a:pt x="5" y="9"/>
                    </a:cubicBezTo>
                    <a:cubicBezTo>
                      <a:pt x="5" y="9"/>
                      <a:pt x="4" y="11"/>
                      <a:pt x="3" y="11"/>
                    </a:cubicBezTo>
                    <a:cubicBezTo>
                      <a:pt x="1" y="11"/>
                      <a:pt x="1" y="11"/>
                      <a:pt x="1" y="9"/>
                    </a:cubicBezTo>
                    <a:cubicBezTo>
                      <a:pt x="0" y="0"/>
                      <a:pt x="17" y="10"/>
                      <a:pt x="18" y="4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3984841" y="634808"/>
                <a:ext cx="25214" cy="9806"/>
              </a:xfrm>
              <a:custGeom>
                <a:avLst/>
                <a:gdLst/>
                <a:ahLst/>
                <a:cxnLst/>
                <a:rect l="l" t="t" r="r" b="b"/>
                <a:pathLst>
                  <a:path w="12" h="5">
                    <a:moveTo>
                      <a:pt x="0" y="3"/>
                    </a:moveTo>
                    <a:cubicBezTo>
                      <a:pt x="0" y="0"/>
                      <a:pt x="12" y="0"/>
                      <a:pt x="9" y="5"/>
                    </a:cubicBezTo>
                    <a:cubicBezTo>
                      <a:pt x="5" y="3"/>
                      <a:pt x="6" y="5"/>
                      <a:pt x="0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4228577" y="636209"/>
                <a:ext cx="12607" cy="12607"/>
              </a:xfrm>
              <a:custGeom>
                <a:avLst/>
                <a:gdLst/>
                <a:ahLst/>
                <a:cxnLst/>
                <a:rect l="l" t="t" r="r" b="b"/>
                <a:pathLst>
                  <a:path w="6" h="6">
                    <a:moveTo>
                      <a:pt x="0" y="0"/>
                    </a:moveTo>
                    <a:cubicBezTo>
                      <a:pt x="4" y="0"/>
                      <a:pt x="6" y="2"/>
                      <a:pt x="6" y="6"/>
                    </a:cubicBezTo>
                    <a:cubicBezTo>
                      <a:pt x="4" y="6"/>
                      <a:pt x="2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4124919" y="657221"/>
                <a:ext cx="274553" cy="84047"/>
              </a:xfrm>
              <a:custGeom>
                <a:avLst/>
                <a:gdLst/>
                <a:ahLst/>
                <a:cxnLst/>
                <a:rect l="l" t="t" r="r" b="b"/>
                <a:pathLst>
                  <a:path w="132" h="40">
                    <a:moveTo>
                      <a:pt x="132" y="22"/>
                    </a:moveTo>
                    <a:cubicBezTo>
                      <a:pt x="132" y="25"/>
                      <a:pt x="132" y="28"/>
                      <a:pt x="132" y="31"/>
                    </a:cubicBezTo>
                    <a:cubicBezTo>
                      <a:pt x="129" y="31"/>
                      <a:pt x="128" y="33"/>
                      <a:pt x="127" y="35"/>
                    </a:cubicBezTo>
                    <a:cubicBezTo>
                      <a:pt x="118" y="36"/>
                      <a:pt x="111" y="35"/>
                      <a:pt x="104" y="35"/>
                    </a:cubicBezTo>
                    <a:cubicBezTo>
                      <a:pt x="102" y="35"/>
                      <a:pt x="99" y="38"/>
                      <a:pt x="97" y="39"/>
                    </a:cubicBezTo>
                    <a:cubicBezTo>
                      <a:pt x="94" y="40"/>
                      <a:pt x="94" y="37"/>
                      <a:pt x="91" y="37"/>
                    </a:cubicBezTo>
                    <a:cubicBezTo>
                      <a:pt x="92" y="37"/>
                      <a:pt x="90" y="39"/>
                      <a:pt x="90" y="39"/>
                    </a:cubicBezTo>
                    <a:cubicBezTo>
                      <a:pt x="89" y="39"/>
                      <a:pt x="82" y="39"/>
                      <a:pt x="82" y="39"/>
                    </a:cubicBezTo>
                    <a:cubicBezTo>
                      <a:pt x="82" y="39"/>
                      <a:pt x="82" y="37"/>
                      <a:pt x="82" y="37"/>
                    </a:cubicBezTo>
                    <a:cubicBezTo>
                      <a:pt x="80" y="37"/>
                      <a:pt x="78" y="39"/>
                      <a:pt x="78" y="39"/>
                    </a:cubicBezTo>
                    <a:cubicBezTo>
                      <a:pt x="74" y="38"/>
                      <a:pt x="74" y="35"/>
                      <a:pt x="71" y="35"/>
                    </a:cubicBezTo>
                    <a:cubicBezTo>
                      <a:pt x="63" y="35"/>
                      <a:pt x="54" y="40"/>
                      <a:pt x="43" y="35"/>
                    </a:cubicBezTo>
                    <a:cubicBezTo>
                      <a:pt x="43" y="34"/>
                      <a:pt x="45" y="33"/>
                      <a:pt x="45" y="31"/>
                    </a:cubicBezTo>
                    <a:cubicBezTo>
                      <a:pt x="44" y="29"/>
                      <a:pt x="42" y="31"/>
                      <a:pt x="41" y="30"/>
                    </a:cubicBezTo>
                    <a:cubicBezTo>
                      <a:pt x="39" y="27"/>
                      <a:pt x="41" y="23"/>
                      <a:pt x="37" y="22"/>
                    </a:cubicBezTo>
                    <a:cubicBezTo>
                      <a:pt x="38" y="20"/>
                      <a:pt x="41" y="21"/>
                      <a:pt x="41" y="18"/>
                    </a:cubicBezTo>
                    <a:cubicBezTo>
                      <a:pt x="41" y="15"/>
                      <a:pt x="36" y="16"/>
                      <a:pt x="37" y="11"/>
                    </a:cubicBezTo>
                    <a:cubicBezTo>
                      <a:pt x="34" y="14"/>
                      <a:pt x="26" y="12"/>
                      <a:pt x="21" y="13"/>
                    </a:cubicBezTo>
                    <a:cubicBezTo>
                      <a:pt x="17" y="14"/>
                      <a:pt x="18" y="10"/>
                      <a:pt x="17" y="9"/>
                    </a:cubicBezTo>
                    <a:cubicBezTo>
                      <a:pt x="16" y="8"/>
                      <a:pt x="13" y="10"/>
                      <a:pt x="13" y="7"/>
                    </a:cubicBezTo>
                    <a:cubicBezTo>
                      <a:pt x="11" y="9"/>
                      <a:pt x="9" y="9"/>
                      <a:pt x="6" y="9"/>
                    </a:cubicBezTo>
                    <a:cubicBezTo>
                      <a:pt x="12" y="3"/>
                      <a:pt x="0" y="8"/>
                      <a:pt x="2" y="2"/>
                    </a:cubicBezTo>
                    <a:cubicBezTo>
                      <a:pt x="10" y="3"/>
                      <a:pt x="16" y="1"/>
                      <a:pt x="22" y="0"/>
                    </a:cubicBezTo>
                    <a:cubicBezTo>
                      <a:pt x="22" y="2"/>
                      <a:pt x="26" y="1"/>
                      <a:pt x="26" y="2"/>
                    </a:cubicBezTo>
                    <a:cubicBezTo>
                      <a:pt x="27" y="2"/>
                      <a:pt x="26" y="5"/>
                      <a:pt x="26" y="5"/>
                    </a:cubicBezTo>
                    <a:cubicBezTo>
                      <a:pt x="28" y="7"/>
                      <a:pt x="33" y="4"/>
                      <a:pt x="32" y="9"/>
                    </a:cubicBezTo>
                    <a:cubicBezTo>
                      <a:pt x="37" y="4"/>
                      <a:pt x="42" y="10"/>
                      <a:pt x="49" y="9"/>
                    </a:cubicBezTo>
                    <a:cubicBezTo>
                      <a:pt x="47" y="15"/>
                      <a:pt x="52" y="15"/>
                      <a:pt x="49" y="18"/>
                    </a:cubicBezTo>
                    <a:cubicBezTo>
                      <a:pt x="52" y="19"/>
                      <a:pt x="57" y="18"/>
                      <a:pt x="62" y="20"/>
                    </a:cubicBezTo>
                    <a:cubicBezTo>
                      <a:pt x="63" y="21"/>
                      <a:pt x="53" y="25"/>
                      <a:pt x="62" y="24"/>
                    </a:cubicBezTo>
                    <a:cubicBezTo>
                      <a:pt x="63" y="24"/>
                      <a:pt x="63" y="22"/>
                      <a:pt x="65" y="22"/>
                    </a:cubicBezTo>
                    <a:cubicBezTo>
                      <a:pt x="71" y="22"/>
                      <a:pt x="80" y="21"/>
                      <a:pt x="88" y="22"/>
                    </a:cubicBezTo>
                    <a:cubicBezTo>
                      <a:pt x="89" y="22"/>
                      <a:pt x="92" y="24"/>
                      <a:pt x="91" y="24"/>
                    </a:cubicBezTo>
                    <a:cubicBezTo>
                      <a:pt x="96" y="24"/>
                      <a:pt x="88" y="21"/>
                      <a:pt x="97" y="20"/>
                    </a:cubicBezTo>
                    <a:cubicBezTo>
                      <a:pt x="99" y="20"/>
                      <a:pt x="101" y="21"/>
                      <a:pt x="103" y="20"/>
                    </a:cubicBezTo>
                    <a:cubicBezTo>
                      <a:pt x="110" y="19"/>
                      <a:pt x="122" y="19"/>
                      <a:pt x="132" y="22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6475432" y="655820"/>
                <a:ext cx="278756" cy="198911"/>
              </a:xfrm>
              <a:custGeom>
                <a:avLst/>
                <a:gdLst/>
                <a:ahLst/>
                <a:cxnLst/>
                <a:rect l="l" t="t" r="r" b="b"/>
                <a:pathLst>
                  <a:path w="134" h="96">
                    <a:moveTo>
                      <a:pt x="110" y="3"/>
                    </a:moveTo>
                    <a:cubicBezTo>
                      <a:pt x="116" y="7"/>
                      <a:pt x="124" y="0"/>
                      <a:pt x="132" y="1"/>
                    </a:cubicBezTo>
                    <a:cubicBezTo>
                      <a:pt x="134" y="6"/>
                      <a:pt x="129" y="6"/>
                      <a:pt x="130" y="10"/>
                    </a:cubicBezTo>
                    <a:cubicBezTo>
                      <a:pt x="124" y="7"/>
                      <a:pt x="114" y="13"/>
                      <a:pt x="106" y="14"/>
                    </a:cubicBezTo>
                    <a:cubicBezTo>
                      <a:pt x="104" y="14"/>
                      <a:pt x="103" y="17"/>
                      <a:pt x="102" y="18"/>
                    </a:cubicBezTo>
                    <a:cubicBezTo>
                      <a:pt x="101" y="18"/>
                      <a:pt x="99" y="17"/>
                      <a:pt x="98" y="18"/>
                    </a:cubicBezTo>
                    <a:cubicBezTo>
                      <a:pt x="98" y="18"/>
                      <a:pt x="95" y="21"/>
                      <a:pt x="95" y="21"/>
                    </a:cubicBezTo>
                    <a:cubicBezTo>
                      <a:pt x="93" y="22"/>
                      <a:pt x="93" y="19"/>
                      <a:pt x="91" y="19"/>
                    </a:cubicBezTo>
                    <a:cubicBezTo>
                      <a:pt x="89" y="20"/>
                      <a:pt x="86" y="21"/>
                      <a:pt x="83" y="21"/>
                    </a:cubicBezTo>
                    <a:cubicBezTo>
                      <a:pt x="82" y="22"/>
                      <a:pt x="78" y="22"/>
                      <a:pt x="76" y="23"/>
                    </a:cubicBezTo>
                    <a:cubicBezTo>
                      <a:pt x="74" y="24"/>
                      <a:pt x="76" y="26"/>
                      <a:pt x="74" y="27"/>
                    </a:cubicBezTo>
                    <a:cubicBezTo>
                      <a:pt x="73" y="28"/>
                      <a:pt x="65" y="27"/>
                      <a:pt x="65" y="32"/>
                    </a:cubicBezTo>
                    <a:cubicBezTo>
                      <a:pt x="65" y="34"/>
                      <a:pt x="61" y="35"/>
                      <a:pt x="59" y="36"/>
                    </a:cubicBezTo>
                    <a:cubicBezTo>
                      <a:pt x="58" y="37"/>
                      <a:pt x="56" y="39"/>
                      <a:pt x="56" y="40"/>
                    </a:cubicBezTo>
                    <a:cubicBezTo>
                      <a:pt x="55" y="41"/>
                      <a:pt x="53" y="42"/>
                      <a:pt x="54" y="44"/>
                    </a:cubicBezTo>
                    <a:cubicBezTo>
                      <a:pt x="48" y="46"/>
                      <a:pt x="48" y="42"/>
                      <a:pt x="44" y="47"/>
                    </a:cubicBezTo>
                    <a:cubicBezTo>
                      <a:pt x="44" y="48"/>
                      <a:pt x="43" y="47"/>
                      <a:pt x="43" y="49"/>
                    </a:cubicBezTo>
                    <a:cubicBezTo>
                      <a:pt x="42" y="52"/>
                      <a:pt x="38" y="51"/>
                      <a:pt x="35" y="53"/>
                    </a:cubicBezTo>
                    <a:cubicBezTo>
                      <a:pt x="35" y="56"/>
                      <a:pt x="37" y="62"/>
                      <a:pt x="31" y="60"/>
                    </a:cubicBezTo>
                    <a:cubicBezTo>
                      <a:pt x="32" y="64"/>
                      <a:pt x="29" y="71"/>
                      <a:pt x="33" y="72"/>
                    </a:cubicBezTo>
                    <a:cubicBezTo>
                      <a:pt x="32" y="73"/>
                      <a:pt x="30" y="74"/>
                      <a:pt x="28" y="75"/>
                    </a:cubicBezTo>
                    <a:cubicBezTo>
                      <a:pt x="25" y="80"/>
                      <a:pt x="32" y="79"/>
                      <a:pt x="31" y="83"/>
                    </a:cubicBezTo>
                    <a:cubicBezTo>
                      <a:pt x="31" y="83"/>
                      <a:pt x="28" y="83"/>
                      <a:pt x="29" y="85"/>
                    </a:cubicBezTo>
                    <a:cubicBezTo>
                      <a:pt x="29" y="84"/>
                      <a:pt x="33" y="87"/>
                      <a:pt x="31" y="87"/>
                    </a:cubicBezTo>
                    <a:cubicBezTo>
                      <a:pt x="33" y="87"/>
                      <a:pt x="34" y="85"/>
                      <a:pt x="33" y="85"/>
                    </a:cubicBezTo>
                    <a:cubicBezTo>
                      <a:pt x="35" y="86"/>
                      <a:pt x="35" y="89"/>
                      <a:pt x="39" y="88"/>
                    </a:cubicBezTo>
                    <a:cubicBezTo>
                      <a:pt x="39" y="92"/>
                      <a:pt x="36" y="92"/>
                      <a:pt x="37" y="96"/>
                    </a:cubicBezTo>
                    <a:cubicBezTo>
                      <a:pt x="31" y="96"/>
                      <a:pt x="26" y="96"/>
                      <a:pt x="20" y="96"/>
                    </a:cubicBezTo>
                    <a:cubicBezTo>
                      <a:pt x="20" y="95"/>
                      <a:pt x="23" y="93"/>
                      <a:pt x="22" y="92"/>
                    </a:cubicBezTo>
                    <a:cubicBezTo>
                      <a:pt x="21" y="90"/>
                      <a:pt x="18" y="91"/>
                      <a:pt x="16" y="90"/>
                    </a:cubicBezTo>
                    <a:cubicBezTo>
                      <a:pt x="15" y="90"/>
                      <a:pt x="14" y="87"/>
                      <a:pt x="13" y="87"/>
                    </a:cubicBezTo>
                    <a:cubicBezTo>
                      <a:pt x="12" y="86"/>
                      <a:pt x="9" y="87"/>
                      <a:pt x="9" y="87"/>
                    </a:cubicBezTo>
                    <a:cubicBezTo>
                      <a:pt x="7" y="84"/>
                      <a:pt x="7" y="87"/>
                      <a:pt x="3" y="87"/>
                    </a:cubicBezTo>
                    <a:cubicBezTo>
                      <a:pt x="3" y="82"/>
                      <a:pt x="0" y="80"/>
                      <a:pt x="2" y="73"/>
                    </a:cubicBezTo>
                    <a:cubicBezTo>
                      <a:pt x="7" y="80"/>
                      <a:pt x="2" y="66"/>
                      <a:pt x="11" y="70"/>
                    </a:cubicBezTo>
                    <a:cubicBezTo>
                      <a:pt x="12" y="68"/>
                      <a:pt x="9" y="68"/>
                      <a:pt x="9" y="68"/>
                    </a:cubicBezTo>
                    <a:cubicBezTo>
                      <a:pt x="9" y="66"/>
                      <a:pt x="15" y="65"/>
                      <a:pt x="11" y="64"/>
                    </a:cubicBezTo>
                    <a:cubicBezTo>
                      <a:pt x="12" y="61"/>
                      <a:pt x="17" y="61"/>
                      <a:pt x="20" y="60"/>
                    </a:cubicBezTo>
                    <a:cubicBezTo>
                      <a:pt x="18" y="57"/>
                      <a:pt x="26" y="54"/>
                      <a:pt x="20" y="53"/>
                    </a:cubicBezTo>
                    <a:cubicBezTo>
                      <a:pt x="20" y="51"/>
                      <a:pt x="24" y="51"/>
                      <a:pt x="26" y="51"/>
                    </a:cubicBezTo>
                    <a:cubicBezTo>
                      <a:pt x="26" y="48"/>
                      <a:pt x="27" y="46"/>
                      <a:pt x="29" y="46"/>
                    </a:cubicBezTo>
                    <a:cubicBezTo>
                      <a:pt x="26" y="42"/>
                      <a:pt x="31" y="42"/>
                      <a:pt x="29" y="36"/>
                    </a:cubicBezTo>
                    <a:cubicBezTo>
                      <a:pt x="37" y="37"/>
                      <a:pt x="39" y="32"/>
                      <a:pt x="44" y="31"/>
                    </a:cubicBezTo>
                    <a:cubicBezTo>
                      <a:pt x="47" y="31"/>
                      <a:pt x="45" y="27"/>
                      <a:pt x="46" y="27"/>
                    </a:cubicBezTo>
                    <a:cubicBezTo>
                      <a:pt x="47" y="26"/>
                      <a:pt x="49" y="28"/>
                      <a:pt x="48" y="29"/>
                    </a:cubicBezTo>
                    <a:cubicBezTo>
                      <a:pt x="49" y="28"/>
                      <a:pt x="51" y="26"/>
                      <a:pt x="52" y="25"/>
                    </a:cubicBezTo>
                    <a:cubicBezTo>
                      <a:pt x="53" y="24"/>
                      <a:pt x="54" y="23"/>
                      <a:pt x="54" y="21"/>
                    </a:cubicBezTo>
                    <a:cubicBezTo>
                      <a:pt x="57" y="22"/>
                      <a:pt x="60" y="21"/>
                      <a:pt x="63" y="19"/>
                    </a:cubicBezTo>
                    <a:cubicBezTo>
                      <a:pt x="66" y="18"/>
                      <a:pt x="68" y="19"/>
                      <a:pt x="74" y="18"/>
                    </a:cubicBezTo>
                    <a:cubicBezTo>
                      <a:pt x="76" y="17"/>
                      <a:pt x="75" y="16"/>
                      <a:pt x="76" y="16"/>
                    </a:cubicBezTo>
                    <a:cubicBezTo>
                      <a:pt x="78" y="15"/>
                      <a:pt x="80" y="18"/>
                      <a:pt x="80" y="18"/>
                    </a:cubicBezTo>
                    <a:cubicBezTo>
                      <a:pt x="83" y="17"/>
                      <a:pt x="78" y="14"/>
                      <a:pt x="82" y="14"/>
                    </a:cubicBezTo>
                    <a:cubicBezTo>
                      <a:pt x="82" y="14"/>
                      <a:pt x="83" y="14"/>
                      <a:pt x="83" y="14"/>
                    </a:cubicBezTo>
                    <a:cubicBezTo>
                      <a:pt x="85" y="13"/>
                      <a:pt x="91" y="13"/>
                      <a:pt x="97" y="12"/>
                    </a:cubicBezTo>
                    <a:cubicBezTo>
                      <a:pt x="100" y="11"/>
                      <a:pt x="99" y="12"/>
                      <a:pt x="100" y="10"/>
                    </a:cubicBezTo>
                    <a:cubicBezTo>
                      <a:pt x="100" y="10"/>
                      <a:pt x="102" y="8"/>
                      <a:pt x="102" y="8"/>
                    </a:cubicBezTo>
                    <a:cubicBezTo>
                      <a:pt x="107" y="6"/>
                      <a:pt x="110" y="12"/>
                      <a:pt x="110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475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4053480" y="668427"/>
                <a:ext cx="29417" cy="12607"/>
              </a:xfrm>
              <a:custGeom>
                <a:avLst/>
                <a:gdLst/>
                <a:ahLst/>
                <a:cxnLst/>
                <a:rect l="l" t="t" r="r" b="b"/>
                <a:pathLst>
                  <a:path w="14" h="6">
                    <a:moveTo>
                      <a:pt x="10" y="0"/>
                    </a:moveTo>
                    <a:cubicBezTo>
                      <a:pt x="11" y="0"/>
                      <a:pt x="12" y="0"/>
                      <a:pt x="14" y="0"/>
                    </a:cubicBezTo>
                    <a:cubicBezTo>
                      <a:pt x="14" y="6"/>
                      <a:pt x="0" y="0"/>
                      <a:pt x="10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7827187" y="682435"/>
                <a:ext cx="85448" cy="67238"/>
              </a:xfrm>
              <a:custGeom>
                <a:avLst/>
                <a:gdLst/>
                <a:ahLst/>
                <a:cxnLst/>
                <a:rect l="l" t="t" r="r" b="b"/>
                <a:pathLst>
                  <a:path w="41" h="32">
                    <a:moveTo>
                      <a:pt x="11" y="1"/>
                    </a:moveTo>
                    <a:cubicBezTo>
                      <a:pt x="13" y="0"/>
                      <a:pt x="13" y="2"/>
                      <a:pt x="13" y="3"/>
                    </a:cubicBezTo>
                    <a:cubicBezTo>
                      <a:pt x="15" y="7"/>
                      <a:pt x="21" y="6"/>
                      <a:pt x="24" y="8"/>
                    </a:cubicBezTo>
                    <a:cubicBezTo>
                      <a:pt x="28" y="10"/>
                      <a:pt x="29" y="5"/>
                      <a:pt x="30" y="5"/>
                    </a:cubicBezTo>
                    <a:cubicBezTo>
                      <a:pt x="32" y="4"/>
                      <a:pt x="35" y="8"/>
                      <a:pt x="41" y="6"/>
                    </a:cubicBezTo>
                    <a:cubicBezTo>
                      <a:pt x="40" y="8"/>
                      <a:pt x="31" y="12"/>
                      <a:pt x="37" y="16"/>
                    </a:cubicBezTo>
                    <a:cubicBezTo>
                      <a:pt x="36" y="20"/>
                      <a:pt x="29" y="20"/>
                      <a:pt x="23" y="19"/>
                    </a:cubicBezTo>
                    <a:cubicBezTo>
                      <a:pt x="20" y="20"/>
                      <a:pt x="21" y="21"/>
                      <a:pt x="23" y="21"/>
                    </a:cubicBezTo>
                    <a:cubicBezTo>
                      <a:pt x="24" y="25"/>
                      <a:pt x="12" y="22"/>
                      <a:pt x="19" y="25"/>
                    </a:cubicBezTo>
                    <a:cubicBezTo>
                      <a:pt x="19" y="32"/>
                      <a:pt x="13" y="21"/>
                      <a:pt x="13" y="27"/>
                    </a:cubicBezTo>
                    <a:cubicBezTo>
                      <a:pt x="10" y="26"/>
                      <a:pt x="12" y="21"/>
                      <a:pt x="6" y="23"/>
                    </a:cubicBezTo>
                    <a:cubicBezTo>
                      <a:pt x="4" y="18"/>
                      <a:pt x="5" y="10"/>
                      <a:pt x="0" y="8"/>
                    </a:cubicBezTo>
                    <a:cubicBezTo>
                      <a:pt x="2" y="4"/>
                      <a:pt x="13" y="8"/>
                      <a:pt x="11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3770522" y="692241"/>
                <a:ext cx="23814" cy="15409"/>
              </a:xfrm>
              <a:custGeom>
                <a:avLst/>
                <a:gdLst/>
                <a:ahLst/>
                <a:cxnLst/>
                <a:rect l="l" t="t" r="r" b="b"/>
                <a:pathLst>
                  <a:path w="11" h="7">
                    <a:moveTo>
                      <a:pt x="6" y="0"/>
                    </a:moveTo>
                    <a:cubicBezTo>
                      <a:pt x="11" y="1"/>
                      <a:pt x="8" y="2"/>
                      <a:pt x="8" y="7"/>
                    </a:cubicBezTo>
                    <a:cubicBezTo>
                      <a:pt x="6" y="6"/>
                      <a:pt x="4" y="5"/>
                      <a:pt x="0" y="5"/>
                    </a:cubicBezTo>
                    <a:cubicBezTo>
                      <a:pt x="1" y="2"/>
                      <a:pt x="7" y="4"/>
                      <a:pt x="6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7921039" y="692241"/>
                <a:ext cx="39222" cy="364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17">
                    <a:moveTo>
                      <a:pt x="0" y="5"/>
                    </a:moveTo>
                    <a:cubicBezTo>
                      <a:pt x="6" y="0"/>
                      <a:pt x="16" y="5"/>
                      <a:pt x="19" y="9"/>
                    </a:cubicBezTo>
                    <a:cubicBezTo>
                      <a:pt x="18" y="13"/>
                      <a:pt x="10" y="10"/>
                      <a:pt x="11" y="16"/>
                    </a:cubicBezTo>
                    <a:cubicBezTo>
                      <a:pt x="9" y="17"/>
                      <a:pt x="8" y="13"/>
                      <a:pt x="7" y="13"/>
                    </a:cubicBezTo>
                    <a:cubicBezTo>
                      <a:pt x="7" y="12"/>
                      <a:pt x="4" y="13"/>
                      <a:pt x="4" y="13"/>
                    </a:cubicBezTo>
                    <a:cubicBezTo>
                      <a:pt x="2" y="10"/>
                      <a:pt x="4" y="6"/>
                      <a:pt x="0" y="5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7971467" y="703447"/>
                <a:ext cx="60234" cy="30817"/>
              </a:xfrm>
              <a:custGeom>
                <a:avLst/>
                <a:gdLst/>
                <a:ahLst/>
                <a:cxnLst/>
                <a:rect l="l" t="t" r="r" b="b"/>
                <a:pathLst>
                  <a:path w="29" h="15">
                    <a:moveTo>
                      <a:pt x="2" y="2"/>
                    </a:moveTo>
                    <a:cubicBezTo>
                      <a:pt x="3" y="2"/>
                      <a:pt x="4" y="2"/>
                      <a:pt x="6" y="2"/>
                    </a:cubicBezTo>
                    <a:cubicBezTo>
                      <a:pt x="11" y="0"/>
                      <a:pt x="11" y="5"/>
                      <a:pt x="15" y="6"/>
                    </a:cubicBezTo>
                    <a:cubicBezTo>
                      <a:pt x="19" y="7"/>
                      <a:pt x="21" y="8"/>
                      <a:pt x="24" y="9"/>
                    </a:cubicBezTo>
                    <a:cubicBezTo>
                      <a:pt x="26" y="11"/>
                      <a:pt x="29" y="9"/>
                      <a:pt x="28" y="13"/>
                    </a:cubicBezTo>
                    <a:cubicBezTo>
                      <a:pt x="17" y="15"/>
                      <a:pt x="14" y="10"/>
                      <a:pt x="6" y="9"/>
                    </a:cubicBezTo>
                    <a:cubicBezTo>
                      <a:pt x="8" y="3"/>
                      <a:pt x="0" y="8"/>
                      <a:pt x="2" y="2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4035269" y="752474"/>
                <a:ext cx="98055" cy="81245"/>
              </a:xfrm>
              <a:custGeom>
                <a:avLst/>
                <a:gdLst/>
                <a:ahLst/>
                <a:cxnLst/>
                <a:rect l="l" t="t" r="r" b="b"/>
                <a:pathLst>
                  <a:path w="47" h="39">
                    <a:moveTo>
                      <a:pt x="15" y="8"/>
                    </a:moveTo>
                    <a:cubicBezTo>
                      <a:pt x="17" y="7"/>
                      <a:pt x="16" y="6"/>
                      <a:pt x="15" y="6"/>
                    </a:cubicBezTo>
                    <a:cubicBezTo>
                      <a:pt x="19" y="2"/>
                      <a:pt x="33" y="6"/>
                      <a:pt x="36" y="0"/>
                    </a:cubicBezTo>
                    <a:cubicBezTo>
                      <a:pt x="38" y="2"/>
                      <a:pt x="39" y="4"/>
                      <a:pt x="39" y="8"/>
                    </a:cubicBezTo>
                    <a:cubicBezTo>
                      <a:pt x="40" y="12"/>
                      <a:pt x="36" y="11"/>
                      <a:pt x="36" y="13"/>
                    </a:cubicBezTo>
                    <a:cubicBezTo>
                      <a:pt x="37" y="19"/>
                      <a:pt x="41" y="16"/>
                      <a:pt x="45" y="15"/>
                    </a:cubicBezTo>
                    <a:cubicBezTo>
                      <a:pt x="47" y="23"/>
                      <a:pt x="45" y="22"/>
                      <a:pt x="47" y="30"/>
                    </a:cubicBezTo>
                    <a:cubicBezTo>
                      <a:pt x="46" y="31"/>
                      <a:pt x="42" y="29"/>
                      <a:pt x="41" y="30"/>
                    </a:cubicBezTo>
                    <a:cubicBezTo>
                      <a:pt x="41" y="31"/>
                      <a:pt x="42" y="34"/>
                      <a:pt x="41" y="34"/>
                    </a:cubicBezTo>
                    <a:cubicBezTo>
                      <a:pt x="40" y="35"/>
                      <a:pt x="37" y="34"/>
                      <a:pt x="36" y="34"/>
                    </a:cubicBezTo>
                    <a:cubicBezTo>
                      <a:pt x="33" y="34"/>
                      <a:pt x="33" y="37"/>
                      <a:pt x="30" y="38"/>
                    </a:cubicBezTo>
                    <a:cubicBezTo>
                      <a:pt x="26" y="39"/>
                      <a:pt x="26" y="34"/>
                      <a:pt x="24" y="32"/>
                    </a:cubicBezTo>
                    <a:cubicBezTo>
                      <a:pt x="23" y="31"/>
                      <a:pt x="17" y="31"/>
                      <a:pt x="19" y="26"/>
                    </a:cubicBezTo>
                    <a:cubicBezTo>
                      <a:pt x="16" y="27"/>
                      <a:pt x="15" y="25"/>
                      <a:pt x="15" y="23"/>
                    </a:cubicBezTo>
                    <a:cubicBezTo>
                      <a:pt x="12" y="24"/>
                      <a:pt x="9" y="22"/>
                      <a:pt x="6" y="21"/>
                    </a:cubicBezTo>
                    <a:cubicBezTo>
                      <a:pt x="3" y="20"/>
                      <a:pt x="0" y="22"/>
                      <a:pt x="0" y="17"/>
                    </a:cubicBezTo>
                    <a:cubicBezTo>
                      <a:pt x="8" y="16"/>
                      <a:pt x="11" y="20"/>
                      <a:pt x="19" y="19"/>
                    </a:cubicBezTo>
                    <a:cubicBezTo>
                      <a:pt x="21" y="18"/>
                      <a:pt x="20" y="14"/>
                      <a:pt x="21" y="12"/>
                    </a:cubicBezTo>
                    <a:cubicBezTo>
                      <a:pt x="21" y="7"/>
                      <a:pt x="10" y="13"/>
                      <a:pt x="13" y="6"/>
                    </a:cubicBezTo>
                    <a:cubicBezTo>
                      <a:pt x="15" y="6"/>
                      <a:pt x="15" y="7"/>
                      <a:pt x="15" y="8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4384064" y="760879"/>
                <a:ext cx="58833" cy="28016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">
                    <a:moveTo>
                      <a:pt x="0" y="2"/>
                    </a:moveTo>
                    <a:cubicBezTo>
                      <a:pt x="0" y="0"/>
                      <a:pt x="5" y="0"/>
                      <a:pt x="7" y="0"/>
                    </a:cubicBezTo>
                    <a:cubicBezTo>
                      <a:pt x="14" y="1"/>
                      <a:pt x="22" y="5"/>
                      <a:pt x="28" y="6"/>
                    </a:cubicBezTo>
                    <a:cubicBezTo>
                      <a:pt x="28" y="9"/>
                      <a:pt x="26" y="10"/>
                      <a:pt x="26" y="13"/>
                    </a:cubicBezTo>
                    <a:cubicBezTo>
                      <a:pt x="16" y="13"/>
                      <a:pt x="12" y="11"/>
                      <a:pt x="6" y="6"/>
                    </a:cubicBezTo>
                    <a:cubicBezTo>
                      <a:pt x="4" y="4"/>
                      <a:pt x="4" y="1"/>
                      <a:pt x="0" y="2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7881817" y="760879"/>
                <a:ext cx="39222" cy="15409"/>
              </a:xfrm>
              <a:custGeom>
                <a:avLst/>
                <a:gdLst/>
                <a:ahLst/>
                <a:cxnLst/>
                <a:rect l="l" t="t" r="r" b="b"/>
                <a:pathLst>
                  <a:path w="19" h="7">
                    <a:moveTo>
                      <a:pt x="19" y="6"/>
                    </a:moveTo>
                    <a:cubicBezTo>
                      <a:pt x="16" y="7"/>
                      <a:pt x="5" y="6"/>
                      <a:pt x="0" y="4"/>
                    </a:cubicBezTo>
                    <a:cubicBezTo>
                      <a:pt x="1" y="1"/>
                      <a:pt x="6" y="3"/>
                      <a:pt x="6" y="0"/>
                    </a:cubicBezTo>
                    <a:cubicBezTo>
                      <a:pt x="10" y="2"/>
                      <a:pt x="19" y="0"/>
                      <a:pt x="19" y="6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4811303" y="846327"/>
                <a:ext cx="30817" cy="21012"/>
              </a:xfrm>
              <a:custGeom>
                <a:avLst/>
                <a:gdLst/>
                <a:ahLst/>
                <a:cxnLst/>
                <a:rect l="l" t="t" r="r" b="b"/>
                <a:pathLst>
                  <a:path w="15" h="10">
                    <a:moveTo>
                      <a:pt x="15" y="8"/>
                    </a:moveTo>
                    <a:cubicBezTo>
                      <a:pt x="6" y="10"/>
                      <a:pt x="8" y="2"/>
                      <a:pt x="0" y="4"/>
                    </a:cubicBezTo>
                    <a:cubicBezTo>
                      <a:pt x="3" y="0"/>
                      <a:pt x="15" y="2"/>
                      <a:pt x="15" y="8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4790291" y="867338"/>
                <a:ext cx="43425" cy="25214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">
                    <a:moveTo>
                      <a:pt x="21" y="7"/>
                    </a:moveTo>
                    <a:cubicBezTo>
                      <a:pt x="19" y="12"/>
                      <a:pt x="5" y="12"/>
                      <a:pt x="3" y="7"/>
                    </a:cubicBezTo>
                    <a:cubicBezTo>
                      <a:pt x="0" y="0"/>
                      <a:pt x="9" y="6"/>
                      <a:pt x="8" y="1"/>
                    </a:cubicBezTo>
                    <a:cubicBezTo>
                      <a:pt x="12" y="4"/>
                      <a:pt x="16" y="6"/>
                      <a:pt x="21" y="7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6419400" y="885549"/>
                <a:ext cx="29417" cy="23814"/>
              </a:xfrm>
              <a:custGeom>
                <a:avLst/>
                <a:gdLst/>
                <a:ahLst/>
                <a:cxnLst/>
                <a:rect l="l" t="t" r="r" b="b"/>
                <a:pathLst>
                  <a:path w="14" h="11">
                    <a:moveTo>
                      <a:pt x="6" y="0"/>
                    </a:moveTo>
                    <a:cubicBezTo>
                      <a:pt x="11" y="0"/>
                      <a:pt x="13" y="2"/>
                      <a:pt x="14" y="7"/>
                    </a:cubicBezTo>
                    <a:cubicBezTo>
                      <a:pt x="9" y="7"/>
                      <a:pt x="5" y="7"/>
                      <a:pt x="4" y="11"/>
                    </a:cubicBezTo>
                    <a:cubicBezTo>
                      <a:pt x="0" y="11"/>
                      <a:pt x="3" y="4"/>
                      <a:pt x="2" y="2"/>
                    </a:cubicBezTo>
                    <a:cubicBezTo>
                      <a:pt x="5" y="2"/>
                      <a:pt x="6" y="1"/>
                      <a:pt x="6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945619" y="900957"/>
                <a:ext cx="29417" cy="21012"/>
              </a:xfrm>
              <a:custGeom>
                <a:avLst/>
                <a:gdLst/>
                <a:ahLst/>
                <a:cxnLst/>
                <a:rect l="l" t="t" r="r" b="b"/>
                <a:pathLst>
                  <a:path w="14" h="10">
                    <a:moveTo>
                      <a:pt x="13" y="8"/>
                    </a:moveTo>
                    <a:cubicBezTo>
                      <a:pt x="7" y="7"/>
                      <a:pt x="5" y="9"/>
                      <a:pt x="0" y="10"/>
                    </a:cubicBezTo>
                    <a:cubicBezTo>
                      <a:pt x="1" y="6"/>
                      <a:pt x="14" y="0"/>
                      <a:pt x="13" y="8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4434493" y="917766"/>
                <a:ext cx="47627" cy="29417"/>
              </a:xfrm>
              <a:custGeom>
                <a:avLst/>
                <a:gdLst/>
                <a:ahLst/>
                <a:cxnLst/>
                <a:rect l="l" t="t" r="r" b="b"/>
                <a:pathLst>
                  <a:path w="23" h="14">
                    <a:moveTo>
                      <a:pt x="19" y="2"/>
                    </a:moveTo>
                    <a:cubicBezTo>
                      <a:pt x="21" y="4"/>
                      <a:pt x="23" y="11"/>
                      <a:pt x="21" y="13"/>
                    </a:cubicBezTo>
                    <a:cubicBezTo>
                      <a:pt x="13" y="12"/>
                      <a:pt x="4" y="14"/>
                      <a:pt x="2" y="9"/>
                    </a:cubicBezTo>
                    <a:cubicBezTo>
                      <a:pt x="0" y="3"/>
                      <a:pt x="8" y="8"/>
                      <a:pt x="6" y="2"/>
                    </a:cubicBezTo>
                    <a:cubicBezTo>
                      <a:pt x="11" y="0"/>
                      <a:pt x="19" y="5"/>
                      <a:pt x="19" y="2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4416282" y="999012"/>
                <a:ext cx="57433" cy="26615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">
                    <a:moveTo>
                      <a:pt x="26" y="5"/>
                    </a:moveTo>
                    <a:cubicBezTo>
                      <a:pt x="28" y="11"/>
                      <a:pt x="21" y="9"/>
                      <a:pt x="19" y="9"/>
                    </a:cubicBezTo>
                    <a:cubicBezTo>
                      <a:pt x="18" y="9"/>
                      <a:pt x="13" y="13"/>
                      <a:pt x="11" y="11"/>
                    </a:cubicBezTo>
                    <a:cubicBezTo>
                      <a:pt x="10" y="9"/>
                      <a:pt x="6" y="10"/>
                      <a:pt x="4" y="9"/>
                    </a:cubicBezTo>
                    <a:cubicBezTo>
                      <a:pt x="0" y="4"/>
                      <a:pt x="12" y="6"/>
                      <a:pt x="5" y="4"/>
                    </a:cubicBezTo>
                    <a:cubicBezTo>
                      <a:pt x="6" y="1"/>
                      <a:pt x="11" y="3"/>
                      <a:pt x="11" y="0"/>
                    </a:cubicBezTo>
                    <a:cubicBezTo>
                      <a:pt x="16" y="1"/>
                      <a:pt x="22" y="2"/>
                      <a:pt x="26" y="5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4417683" y="1039635"/>
                <a:ext cx="26615" cy="12607"/>
              </a:xfrm>
              <a:custGeom>
                <a:avLst/>
                <a:gdLst/>
                <a:ahLst/>
                <a:cxnLst/>
                <a:rect l="l" t="t" r="r" b="b"/>
                <a:pathLst>
                  <a:path w="13" h="6">
                    <a:moveTo>
                      <a:pt x="10" y="6"/>
                    </a:moveTo>
                    <a:cubicBezTo>
                      <a:pt x="6" y="3"/>
                      <a:pt x="8" y="6"/>
                      <a:pt x="3" y="6"/>
                    </a:cubicBezTo>
                    <a:cubicBezTo>
                      <a:pt x="0" y="0"/>
                      <a:pt x="13" y="0"/>
                      <a:pt x="10" y="6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4330835" y="1059246"/>
                <a:ext cx="30817" cy="18211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>
                    <a:moveTo>
                      <a:pt x="13" y="1"/>
                    </a:moveTo>
                    <a:cubicBezTo>
                      <a:pt x="13" y="3"/>
                      <a:pt x="13" y="4"/>
                      <a:pt x="15" y="4"/>
                    </a:cubicBezTo>
                    <a:cubicBezTo>
                      <a:pt x="15" y="8"/>
                      <a:pt x="9" y="5"/>
                      <a:pt x="7" y="6"/>
                    </a:cubicBezTo>
                    <a:cubicBezTo>
                      <a:pt x="5" y="9"/>
                      <a:pt x="7" y="6"/>
                      <a:pt x="0" y="6"/>
                    </a:cubicBezTo>
                    <a:cubicBezTo>
                      <a:pt x="3" y="3"/>
                      <a:pt x="6" y="0"/>
                      <a:pt x="13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4388266" y="1076055"/>
                <a:ext cx="12607" cy="18211"/>
              </a:xfrm>
              <a:custGeom>
                <a:avLst/>
                <a:gdLst/>
                <a:ahLst/>
                <a:cxnLst/>
                <a:rect l="l" t="t" r="r" b="b"/>
                <a:pathLst>
                  <a:path w="6" h="9">
                    <a:moveTo>
                      <a:pt x="2" y="0"/>
                    </a:moveTo>
                    <a:cubicBezTo>
                      <a:pt x="5" y="1"/>
                      <a:pt x="6" y="3"/>
                      <a:pt x="5" y="8"/>
                    </a:cubicBezTo>
                    <a:cubicBezTo>
                      <a:pt x="0" y="9"/>
                      <a:pt x="2" y="3"/>
                      <a:pt x="2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5499087" y="1237145"/>
                <a:ext cx="68639" cy="84047"/>
              </a:xfrm>
              <a:custGeom>
                <a:avLst/>
                <a:gdLst/>
                <a:ahLst/>
                <a:cxnLst/>
                <a:rect l="l" t="t" r="r" b="b"/>
                <a:pathLst>
                  <a:path w="33" h="40">
                    <a:moveTo>
                      <a:pt x="12" y="0"/>
                    </a:moveTo>
                    <a:cubicBezTo>
                      <a:pt x="14" y="0"/>
                      <a:pt x="14" y="1"/>
                      <a:pt x="14" y="2"/>
                    </a:cubicBezTo>
                    <a:cubicBezTo>
                      <a:pt x="14" y="5"/>
                      <a:pt x="22" y="0"/>
                      <a:pt x="27" y="2"/>
                    </a:cubicBezTo>
                    <a:cubicBezTo>
                      <a:pt x="28" y="5"/>
                      <a:pt x="29" y="6"/>
                      <a:pt x="32" y="6"/>
                    </a:cubicBezTo>
                    <a:cubicBezTo>
                      <a:pt x="33" y="8"/>
                      <a:pt x="32" y="9"/>
                      <a:pt x="31" y="10"/>
                    </a:cubicBezTo>
                    <a:cubicBezTo>
                      <a:pt x="31" y="11"/>
                      <a:pt x="28" y="11"/>
                      <a:pt x="27" y="12"/>
                    </a:cubicBezTo>
                    <a:cubicBezTo>
                      <a:pt x="27" y="16"/>
                      <a:pt x="30" y="17"/>
                      <a:pt x="31" y="21"/>
                    </a:cubicBezTo>
                    <a:cubicBezTo>
                      <a:pt x="31" y="24"/>
                      <a:pt x="28" y="26"/>
                      <a:pt x="29" y="30"/>
                    </a:cubicBezTo>
                    <a:cubicBezTo>
                      <a:pt x="26" y="30"/>
                      <a:pt x="23" y="30"/>
                      <a:pt x="19" y="30"/>
                    </a:cubicBezTo>
                    <a:cubicBezTo>
                      <a:pt x="17" y="30"/>
                      <a:pt x="19" y="34"/>
                      <a:pt x="18" y="36"/>
                    </a:cubicBezTo>
                    <a:cubicBezTo>
                      <a:pt x="17" y="37"/>
                      <a:pt x="12" y="36"/>
                      <a:pt x="14" y="40"/>
                    </a:cubicBezTo>
                    <a:cubicBezTo>
                      <a:pt x="10" y="40"/>
                      <a:pt x="6" y="40"/>
                      <a:pt x="3" y="40"/>
                    </a:cubicBezTo>
                    <a:cubicBezTo>
                      <a:pt x="4" y="36"/>
                      <a:pt x="0" y="27"/>
                      <a:pt x="6" y="28"/>
                    </a:cubicBezTo>
                    <a:cubicBezTo>
                      <a:pt x="7" y="23"/>
                      <a:pt x="3" y="25"/>
                      <a:pt x="6" y="21"/>
                    </a:cubicBezTo>
                    <a:cubicBezTo>
                      <a:pt x="8" y="15"/>
                      <a:pt x="1" y="17"/>
                      <a:pt x="3" y="12"/>
                    </a:cubicBezTo>
                    <a:cubicBezTo>
                      <a:pt x="7" y="11"/>
                      <a:pt x="8" y="13"/>
                      <a:pt x="10" y="13"/>
                    </a:cubicBezTo>
                    <a:cubicBezTo>
                      <a:pt x="14" y="13"/>
                      <a:pt x="11" y="4"/>
                      <a:pt x="12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3054722" y="1241347"/>
                <a:ext cx="21012" cy="19611"/>
              </a:xfrm>
              <a:custGeom>
                <a:avLst/>
                <a:gdLst/>
                <a:ahLst/>
                <a:cxnLst/>
                <a:rect l="l" t="t" r="r" b="b"/>
                <a:pathLst>
                  <a:path w="10" h="9">
                    <a:moveTo>
                      <a:pt x="9" y="0"/>
                    </a:moveTo>
                    <a:cubicBezTo>
                      <a:pt x="10" y="3"/>
                      <a:pt x="8" y="3"/>
                      <a:pt x="7" y="4"/>
                    </a:cubicBezTo>
                    <a:cubicBezTo>
                      <a:pt x="5" y="7"/>
                      <a:pt x="4" y="9"/>
                      <a:pt x="0" y="6"/>
                    </a:cubicBezTo>
                    <a:cubicBezTo>
                      <a:pt x="1" y="2"/>
                      <a:pt x="5" y="1"/>
                      <a:pt x="9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3560405" y="1258157"/>
                <a:ext cx="25214" cy="37822"/>
              </a:xfrm>
              <a:custGeom>
                <a:avLst/>
                <a:gdLst/>
                <a:ahLst/>
                <a:cxnLst/>
                <a:rect l="l" t="t" r="r" b="b"/>
                <a:pathLst>
                  <a:path w="12" h="18">
                    <a:moveTo>
                      <a:pt x="3" y="0"/>
                    </a:moveTo>
                    <a:cubicBezTo>
                      <a:pt x="6" y="4"/>
                      <a:pt x="7" y="11"/>
                      <a:pt x="12" y="13"/>
                    </a:cubicBezTo>
                    <a:cubicBezTo>
                      <a:pt x="10" y="18"/>
                      <a:pt x="5" y="12"/>
                      <a:pt x="5" y="9"/>
                    </a:cubicBezTo>
                    <a:cubicBezTo>
                      <a:pt x="0" y="9"/>
                      <a:pt x="0" y="2"/>
                      <a:pt x="3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7900028" y="1241347"/>
                <a:ext cx="40623" cy="180701"/>
              </a:xfrm>
              <a:custGeom>
                <a:avLst/>
                <a:gdLst/>
                <a:ahLst/>
                <a:cxnLst/>
                <a:rect l="l" t="t" r="r" b="b"/>
                <a:pathLst>
                  <a:path w="19" h="87">
                    <a:moveTo>
                      <a:pt x="6" y="10"/>
                    </a:moveTo>
                    <a:cubicBezTo>
                      <a:pt x="14" y="0"/>
                      <a:pt x="7" y="20"/>
                      <a:pt x="10" y="23"/>
                    </a:cubicBezTo>
                    <a:cubicBezTo>
                      <a:pt x="13" y="25"/>
                      <a:pt x="8" y="26"/>
                      <a:pt x="12" y="30"/>
                    </a:cubicBezTo>
                    <a:cubicBezTo>
                      <a:pt x="14" y="33"/>
                      <a:pt x="12" y="33"/>
                      <a:pt x="12" y="36"/>
                    </a:cubicBezTo>
                    <a:cubicBezTo>
                      <a:pt x="12" y="38"/>
                      <a:pt x="15" y="43"/>
                      <a:pt x="14" y="51"/>
                    </a:cubicBezTo>
                    <a:cubicBezTo>
                      <a:pt x="13" y="55"/>
                      <a:pt x="16" y="56"/>
                      <a:pt x="19" y="58"/>
                    </a:cubicBezTo>
                    <a:cubicBezTo>
                      <a:pt x="19" y="62"/>
                      <a:pt x="14" y="62"/>
                      <a:pt x="12" y="60"/>
                    </a:cubicBezTo>
                    <a:cubicBezTo>
                      <a:pt x="11" y="65"/>
                      <a:pt x="11" y="73"/>
                      <a:pt x="12" y="73"/>
                    </a:cubicBezTo>
                    <a:cubicBezTo>
                      <a:pt x="12" y="73"/>
                      <a:pt x="8" y="73"/>
                      <a:pt x="8" y="73"/>
                    </a:cubicBezTo>
                    <a:cubicBezTo>
                      <a:pt x="8" y="77"/>
                      <a:pt x="13" y="78"/>
                      <a:pt x="12" y="86"/>
                    </a:cubicBezTo>
                    <a:cubicBezTo>
                      <a:pt x="6" y="84"/>
                      <a:pt x="7" y="87"/>
                      <a:pt x="2" y="84"/>
                    </a:cubicBezTo>
                    <a:cubicBezTo>
                      <a:pt x="6" y="79"/>
                      <a:pt x="2" y="78"/>
                      <a:pt x="4" y="73"/>
                    </a:cubicBezTo>
                    <a:cubicBezTo>
                      <a:pt x="4" y="70"/>
                      <a:pt x="3" y="68"/>
                      <a:pt x="1" y="67"/>
                    </a:cubicBezTo>
                    <a:cubicBezTo>
                      <a:pt x="2" y="63"/>
                      <a:pt x="6" y="55"/>
                      <a:pt x="4" y="45"/>
                    </a:cubicBezTo>
                    <a:cubicBezTo>
                      <a:pt x="4" y="41"/>
                      <a:pt x="1" y="39"/>
                      <a:pt x="1" y="36"/>
                    </a:cubicBezTo>
                    <a:cubicBezTo>
                      <a:pt x="0" y="30"/>
                      <a:pt x="5" y="26"/>
                      <a:pt x="1" y="23"/>
                    </a:cubicBezTo>
                    <a:cubicBezTo>
                      <a:pt x="2" y="20"/>
                      <a:pt x="3" y="18"/>
                      <a:pt x="6" y="17"/>
                    </a:cubicBezTo>
                    <a:cubicBezTo>
                      <a:pt x="6" y="14"/>
                      <a:pt x="6" y="12"/>
                      <a:pt x="8" y="11"/>
                    </a:cubicBezTo>
                    <a:cubicBezTo>
                      <a:pt x="8" y="10"/>
                      <a:pt x="7" y="10"/>
                      <a:pt x="6" y="1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40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3023905" y="1260958"/>
                <a:ext cx="9806" cy="18211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2" y="1"/>
                    </a:moveTo>
                    <a:cubicBezTo>
                      <a:pt x="5" y="0"/>
                      <a:pt x="4" y="9"/>
                      <a:pt x="0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3"/>
                      <a:pt x="1" y="2"/>
                      <a:pt x="2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4717451" y="1322593"/>
                <a:ext cx="116265" cy="98055"/>
              </a:xfrm>
              <a:custGeom>
                <a:avLst/>
                <a:gdLst/>
                <a:ahLst/>
                <a:cxnLst/>
                <a:rect l="l" t="t" r="r" b="b"/>
                <a:pathLst>
                  <a:path w="56" h="47">
                    <a:moveTo>
                      <a:pt x="25" y="0"/>
                    </a:moveTo>
                    <a:cubicBezTo>
                      <a:pt x="27" y="1"/>
                      <a:pt x="27" y="4"/>
                      <a:pt x="30" y="4"/>
                    </a:cubicBezTo>
                    <a:cubicBezTo>
                      <a:pt x="29" y="8"/>
                      <a:pt x="24" y="8"/>
                      <a:pt x="28" y="12"/>
                    </a:cubicBezTo>
                    <a:cubicBezTo>
                      <a:pt x="27" y="16"/>
                      <a:pt x="33" y="14"/>
                      <a:pt x="36" y="15"/>
                    </a:cubicBezTo>
                    <a:cubicBezTo>
                      <a:pt x="37" y="16"/>
                      <a:pt x="40" y="22"/>
                      <a:pt x="47" y="19"/>
                    </a:cubicBezTo>
                    <a:cubicBezTo>
                      <a:pt x="47" y="24"/>
                      <a:pt x="50" y="25"/>
                      <a:pt x="45" y="26"/>
                    </a:cubicBezTo>
                    <a:cubicBezTo>
                      <a:pt x="45" y="29"/>
                      <a:pt x="49" y="27"/>
                      <a:pt x="51" y="28"/>
                    </a:cubicBezTo>
                    <a:cubicBezTo>
                      <a:pt x="52" y="30"/>
                      <a:pt x="49" y="36"/>
                      <a:pt x="54" y="34"/>
                    </a:cubicBezTo>
                    <a:cubicBezTo>
                      <a:pt x="56" y="40"/>
                      <a:pt x="49" y="38"/>
                      <a:pt x="51" y="43"/>
                    </a:cubicBezTo>
                    <a:cubicBezTo>
                      <a:pt x="49" y="43"/>
                      <a:pt x="49" y="41"/>
                      <a:pt x="49" y="40"/>
                    </a:cubicBezTo>
                    <a:cubicBezTo>
                      <a:pt x="42" y="40"/>
                      <a:pt x="43" y="42"/>
                      <a:pt x="38" y="40"/>
                    </a:cubicBezTo>
                    <a:cubicBezTo>
                      <a:pt x="35" y="42"/>
                      <a:pt x="30" y="42"/>
                      <a:pt x="30" y="47"/>
                    </a:cubicBezTo>
                    <a:cubicBezTo>
                      <a:pt x="27" y="47"/>
                      <a:pt x="28" y="43"/>
                      <a:pt x="26" y="41"/>
                    </a:cubicBezTo>
                    <a:cubicBezTo>
                      <a:pt x="25" y="40"/>
                      <a:pt x="22" y="41"/>
                      <a:pt x="21" y="40"/>
                    </a:cubicBezTo>
                    <a:cubicBezTo>
                      <a:pt x="19" y="38"/>
                      <a:pt x="18" y="35"/>
                      <a:pt x="13" y="34"/>
                    </a:cubicBezTo>
                    <a:cubicBezTo>
                      <a:pt x="7" y="33"/>
                      <a:pt x="7" y="37"/>
                      <a:pt x="0" y="36"/>
                    </a:cubicBezTo>
                    <a:cubicBezTo>
                      <a:pt x="2" y="34"/>
                      <a:pt x="2" y="32"/>
                      <a:pt x="2" y="28"/>
                    </a:cubicBezTo>
                    <a:cubicBezTo>
                      <a:pt x="8" y="31"/>
                      <a:pt x="4" y="22"/>
                      <a:pt x="10" y="25"/>
                    </a:cubicBezTo>
                    <a:cubicBezTo>
                      <a:pt x="7" y="20"/>
                      <a:pt x="12" y="19"/>
                      <a:pt x="13" y="17"/>
                    </a:cubicBezTo>
                    <a:cubicBezTo>
                      <a:pt x="14" y="15"/>
                      <a:pt x="13" y="11"/>
                      <a:pt x="15" y="8"/>
                    </a:cubicBezTo>
                    <a:cubicBezTo>
                      <a:pt x="16" y="7"/>
                      <a:pt x="18" y="8"/>
                      <a:pt x="19" y="8"/>
                    </a:cubicBezTo>
                    <a:cubicBezTo>
                      <a:pt x="20" y="7"/>
                      <a:pt x="18" y="5"/>
                      <a:pt x="19" y="4"/>
                    </a:cubicBezTo>
                    <a:cubicBezTo>
                      <a:pt x="21" y="3"/>
                      <a:pt x="25" y="4"/>
                      <a:pt x="25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4654415" y="1353410"/>
                <a:ext cx="29417" cy="25214"/>
              </a:xfrm>
              <a:custGeom>
                <a:avLst/>
                <a:gdLst/>
                <a:ahLst/>
                <a:cxnLst/>
                <a:rect l="l" t="t" r="r" b="b"/>
                <a:pathLst>
                  <a:path w="14" h="12">
                    <a:moveTo>
                      <a:pt x="0" y="0"/>
                    </a:moveTo>
                    <a:cubicBezTo>
                      <a:pt x="7" y="0"/>
                      <a:pt x="7" y="6"/>
                      <a:pt x="14" y="6"/>
                    </a:cubicBezTo>
                    <a:cubicBezTo>
                      <a:pt x="12" y="12"/>
                      <a:pt x="1" y="6"/>
                      <a:pt x="0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7886020" y="1451465"/>
                <a:ext cx="81245" cy="58833"/>
              </a:xfrm>
              <a:custGeom>
                <a:avLst/>
                <a:gdLst/>
                <a:ahLst/>
                <a:cxnLst/>
                <a:rect l="l" t="t" r="r" b="b"/>
                <a:pathLst>
                  <a:path w="39" h="28">
                    <a:moveTo>
                      <a:pt x="11" y="0"/>
                    </a:moveTo>
                    <a:cubicBezTo>
                      <a:pt x="13" y="0"/>
                      <a:pt x="13" y="1"/>
                      <a:pt x="13" y="2"/>
                    </a:cubicBezTo>
                    <a:cubicBezTo>
                      <a:pt x="13" y="7"/>
                      <a:pt x="20" y="4"/>
                      <a:pt x="21" y="9"/>
                    </a:cubicBezTo>
                    <a:cubicBezTo>
                      <a:pt x="27" y="7"/>
                      <a:pt x="32" y="10"/>
                      <a:pt x="39" y="7"/>
                    </a:cubicBezTo>
                    <a:cubicBezTo>
                      <a:pt x="39" y="13"/>
                      <a:pt x="32" y="13"/>
                      <a:pt x="32" y="19"/>
                    </a:cubicBezTo>
                    <a:cubicBezTo>
                      <a:pt x="29" y="19"/>
                      <a:pt x="29" y="17"/>
                      <a:pt x="26" y="17"/>
                    </a:cubicBezTo>
                    <a:cubicBezTo>
                      <a:pt x="22" y="16"/>
                      <a:pt x="20" y="25"/>
                      <a:pt x="19" y="20"/>
                    </a:cubicBezTo>
                    <a:cubicBezTo>
                      <a:pt x="17" y="21"/>
                      <a:pt x="17" y="24"/>
                      <a:pt x="17" y="26"/>
                    </a:cubicBezTo>
                    <a:cubicBezTo>
                      <a:pt x="12" y="28"/>
                      <a:pt x="12" y="15"/>
                      <a:pt x="8" y="22"/>
                    </a:cubicBezTo>
                    <a:cubicBezTo>
                      <a:pt x="0" y="17"/>
                      <a:pt x="6" y="3"/>
                      <a:pt x="11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7743140" y="1520103"/>
                <a:ext cx="156888" cy="137277"/>
              </a:xfrm>
              <a:custGeom>
                <a:avLst/>
                <a:gdLst/>
                <a:ahLst/>
                <a:cxnLst/>
                <a:rect l="l" t="t" r="r" b="b"/>
                <a:pathLst>
                  <a:path w="76" h="66">
                    <a:moveTo>
                      <a:pt x="67" y="0"/>
                    </a:moveTo>
                    <a:cubicBezTo>
                      <a:pt x="70" y="0"/>
                      <a:pt x="70" y="2"/>
                      <a:pt x="73" y="2"/>
                    </a:cubicBezTo>
                    <a:cubicBezTo>
                      <a:pt x="73" y="16"/>
                      <a:pt x="76" y="22"/>
                      <a:pt x="73" y="30"/>
                    </a:cubicBezTo>
                    <a:cubicBezTo>
                      <a:pt x="71" y="30"/>
                      <a:pt x="71" y="28"/>
                      <a:pt x="71" y="27"/>
                    </a:cubicBezTo>
                    <a:cubicBezTo>
                      <a:pt x="66" y="28"/>
                      <a:pt x="71" y="34"/>
                      <a:pt x="71" y="38"/>
                    </a:cubicBezTo>
                    <a:cubicBezTo>
                      <a:pt x="69" y="37"/>
                      <a:pt x="69" y="36"/>
                      <a:pt x="67" y="36"/>
                    </a:cubicBezTo>
                    <a:cubicBezTo>
                      <a:pt x="67" y="42"/>
                      <a:pt x="67" y="48"/>
                      <a:pt x="67" y="55"/>
                    </a:cubicBezTo>
                    <a:cubicBezTo>
                      <a:pt x="66" y="54"/>
                      <a:pt x="65" y="53"/>
                      <a:pt x="64" y="53"/>
                    </a:cubicBezTo>
                    <a:cubicBezTo>
                      <a:pt x="60" y="51"/>
                      <a:pt x="59" y="56"/>
                      <a:pt x="58" y="56"/>
                    </a:cubicBezTo>
                    <a:cubicBezTo>
                      <a:pt x="57" y="57"/>
                      <a:pt x="56" y="55"/>
                      <a:pt x="54" y="55"/>
                    </a:cubicBezTo>
                    <a:cubicBezTo>
                      <a:pt x="54" y="54"/>
                      <a:pt x="49" y="56"/>
                      <a:pt x="47" y="56"/>
                    </a:cubicBezTo>
                    <a:cubicBezTo>
                      <a:pt x="46" y="57"/>
                      <a:pt x="42" y="59"/>
                      <a:pt x="37" y="58"/>
                    </a:cubicBezTo>
                    <a:cubicBezTo>
                      <a:pt x="34" y="58"/>
                      <a:pt x="36" y="65"/>
                      <a:pt x="34" y="66"/>
                    </a:cubicBezTo>
                    <a:cubicBezTo>
                      <a:pt x="30" y="64"/>
                      <a:pt x="26" y="62"/>
                      <a:pt x="26" y="56"/>
                    </a:cubicBezTo>
                    <a:cubicBezTo>
                      <a:pt x="23" y="54"/>
                      <a:pt x="23" y="60"/>
                      <a:pt x="23" y="60"/>
                    </a:cubicBezTo>
                    <a:cubicBezTo>
                      <a:pt x="20" y="61"/>
                      <a:pt x="19" y="58"/>
                      <a:pt x="19" y="58"/>
                    </a:cubicBezTo>
                    <a:cubicBezTo>
                      <a:pt x="12" y="59"/>
                      <a:pt x="5" y="65"/>
                      <a:pt x="0" y="62"/>
                    </a:cubicBezTo>
                    <a:cubicBezTo>
                      <a:pt x="2" y="60"/>
                      <a:pt x="2" y="58"/>
                      <a:pt x="2" y="55"/>
                    </a:cubicBezTo>
                    <a:cubicBezTo>
                      <a:pt x="4" y="53"/>
                      <a:pt x="6" y="56"/>
                      <a:pt x="6" y="56"/>
                    </a:cubicBezTo>
                    <a:cubicBezTo>
                      <a:pt x="8" y="56"/>
                      <a:pt x="7" y="53"/>
                      <a:pt x="8" y="53"/>
                    </a:cubicBezTo>
                    <a:cubicBezTo>
                      <a:pt x="14" y="52"/>
                      <a:pt x="26" y="54"/>
                      <a:pt x="34" y="51"/>
                    </a:cubicBezTo>
                    <a:cubicBezTo>
                      <a:pt x="31" y="42"/>
                      <a:pt x="39" y="45"/>
                      <a:pt x="37" y="38"/>
                    </a:cubicBezTo>
                    <a:cubicBezTo>
                      <a:pt x="41" y="40"/>
                      <a:pt x="42" y="39"/>
                      <a:pt x="41" y="34"/>
                    </a:cubicBezTo>
                    <a:cubicBezTo>
                      <a:pt x="45" y="38"/>
                      <a:pt x="49" y="31"/>
                      <a:pt x="52" y="36"/>
                    </a:cubicBezTo>
                    <a:cubicBezTo>
                      <a:pt x="53" y="35"/>
                      <a:pt x="51" y="29"/>
                      <a:pt x="52" y="28"/>
                    </a:cubicBezTo>
                    <a:cubicBezTo>
                      <a:pt x="54" y="27"/>
                      <a:pt x="54" y="32"/>
                      <a:pt x="54" y="32"/>
                    </a:cubicBezTo>
                    <a:cubicBezTo>
                      <a:pt x="56" y="33"/>
                      <a:pt x="60" y="31"/>
                      <a:pt x="56" y="23"/>
                    </a:cubicBezTo>
                    <a:cubicBezTo>
                      <a:pt x="63" y="21"/>
                      <a:pt x="59" y="13"/>
                      <a:pt x="62" y="8"/>
                    </a:cubicBezTo>
                    <a:cubicBezTo>
                      <a:pt x="63" y="5"/>
                      <a:pt x="70" y="5"/>
                      <a:pt x="67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5794652" y="1528507"/>
                <a:ext cx="28016" cy="30817"/>
              </a:xfrm>
              <a:custGeom>
                <a:avLst/>
                <a:gdLst/>
                <a:ahLst/>
                <a:cxnLst/>
                <a:rect l="l" t="t" r="r" b="b"/>
                <a:pathLst>
                  <a:path w="13" h="15">
                    <a:moveTo>
                      <a:pt x="4" y="0"/>
                    </a:moveTo>
                    <a:cubicBezTo>
                      <a:pt x="13" y="0"/>
                      <a:pt x="10" y="15"/>
                      <a:pt x="0" y="13"/>
                    </a:cubicBezTo>
                    <a:cubicBezTo>
                      <a:pt x="4" y="12"/>
                      <a:pt x="0" y="1"/>
                      <a:pt x="4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5861889" y="1571932"/>
                <a:ext cx="39222" cy="29417"/>
              </a:xfrm>
              <a:custGeom>
                <a:avLst/>
                <a:gdLst/>
                <a:ahLst/>
                <a:cxnLst/>
                <a:rect l="l" t="t" r="r" b="b"/>
                <a:pathLst>
                  <a:path w="19" h="14">
                    <a:moveTo>
                      <a:pt x="15" y="3"/>
                    </a:moveTo>
                    <a:cubicBezTo>
                      <a:pt x="18" y="5"/>
                      <a:pt x="19" y="8"/>
                      <a:pt x="19" y="13"/>
                    </a:cubicBezTo>
                    <a:cubicBezTo>
                      <a:pt x="17" y="12"/>
                      <a:pt x="11" y="14"/>
                      <a:pt x="9" y="13"/>
                    </a:cubicBezTo>
                    <a:cubicBezTo>
                      <a:pt x="9" y="13"/>
                      <a:pt x="10" y="11"/>
                      <a:pt x="9" y="11"/>
                    </a:cubicBezTo>
                    <a:cubicBezTo>
                      <a:pt x="7" y="10"/>
                      <a:pt x="2" y="12"/>
                      <a:pt x="2" y="9"/>
                    </a:cubicBezTo>
                    <a:cubicBezTo>
                      <a:pt x="0" y="0"/>
                      <a:pt x="15" y="9"/>
                      <a:pt x="15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6175664" y="1627963"/>
                <a:ext cx="29417" cy="154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7">
                    <a:moveTo>
                      <a:pt x="0" y="6"/>
                    </a:moveTo>
                    <a:cubicBezTo>
                      <a:pt x="0" y="1"/>
                      <a:pt x="3" y="0"/>
                      <a:pt x="8" y="1"/>
                    </a:cubicBezTo>
                    <a:cubicBezTo>
                      <a:pt x="14" y="0"/>
                      <a:pt x="10" y="4"/>
                      <a:pt x="6" y="3"/>
                    </a:cubicBezTo>
                    <a:cubicBezTo>
                      <a:pt x="4" y="4"/>
                      <a:pt x="4" y="7"/>
                      <a:pt x="0" y="6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7757148" y="1651776"/>
                <a:ext cx="29417" cy="18211"/>
              </a:xfrm>
              <a:custGeom>
                <a:avLst/>
                <a:gdLst/>
                <a:ahLst/>
                <a:cxnLst/>
                <a:rect l="l" t="t" r="r" b="b"/>
                <a:pathLst>
                  <a:path w="14" h="9">
                    <a:moveTo>
                      <a:pt x="12" y="1"/>
                    </a:moveTo>
                    <a:cubicBezTo>
                      <a:pt x="14" y="7"/>
                      <a:pt x="6" y="2"/>
                      <a:pt x="8" y="8"/>
                    </a:cubicBezTo>
                    <a:cubicBezTo>
                      <a:pt x="3" y="9"/>
                      <a:pt x="0" y="8"/>
                      <a:pt x="1" y="3"/>
                    </a:cubicBezTo>
                    <a:cubicBezTo>
                      <a:pt x="5" y="8"/>
                      <a:pt x="6" y="0"/>
                      <a:pt x="12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7706720" y="1653177"/>
                <a:ext cx="42023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21">
                    <a:moveTo>
                      <a:pt x="17" y="4"/>
                    </a:moveTo>
                    <a:cubicBezTo>
                      <a:pt x="20" y="9"/>
                      <a:pt x="12" y="14"/>
                      <a:pt x="17" y="17"/>
                    </a:cubicBezTo>
                    <a:cubicBezTo>
                      <a:pt x="17" y="21"/>
                      <a:pt x="9" y="17"/>
                      <a:pt x="6" y="18"/>
                    </a:cubicBezTo>
                    <a:cubicBezTo>
                      <a:pt x="6" y="11"/>
                      <a:pt x="7" y="8"/>
                      <a:pt x="0" y="11"/>
                    </a:cubicBezTo>
                    <a:cubicBezTo>
                      <a:pt x="0" y="2"/>
                      <a:pt x="10" y="0"/>
                      <a:pt x="17" y="4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7561038" y="1807263"/>
                <a:ext cx="25214" cy="39222"/>
              </a:xfrm>
              <a:custGeom>
                <a:avLst/>
                <a:gdLst/>
                <a:ahLst/>
                <a:cxnLst/>
                <a:rect l="l" t="t" r="r" b="b"/>
                <a:pathLst>
                  <a:path w="12" h="19">
                    <a:moveTo>
                      <a:pt x="11" y="8"/>
                    </a:moveTo>
                    <a:cubicBezTo>
                      <a:pt x="11" y="13"/>
                      <a:pt x="4" y="11"/>
                      <a:pt x="7" y="19"/>
                    </a:cubicBezTo>
                    <a:cubicBezTo>
                      <a:pt x="5" y="19"/>
                      <a:pt x="2" y="19"/>
                      <a:pt x="0" y="19"/>
                    </a:cubicBezTo>
                    <a:cubicBezTo>
                      <a:pt x="0" y="16"/>
                      <a:pt x="6" y="9"/>
                      <a:pt x="1" y="6"/>
                    </a:cubicBezTo>
                    <a:cubicBezTo>
                      <a:pt x="3" y="2"/>
                      <a:pt x="12" y="0"/>
                      <a:pt x="11" y="8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3912000" y="1825473"/>
                <a:ext cx="16809" cy="12607"/>
              </a:xfrm>
              <a:custGeom>
                <a:avLst/>
                <a:gdLst/>
                <a:ahLst/>
                <a:cxnLst/>
                <a:rect l="l" t="t" r="r" b="b"/>
                <a:pathLst>
                  <a:path w="8" h="6">
                    <a:moveTo>
                      <a:pt x="0" y="3"/>
                    </a:moveTo>
                    <a:cubicBezTo>
                      <a:pt x="0" y="0"/>
                      <a:pt x="4" y="1"/>
                      <a:pt x="7" y="1"/>
                    </a:cubicBezTo>
                    <a:cubicBezTo>
                      <a:pt x="8" y="4"/>
                      <a:pt x="5" y="4"/>
                      <a:pt x="5" y="6"/>
                    </a:cubicBezTo>
                    <a:cubicBezTo>
                      <a:pt x="4" y="6"/>
                      <a:pt x="3" y="6"/>
                      <a:pt x="1" y="6"/>
                    </a:cubicBezTo>
                    <a:cubicBezTo>
                      <a:pt x="2" y="4"/>
                      <a:pt x="1" y="3"/>
                      <a:pt x="0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4322430" y="1838081"/>
                <a:ext cx="158289" cy="63036"/>
              </a:xfrm>
              <a:custGeom>
                <a:avLst/>
                <a:gdLst/>
                <a:ahLst/>
                <a:cxnLst/>
                <a:rect l="l" t="t" r="r" b="b"/>
                <a:pathLst>
                  <a:path w="76" h="30">
                    <a:moveTo>
                      <a:pt x="75" y="21"/>
                    </a:moveTo>
                    <a:cubicBezTo>
                      <a:pt x="76" y="30"/>
                      <a:pt x="59" y="20"/>
                      <a:pt x="58" y="26"/>
                    </a:cubicBezTo>
                    <a:cubicBezTo>
                      <a:pt x="54" y="26"/>
                      <a:pt x="57" y="18"/>
                      <a:pt x="54" y="17"/>
                    </a:cubicBezTo>
                    <a:cubicBezTo>
                      <a:pt x="48" y="15"/>
                      <a:pt x="41" y="15"/>
                      <a:pt x="34" y="13"/>
                    </a:cubicBezTo>
                    <a:cubicBezTo>
                      <a:pt x="33" y="12"/>
                      <a:pt x="32" y="10"/>
                      <a:pt x="32" y="8"/>
                    </a:cubicBezTo>
                    <a:cubicBezTo>
                      <a:pt x="24" y="8"/>
                      <a:pt x="19" y="7"/>
                      <a:pt x="13" y="8"/>
                    </a:cubicBezTo>
                    <a:cubicBezTo>
                      <a:pt x="9" y="8"/>
                      <a:pt x="5" y="13"/>
                      <a:pt x="0" y="11"/>
                    </a:cubicBezTo>
                    <a:cubicBezTo>
                      <a:pt x="0" y="6"/>
                      <a:pt x="8" y="8"/>
                      <a:pt x="8" y="2"/>
                    </a:cubicBezTo>
                    <a:cubicBezTo>
                      <a:pt x="13" y="1"/>
                      <a:pt x="22" y="4"/>
                      <a:pt x="24" y="0"/>
                    </a:cubicBezTo>
                    <a:cubicBezTo>
                      <a:pt x="33" y="2"/>
                      <a:pt x="22" y="2"/>
                      <a:pt x="30" y="4"/>
                    </a:cubicBezTo>
                    <a:cubicBezTo>
                      <a:pt x="30" y="4"/>
                      <a:pt x="35" y="6"/>
                      <a:pt x="36" y="6"/>
                    </a:cubicBezTo>
                    <a:cubicBezTo>
                      <a:pt x="37" y="8"/>
                      <a:pt x="43" y="8"/>
                      <a:pt x="50" y="8"/>
                    </a:cubicBezTo>
                    <a:cubicBezTo>
                      <a:pt x="49" y="14"/>
                      <a:pt x="60" y="9"/>
                      <a:pt x="56" y="17"/>
                    </a:cubicBezTo>
                    <a:cubicBezTo>
                      <a:pt x="59" y="15"/>
                      <a:pt x="61" y="15"/>
                      <a:pt x="62" y="19"/>
                    </a:cubicBezTo>
                    <a:cubicBezTo>
                      <a:pt x="66" y="20"/>
                      <a:pt x="74" y="17"/>
                      <a:pt x="75" y="2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4508734" y="1892711"/>
                <a:ext cx="64436" cy="3502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7">
                    <a:moveTo>
                      <a:pt x="1" y="0"/>
                    </a:moveTo>
                    <a:cubicBezTo>
                      <a:pt x="5" y="3"/>
                      <a:pt x="12" y="1"/>
                      <a:pt x="16" y="2"/>
                    </a:cubicBezTo>
                    <a:cubicBezTo>
                      <a:pt x="17" y="2"/>
                      <a:pt x="22" y="9"/>
                      <a:pt x="24" y="4"/>
                    </a:cubicBezTo>
                    <a:cubicBezTo>
                      <a:pt x="27" y="5"/>
                      <a:pt x="25" y="10"/>
                      <a:pt x="31" y="8"/>
                    </a:cubicBezTo>
                    <a:cubicBezTo>
                      <a:pt x="31" y="17"/>
                      <a:pt x="11" y="13"/>
                      <a:pt x="5" y="12"/>
                    </a:cubicBezTo>
                    <a:cubicBezTo>
                      <a:pt x="4" y="10"/>
                      <a:pt x="9" y="10"/>
                      <a:pt x="9" y="10"/>
                    </a:cubicBezTo>
                    <a:cubicBezTo>
                      <a:pt x="9" y="7"/>
                      <a:pt x="0" y="7"/>
                      <a:pt x="1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378937" y="1896914"/>
                <a:ext cx="30817" cy="22413"/>
              </a:xfrm>
              <a:custGeom>
                <a:avLst/>
                <a:gdLst/>
                <a:ahLst/>
                <a:cxnLst/>
                <a:rect l="l" t="t" r="r" b="b"/>
                <a:pathLst>
                  <a:path w="15" h="11">
                    <a:moveTo>
                      <a:pt x="13" y="0"/>
                    </a:moveTo>
                    <a:cubicBezTo>
                      <a:pt x="15" y="7"/>
                      <a:pt x="8" y="6"/>
                      <a:pt x="9" y="11"/>
                    </a:cubicBezTo>
                    <a:cubicBezTo>
                      <a:pt x="5" y="10"/>
                      <a:pt x="0" y="10"/>
                      <a:pt x="0" y="4"/>
                    </a:cubicBezTo>
                    <a:cubicBezTo>
                      <a:pt x="3" y="5"/>
                      <a:pt x="3" y="2"/>
                      <a:pt x="4" y="0"/>
                    </a:cubicBezTo>
                    <a:cubicBezTo>
                      <a:pt x="7" y="0"/>
                      <a:pt x="10" y="0"/>
                      <a:pt x="13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4484921" y="1905318"/>
                <a:ext cx="23814" cy="182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9">
                    <a:moveTo>
                      <a:pt x="10" y="9"/>
                    </a:moveTo>
                    <a:cubicBezTo>
                      <a:pt x="8" y="8"/>
                      <a:pt x="5" y="7"/>
                      <a:pt x="0" y="7"/>
                    </a:cubicBezTo>
                    <a:cubicBezTo>
                      <a:pt x="1" y="4"/>
                      <a:pt x="12" y="0"/>
                      <a:pt x="10" y="9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4420485" y="1910921"/>
                <a:ext cx="30817" cy="19611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>
                    <a:moveTo>
                      <a:pt x="2" y="3"/>
                    </a:moveTo>
                    <a:cubicBezTo>
                      <a:pt x="5" y="4"/>
                      <a:pt x="15" y="0"/>
                      <a:pt x="13" y="6"/>
                    </a:cubicBezTo>
                    <a:cubicBezTo>
                      <a:pt x="9" y="5"/>
                      <a:pt x="0" y="9"/>
                      <a:pt x="2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7551232" y="1919326"/>
                <a:ext cx="43425" cy="7704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>
                    <a:moveTo>
                      <a:pt x="10" y="0"/>
                    </a:moveTo>
                    <a:cubicBezTo>
                      <a:pt x="13" y="0"/>
                      <a:pt x="15" y="0"/>
                      <a:pt x="18" y="0"/>
                    </a:cubicBezTo>
                    <a:cubicBezTo>
                      <a:pt x="20" y="4"/>
                      <a:pt x="20" y="9"/>
                      <a:pt x="21" y="13"/>
                    </a:cubicBezTo>
                    <a:cubicBezTo>
                      <a:pt x="18" y="14"/>
                      <a:pt x="20" y="20"/>
                      <a:pt x="16" y="19"/>
                    </a:cubicBezTo>
                    <a:cubicBezTo>
                      <a:pt x="16" y="22"/>
                      <a:pt x="16" y="24"/>
                      <a:pt x="14" y="25"/>
                    </a:cubicBezTo>
                    <a:cubicBezTo>
                      <a:pt x="13" y="27"/>
                      <a:pt x="16" y="34"/>
                      <a:pt x="12" y="34"/>
                    </a:cubicBezTo>
                    <a:cubicBezTo>
                      <a:pt x="6" y="37"/>
                      <a:pt x="11" y="29"/>
                      <a:pt x="6" y="28"/>
                    </a:cubicBezTo>
                    <a:cubicBezTo>
                      <a:pt x="4" y="28"/>
                      <a:pt x="3" y="23"/>
                      <a:pt x="1" y="21"/>
                    </a:cubicBezTo>
                    <a:cubicBezTo>
                      <a:pt x="0" y="16"/>
                      <a:pt x="7" y="17"/>
                      <a:pt x="5" y="10"/>
                    </a:cubicBezTo>
                    <a:cubicBezTo>
                      <a:pt x="9" y="14"/>
                      <a:pt x="9" y="5"/>
                      <a:pt x="10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7594657" y="1983762"/>
                <a:ext cx="58833" cy="602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29">
                    <a:moveTo>
                      <a:pt x="15" y="3"/>
                    </a:moveTo>
                    <a:cubicBezTo>
                      <a:pt x="10" y="9"/>
                      <a:pt x="20" y="7"/>
                      <a:pt x="21" y="9"/>
                    </a:cubicBezTo>
                    <a:cubicBezTo>
                      <a:pt x="22" y="10"/>
                      <a:pt x="19" y="10"/>
                      <a:pt x="19" y="10"/>
                    </a:cubicBezTo>
                    <a:cubicBezTo>
                      <a:pt x="19" y="11"/>
                      <a:pt x="21" y="14"/>
                      <a:pt x="21" y="14"/>
                    </a:cubicBezTo>
                    <a:cubicBezTo>
                      <a:pt x="23" y="18"/>
                      <a:pt x="28" y="18"/>
                      <a:pt x="28" y="23"/>
                    </a:cubicBezTo>
                    <a:cubicBezTo>
                      <a:pt x="24" y="23"/>
                      <a:pt x="25" y="26"/>
                      <a:pt x="25" y="29"/>
                    </a:cubicBezTo>
                    <a:cubicBezTo>
                      <a:pt x="23" y="28"/>
                      <a:pt x="19" y="26"/>
                      <a:pt x="19" y="29"/>
                    </a:cubicBezTo>
                    <a:cubicBezTo>
                      <a:pt x="14" y="28"/>
                      <a:pt x="15" y="21"/>
                      <a:pt x="10" y="20"/>
                    </a:cubicBezTo>
                    <a:cubicBezTo>
                      <a:pt x="10" y="18"/>
                      <a:pt x="13" y="18"/>
                      <a:pt x="13" y="16"/>
                    </a:cubicBezTo>
                    <a:cubicBezTo>
                      <a:pt x="9" y="13"/>
                      <a:pt x="6" y="7"/>
                      <a:pt x="0" y="5"/>
                    </a:cubicBezTo>
                    <a:cubicBezTo>
                      <a:pt x="5" y="0"/>
                      <a:pt x="9" y="2"/>
                      <a:pt x="15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7572245" y="2008976"/>
                <a:ext cx="12607" cy="8405"/>
              </a:xfrm>
              <a:custGeom>
                <a:avLst/>
                <a:gdLst/>
                <a:ahLst/>
                <a:cxnLst/>
                <a:rect l="l" t="t" r="r" b="b"/>
                <a:pathLst>
                  <a:path w="6" h="4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  <a:cubicBezTo>
                      <a:pt x="6" y="2"/>
                      <a:pt x="6" y="3"/>
                      <a:pt x="6" y="4"/>
                    </a:cubicBezTo>
                    <a:cubicBezTo>
                      <a:pt x="4" y="4"/>
                      <a:pt x="2" y="4"/>
                      <a:pt x="0" y="4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7590454" y="2018781"/>
                <a:ext cx="33619" cy="50428"/>
              </a:xfrm>
              <a:custGeom>
                <a:avLst/>
                <a:gdLst/>
                <a:ahLst/>
                <a:cxnLst/>
                <a:rect l="l" t="t" r="r" b="b"/>
                <a:pathLst>
                  <a:path w="16" h="24">
                    <a:moveTo>
                      <a:pt x="15" y="20"/>
                    </a:moveTo>
                    <a:cubicBezTo>
                      <a:pt x="16" y="24"/>
                      <a:pt x="9" y="20"/>
                      <a:pt x="6" y="21"/>
                    </a:cubicBezTo>
                    <a:cubicBezTo>
                      <a:pt x="6" y="16"/>
                      <a:pt x="8" y="10"/>
                      <a:pt x="0" y="12"/>
                    </a:cubicBezTo>
                    <a:cubicBezTo>
                      <a:pt x="7" y="0"/>
                      <a:pt x="7" y="21"/>
                      <a:pt x="15" y="2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6922282" y="2060805"/>
                <a:ext cx="33619" cy="56031"/>
              </a:xfrm>
              <a:custGeom>
                <a:avLst/>
                <a:gdLst/>
                <a:ahLst/>
                <a:cxnLst/>
                <a:rect l="l" t="t" r="r" b="b"/>
                <a:pathLst>
                  <a:path w="16" h="27">
                    <a:moveTo>
                      <a:pt x="3" y="1"/>
                    </a:moveTo>
                    <a:cubicBezTo>
                      <a:pt x="6" y="0"/>
                      <a:pt x="7" y="5"/>
                      <a:pt x="8" y="7"/>
                    </a:cubicBezTo>
                    <a:cubicBezTo>
                      <a:pt x="9" y="8"/>
                      <a:pt x="10" y="7"/>
                      <a:pt x="10" y="9"/>
                    </a:cubicBezTo>
                    <a:cubicBezTo>
                      <a:pt x="10" y="11"/>
                      <a:pt x="13" y="11"/>
                      <a:pt x="14" y="13"/>
                    </a:cubicBezTo>
                    <a:cubicBezTo>
                      <a:pt x="15" y="15"/>
                      <a:pt x="12" y="14"/>
                      <a:pt x="12" y="14"/>
                    </a:cubicBezTo>
                    <a:cubicBezTo>
                      <a:pt x="12" y="16"/>
                      <a:pt x="16" y="18"/>
                      <a:pt x="14" y="24"/>
                    </a:cubicBezTo>
                    <a:cubicBezTo>
                      <a:pt x="11" y="23"/>
                      <a:pt x="10" y="25"/>
                      <a:pt x="10" y="27"/>
                    </a:cubicBezTo>
                    <a:cubicBezTo>
                      <a:pt x="0" y="24"/>
                      <a:pt x="1" y="13"/>
                      <a:pt x="3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7619871" y="2063606"/>
                <a:ext cx="42023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20" h="31">
                    <a:moveTo>
                      <a:pt x="16" y="0"/>
                    </a:moveTo>
                    <a:cubicBezTo>
                      <a:pt x="16" y="7"/>
                      <a:pt x="16" y="13"/>
                      <a:pt x="20" y="15"/>
                    </a:cubicBezTo>
                    <a:cubicBezTo>
                      <a:pt x="20" y="17"/>
                      <a:pt x="17" y="17"/>
                      <a:pt x="14" y="17"/>
                    </a:cubicBezTo>
                    <a:cubicBezTo>
                      <a:pt x="18" y="20"/>
                      <a:pt x="13" y="23"/>
                      <a:pt x="14" y="30"/>
                    </a:cubicBezTo>
                    <a:cubicBezTo>
                      <a:pt x="9" y="31"/>
                      <a:pt x="10" y="25"/>
                      <a:pt x="5" y="25"/>
                    </a:cubicBezTo>
                    <a:cubicBezTo>
                      <a:pt x="4" y="21"/>
                      <a:pt x="7" y="20"/>
                      <a:pt x="7" y="17"/>
                    </a:cubicBezTo>
                    <a:cubicBezTo>
                      <a:pt x="7" y="16"/>
                      <a:pt x="4" y="14"/>
                      <a:pt x="7" y="13"/>
                    </a:cubicBezTo>
                    <a:cubicBezTo>
                      <a:pt x="7" y="11"/>
                      <a:pt x="5" y="12"/>
                      <a:pt x="5" y="13"/>
                    </a:cubicBezTo>
                    <a:cubicBezTo>
                      <a:pt x="0" y="13"/>
                      <a:pt x="5" y="6"/>
                      <a:pt x="9" y="8"/>
                    </a:cubicBezTo>
                    <a:cubicBezTo>
                      <a:pt x="9" y="5"/>
                      <a:pt x="11" y="3"/>
                      <a:pt x="13" y="2"/>
                    </a:cubicBezTo>
                    <a:cubicBezTo>
                      <a:pt x="13" y="2"/>
                      <a:pt x="14" y="0"/>
                      <a:pt x="16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7589054" y="2074812"/>
                <a:ext cx="30817" cy="28016"/>
              </a:xfrm>
              <a:custGeom>
                <a:avLst/>
                <a:gdLst/>
                <a:ahLst/>
                <a:cxnLst/>
                <a:rect l="l" t="t" r="r" b="b"/>
                <a:pathLst>
                  <a:path w="15" h="13">
                    <a:moveTo>
                      <a:pt x="9" y="0"/>
                    </a:moveTo>
                    <a:cubicBezTo>
                      <a:pt x="13" y="0"/>
                      <a:pt x="15" y="2"/>
                      <a:pt x="15" y="6"/>
                    </a:cubicBezTo>
                    <a:cubicBezTo>
                      <a:pt x="11" y="5"/>
                      <a:pt x="11" y="7"/>
                      <a:pt x="13" y="7"/>
                    </a:cubicBezTo>
                    <a:cubicBezTo>
                      <a:pt x="11" y="9"/>
                      <a:pt x="6" y="12"/>
                      <a:pt x="1" y="13"/>
                    </a:cubicBezTo>
                    <a:cubicBezTo>
                      <a:pt x="0" y="5"/>
                      <a:pt x="9" y="7"/>
                      <a:pt x="9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7675902" y="2175669"/>
                <a:ext cx="21012" cy="39222"/>
              </a:xfrm>
              <a:custGeom>
                <a:avLst/>
                <a:gdLst/>
                <a:ahLst/>
                <a:cxnLst/>
                <a:rect l="l" t="t" r="r" b="b"/>
                <a:pathLst>
                  <a:path w="10" h="19">
                    <a:moveTo>
                      <a:pt x="2" y="0"/>
                    </a:moveTo>
                    <a:cubicBezTo>
                      <a:pt x="7" y="0"/>
                      <a:pt x="4" y="8"/>
                      <a:pt x="10" y="6"/>
                    </a:cubicBezTo>
                    <a:cubicBezTo>
                      <a:pt x="8" y="11"/>
                      <a:pt x="9" y="19"/>
                      <a:pt x="0" y="17"/>
                    </a:cubicBezTo>
                    <a:cubicBezTo>
                      <a:pt x="0" y="15"/>
                      <a:pt x="3" y="16"/>
                      <a:pt x="4" y="15"/>
                    </a:cubicBezTo>
                    <a:cubicBezTo>
                      <a:pt x="1" y="8"/>
                      <a:pt x="1" y="10"/>
                      <a:pt x="2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7556835" y="2185475"/>
                <a:ext cx="79845" cy="25214"/>
              </a:xfrm>
              <a:custGeom>
                <a:avLst/>
                <a:gdLst/>
                <a:ahLst/>
                <a:cxnLst/>
                <a:rect l="l" t="t" r="r" b="b"/>
                <a:pathLst>
                  <a:path w="38" h="12">
                    <a:moveTo>
                      <a:pt x="37" y="5"/>
                    </a:moveTo>
                    <a:cubicBezTo>
                      <a:pt x="38" y="10"/>
                      <a:pt x="30" y="10"/>
                      <a:pt x="26" y="10"/>
                    </a:cubicBezTo>
                    <a:cubicBezTo>
                      <a:pt x="18" y="11"/>
                      <a:pt x="7" y="9"/>
                      <a:pt x="0" y="12"/>
                    </a:cubicBezTo>
                    <a:cubicBezTo>
                      <a:pt x="1" y="0"/>
                      <a:pt x="27" y="12"/>
                      <a:pt x="31" y="3"/>
                    </a:cubicBezTo>
                    <a:cubicBezTo>
                      <a:pt x="33" y="4"/>
                      <a:pt x="34" y="5"/>
                      <a:pt x="37" y="5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7727731" y="2216292"/>
                <a:ext cx="50428" cy="32218"/>
              </a:xfrm>
              <a:custGeom>
                <a:avLst/>
                <a:gdLst/>
                <a:ahLst/>
                <a:cxnLst/>
                <a:rect l="l" t="t" r="r" b="b"/>
                <a:pathLst>
                  <a:path w="24" h="15">
                    <a:moveTo>
                      <a:pt x="24" y="10"/>
                    </a:moveTo>
                    <a:cubicBezTo>
                      <a:pt x="22" y="11"/>
                      <a:pt x="21" y="12"/>
                      <a:pt x="20" y="14"/>
                    </a:cubicBezTo>
                    <a:cubicBezTo>
                      <a:pt x="16" y="11"/>
                      <a:pt x="13" y="15"/>
                      <a:pt x="9" y="14"/>
                    </a:cubicBezTo>
                    <a:cubicBezTo>
                      <a:pt x="8" y="14"/>
                      <a:pt x="9" y="12"/>
                      <a:pt x="7" y="12"/>
                    </a:cubicBezTo>
                    <a:cubicBezTo>
                      <a:pt x="5" y="12"/>
                      <a:pt x="3" y="8"/>
                      <a:pt x="0" y="7"/>
                    </a:cubicBezTo>
                    <a:cubicBezTo>
                      <a:pt x="0" y="4"/>
                      <a:pt x="6" y="5"/>
                      <a:pt x="9" y="3"/>
                    </a:cubicBezTo>
                    <a:cubicBezTo>
                      <a:pt x="9" y="3"/>
                      <a:pt x="14" y="0"/>
                      <a:pt x="15" y="1"/>
                    </a:cubicBezTo>
                    <a:cubicBezTo>
                      <a:pt x="15" y="1"/>
                      <a:pt x="15" y="3"/>
                      <a:pt x="15" y="3"/>
                    </a:cubicBezTo>
                    <a:cubicBezTo>
                      <a:pt x="16" y="3"/>
                      <a:pt x="17" y="1"/>
                      <a:pt x="16" y="1"/>
                    </a:cubicBezTo>
                    <a:cubicBezTo>
                      <a:pt x="20" y="2"/>
                      <a:pt x="23" y="6"/>
                      <a:pt x="24" y="1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1" name="Freeform 71"/>
              <p:cNvSpPr/>
              <p:nvPr/>
            </p:nvSpPr>
            <p:spPr>
              <a:xfrm>
                <a:off x="7754346" y="2233101"/>
                <a:ext cx="282958" cy="149884"/>
              </a:xfrm>
              <a:custGeom>
                <a:avLst/>
                <a:gdLst/>
                <a:ahLst/>
                <a:cxnLst/>
                <a:rect l="l" t="t" r="r" b="b"/>
                <a:pathLst>
                  <a:path w="136" h="72">
                    <a:moveTo>
                      <a:pt x="44" y="36"/>
                    </a:moveTo>
                    <a:cubicBezTo>
                      <a:pt x="41" y="36"/>
                      <a:pt x="42" y="31"/>
                      <a:pt x="37" y="32"/>
                    </a:cubicBezTo>
                    <a:cubicBezTo>
                      <a:pt x="36" y="29"/>
                      <a:pt x="34" y="27"/>
                      <a:pt x="33" y="25"/>
                    </a:cubicBezTo>
                    <a:cubicBezTo>
                      <a:pt x="25" y="24"/>
                      <a:pt x="17" y="23"/>
                      <a:pt x="13" y="19"/>
                    </a:cubicBezTo>
                    <a:cubicBezTo>
                      <a:pt x="7" y="21"/>
                      <a:pt x="9" y="19"/>
                      <a:pt x="2" y="19"/>
                    </a:cubicBezTo>
                    <a:cubicBezTo>
                      <a:pt x="1" y="16"/>
                      <a:pt x="3" y="12"/>
                      <a:pt x="0" y="12"/>
                    </a:cubicBezTo>
                    <a:cubicBezTo>
                      <a:pt x="1" y="8"/>
                      <a:pt x="3" y="12"/>
                      <a:pt x="5" y="12"/>
                    </a:cubicBezTo>
                    <a:cubicBezTo>
                      <a:pt x="8" y="11"/>
                      <a:pt x="9" y="9"/>
                      <a:pt x="11" y="10"/>
                    </a:cubicBezTo>
                    <a:cubicBezTo>
                      <a:pt x="15" y="10"/>
                      <a:pt x="17" y="13"/>
                      <a:pt x="20" y="13"/>
                    </a:cubicBezTo>
                    <a:cubicBezTo>
                      <a:pt x="24" y="15"/>
                      <a:pt x="25" y="9"/>
                      <a:pt x="28" y="8"/>
                    </a:cubicBezTo>
                    <a:cubicBezTo>
                      <a:pt x="32" y="5"/>
                      <a:pt x="39" y="6"/>
                      <a:pt x="43" y="2"/>
                    </a:cubicBezTo>
                    <a:cubicBezTo>
                      <a:pt x="46" y="0"/>
                      <a:pt x="45" y="5"/>
                      <a:pt x="46" y="6"/>
                    </a:cubicBezTo>
                    <a:cubicBezTo>
                      <a:pt x="50" y="8"/>
                      <a:pt x="61" y="5"/>
                      <a:pt x="61" y="12"/>
                    </a:cubicBezTo>
                    <a:cubicBezTo>
                      <a:pt x="63" y="13"/>
                      <a:pt x="65" y="10"/>
                      <a:pt x="65" y="10"/>
                    </a:cubicBezTo>
                    <a:cubicBezTo>
                      <a:pt x="67" y="10"/>
                      <a:pt x="67" y="13"/>
                      <a:pt x="69" y="13"/>
                    </a:cubicBezTo>
                    <a:cubicBezTo>
                      <a:pt x="71" y="15"/>
                      <a:pt x="75" y="12"/>
                      <a:pt x="78" y="13"/>
                    </a:cubicBezTo>
                    <a:cubicBezTo>
                      <a:pt x="79" y="14"/>
                      <a:pt x="80" y="19"/>
                      <a:pt x="85" y="17"/>
                    </a:cubicBezTo>
                    <a:cubicBezTo>
                      <a:pt x="88" y="20"/>
                      <a:pt x="86" y="20"/>
                      <a:pt x="85" y="23"/>
                    </a:cubicBezTo>
                    <a:cubicBezTo>
                      <a:pt x="88" y="23"/>
                      <a:pt x="89" y="22"/>
                      <a:pt x="89" y="21"/>
                    </a:cubicBezTo>
                    <a:cubicBezTo>
                      <a:pt x="91" y="21"/>
                      <a:pt x="91" y="24"/>
                      <a:pt x="91" y="27"/>
                    </a:cubicBezTo>
                    <a:cubicBezTo>
                      <a:pt x="93" y="30"/>
                      <a:pt x="97" y="30"/>
                      <a:pt x="100" y="32"/>
                    </a:cubicBezTo>
                    <a:cubicBezTo>
                      <a:pt x="102" y="33"/>
                      <a:pt x="109" y="38"/>
                      <a:pt x="115" y="38"/>
                    </a:cubicBezTo>
                    <a:cubicBezTo>
                      <a:pt x="116" y="41"/>
                      <a:pt x="114" y="41"/>
                      <a:pt x="113" y="43"/>
                    </a:cubicBezTo>
                    <a:cubicBezTo>
                      <a:pt x="114" y="46"/>
                      <a:pt x="118" y="45"/>
                      <a:pt x="119" y="47"/>
                    </a:cubicBezTo>
                    <a:cubicBezTo>
                      <a:pt x="120" y="48"/>
                      <a:pt x="118" y="50"/>
                      <a:pt x="119" y="51"/>
                    </a:cubicBezTo>
                    <a:cubicBezTo>
                      <a:pt x="121" y="53"/>
                      <a:pt x="124" y="55"/>
                      <a:pt x="126" y="58"/>
                    </a:cubicBezTo>
                    <a:cubicBezTo>
                      <a:pt x="129" y="62"/>
                      <a:pt x="131" y="67"/>
                      <a:pt x="136" y="68"/>
                    </a:cubicBezTo>
                    <a:cubicBezTo>
                      <a:pt x="132" y="72"/>
                      <a:pt x="125" y="68"/>
                      <a:pt x="123" y="68"/>
                    </a:cubicBezTo>
                    <a:cubicBezTo>
                      <a:pt x="119" y="67"/>
                      <a:pt x="117" y="65"/>
                      <a:pt x="112" y="60"/>
                    </a:cubicBezTo>
                    <a:cubicBezTo>
                      <a:pt x="110" y="59"/>
                      <a:pt x="109" y="57"/>
                      <a:pt x="108" y="56"/>
                    </a:cubicBezTo>
                    <a:cubicBezTo>
                      <a:pt x="107" y="55"/>
                      <a:pt x="106" y="57"/>
                      <a:pt x="106" y="54"/>
                    </a:cubicBezTo>
                    <a:cubicBezTo>
                      <a:pt x="106" y="54"/>
                      <a:pt x="101" y="49"/>
                      <a:pt x="100" y="49"/>
                    </a:cubicBezTo>
                    <a:cubicBezTo>
                      <a:pt x="96" y="47"/>
                      <a:pt x="90" y="50"/>
                      <a:pt x="85" y="47"/>
                    </a:cubicBezTo>
                    <a:cubicBezTo>
                      <a:pt x="81" y="51"/>
                      <a:pt x="80" y="58"/>
                      <a:pt x="78" y="64"/>
                    </a:cubicBezTo>
                    <a:cubicBezTo>
                      <a:pt x="77" y="61"/>
                      <a:pt x="70" y="62"/>
                      <a:pt x="67" y="60"/>
                    </a:cubicBezTo>
                    <a:cubicBezTo>
                      <a:pt x="65" y="58"/>
                      <a:pt x="68" y="55"/>
                      <a:pt x="61" y="58"/>
                    </a:cubicBezTo>
                    <a:cubicBezTo>
                      <a:pt x="65" y="49"/>
                      <a:pt x="52" y="56"/>
                      <a:pt x="54" y="49"/>
                    </a:cubicBezTo>
                    <a:cubicBezTo>
                      <a:pt x="49" y="50"/>
                      <a:pt x="45" y="50"/>
                      <a:pt x="46" y="56"/>
                    </a:cubicBezTo>
                    <a:cubicBezTo>
                      <a:pt x="44" y="55"/>
                      <a:pt x="44" y="52"/>
                      <a:pt x="41" y="53"/>
                    </a:cubicBezTo>
                    <a:cubicBezTo>
                      <a:pt x="41" y="49"/>
                      <a:pt x="44" y="49"/>
                      <a:pt x="46" y="47"/>
                    </a:cubicBezTo>
                    <a:cubicBezTo>
                      <a:pt x="49" y="45"/>
                      <a:pt x="51" y="45"/>
                      <a:pt x="50" y="40"/>
                    </a:cubicBezTo>
                    <a:cubicBezTo>
                      <a:pt x="49" y="38"/>
                      <a:pt x="48" y="43"/>
                      <a:pt x="48" y="43"/>
                    </a:cubicBezTo>
                    <a:cubicBezTo>
                      <a:pt x="45" y="42"/>
                      <a:pt x="46" y="31"/>
                      <a:pt x="44" y="36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7688509" y="2252712"/>
                <a:ext cx="29417" cy="23814"/>
              </a:xfrm>
              <a:custGeom>
                <a:avLst/>
                <a:gdLst/>
                <a:ahLst/>
                <a:cxnLst/>
                <a:rect l="l" t="t" r="r" b="b"/>
                <a:pathLst>
                  <a:path w="14" h="12">
                    <a:moveTo>
                      <a:pt x="13" y="4"/>
                    </a:moveTo>
                    <a:cubicBezTo>
                      <a:pt x="14" y="12"/>
                      <a:pt x="3" y="6"/>
                      <a:pt x="0" y="6"/>
                    </a:cubicBezTo>
                    <a:cubicBezTo>
                      <a:pt x="2" y="4"/>
                      <a:pt x="11" y="0"/>
                      <a:pt x="13" y="4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3" name="Freeform 73"/>
              <p:cNvSpPr/>
              <p:nvPr/>
            </p:nvSpPr>
            <p:spPr>
              <a:xfrm>
                <a:off x="7653490" y="2258315"/>
                <a:ext cx="18211" cy="9806"/>
              </a:xfrm>
              <a:custGeom>
                <a:avLst/>
                <a:gdLst/>
                <a:ahLst/>
                <a:cxnLst/>
                <a:rect l="l" t="t" r="r" b="b"/>
                <a:pathLst>
                  <a:path w="9" h="5">
                    <a:moveTo>
                      <a:pt x="0" y="3"/>
                    </a:moveTo>
                    <a:cubicBezTo>
                      <a:pt x="0" y="0"/>
                      <a:pt x="9" y="1"/>
                      <a:pt x="6" y="5"/>
                    </a:cubicBezTo>
                    <a:cubicBezTo>
                      <a:pt x="5" y="5"/>
                      <a:pt x="3" y="5"/>
                      <a:pt x="2" y="5"/>
                    </a:cubicBezTo>
                    <a:cubicBezTo>
                      <a:pt x="2" y="4"/>
                      <a:pt x="1" y="3"/>
                      <a:pt x="0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4" name="Freeform 74"/>
              <p:cNvSpPr/>
              <p:nvPr/>
            </p:nvSpPr>
            <p:spPr>
              <a:xfrm>
                <a:off x="8013490" y="2280728"/>
                <a:ext cx="56031" cy="4062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9">
                    <a:moveTo>
                      <a:pt x="21" y="0"/>
                    </a:moveTo>
                    <a:cubicBezTo>
                      <a:pt x="23" y="0"/>
                      <a:pt x="25" y="0"/>
                      <a:pt x="27" y="0"/>
                    </a:cubicBezTo>
                    <a:cubicBezTo>
                      <a:pt x="26" y="1"/>
                      <a:pt x="27" y="4"/>
                      <a:pt x="27" y="5"/>
                    </a:cubicBezTo>
                    <a:cubicBezTo>
                      <a:pt x="26" y="7"/>
                      <a:pt x="23" y="6"/>
                      <a:pt x="23" y="7"/>
                    </a:cubicBezTo>
                    <a:cubicBezTo>
                      <a:pt x="22" y="9"/>
                      <a:pt x="26" y="11"/>
                      <a:pt x="23" y="13"/>
                    </a:cubicBezTo>
                    <a:cubicBezTo>
                      <a:pt x="21" y="11"/>
                      <a:pt x="19" y="11"/>
                      <a:pt x="19" y="15"/>
                    </a:cubicBezTo>
                    <a:cubicBezTo>
                      <a:pt x="13" y="13"/>
                      <a:pt x="0" y="19"/>
                      <a:pt x="2" y="9"/>
                    </a:cubicBezTo>
                    <a:cubicBezTo>
                      <a:pt x="12" y="13"/>
                      <a:pt x="18" y="8"/>
                      <a:pt x="21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5" name="Freeform 75"/>
              <p:cNvSpPr/>
              <p:nvPr/>
            </p:nvSpPr>
            <p:spPr>
              <a:xfrm>
                <a:off x="7509209" y="2340961"/>
                <a:ext cx="30817" cy="15409"/>
              </a:xfrm>
              <a:custGeom>
                <a:avLst/>
                <a:gdLst/>
                <a:ahLst/>
                <a:cxnLst/>
                <a:rect l="l" t="t" r="r" b="b"/>
                <a:pathLst>
                  <a:path w="15" h="7">
                    <a:moveTo>
                      <a:pt x="15" y="1"/>
                    </a:moveTo>
                    <a:cubicBezTo>
                      <a:pt x="12" y="4"/>
                      <a:pt x="8" y="7"/>
                      <a:pt x="0" y="6"/>
                    </a:cubicBezTo>
                    <a:cubicBezTo>
                      <a:pt x="1" y="0"/>
                      <a:pt x="9" y="1"/>
                      <a:pt x="15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7556835" y="2340961"/>
                <a:ext cx="32218" cy="11206"/>
              </a:xfrm>
              <a:custGeom>
                <a:avLst/>
                <a:gdLst/>
                <a:ahLst/>
                <a:cxnLst/>
                <a:rect l="l" t="t" r="r" b="b"/>
                <a:pathLst>
                  <a:path w="15" h="5">
                    <a:moveTo>
                      <a:pt x="15" y="1"/>
                    </a:moveTo>
                    <a:cubicBezTo>
                      <a:pt x="13" y="5"/>
                      <a:pt x="6" y="4"/>
                      <a:pt x="0" y="4"/>
                    </a:cubicBezTo>
                    <a:cubicBezTo>
                      <a:pt x="2" y="0"/>
                      <a:pt x="8" y="0"/>
                      <a:pt x="15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7615668" y="2340961"/>
                <a:ext cx="51829" cy="33619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">
                    <a:moveTo>
                      <a:pt x="24" y="1"/>
                    </a:moveTo>
                    <a:cubicBezTo>
                      <a:pt x="25" y="4"/>
                      <a:pt x="23" y="7"/>
                      <a:pt x="22" y="8"/>
                    </a:cubicBezTo>
                    <a:cubicBezTo>
                      <a:pt x="21" y="9"/>
                      <a:pt x="19" y="7"/>
                      <a:pt x="18" y="8"/>
                    </a:cubicBezTo>
                    <a:cubicBezTo>
                      <a:pt x="16" y="11"/>
                      <a:pt x="10" y="16"/>
                      <a:pt x="2" y="16"/>
                    </a:cubicBezTo>
                    <a:cubicBezTo>
                      <a:pt x="0" y="11"/>
                      <a:pt x="5" y="11"/>
                      <a:pt x="7" y="10"/>
                    </a:cubicBezTo>
                    <a:cubicBezTo>
                      <a:pt x="8" y="9"/>
                      <a:pt x="10" y="7"/>
                      <a:pt x="11" y="6"/>
                    </a:cubicBezTo>
                    <a:cubicBezTo>
                      <a:pt x="12" y="5"/>
                      <a:pt x="14" y="5"/>
                      <a:pt x="15" y="2"/>
                    </a:cubicBezTo>
                    <a:cubicBezTo>
                      <a:pt x="20" y="4"/>
                      <a:pt x="19" y="0"/>
                      <a:pt x="24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8401508" y="2785009"/>
                <a:ext cx="28016" cy="39222"/>
              </a:xfrm>
              <a:custGeom>
                <a:avLst/>
                <a:gdLst/>
                <a:ahLst/>
                <a:cxnLst/>
                <a:rect l="l" t="t" r="r" b="b"/>
                <a:pathLst>
                  <a:path w="13" h="19">
                    <a:moveTo>
                      <a:pt x="2" y="0"/>
                    </a:moveTo>
                    <a:cubicBezTo>
                      <a:pt x="4" y="0"/>
                      <a:pt x="3" y="2"/>
                      <a:pt x="4" y="4"/>
                    </a:cubicBezTo>
                    <a:cubicBezTo>
                      <a:pt x="2" y="6"/>
                      <a:pt x="12" y="7"/>
                      <a:pt x="9" y="9"/>
                    </a:cubicBezTo>
                    <a:cubicBezTo>
                      <a:pt x="6" y="13"/>
                      <a:pt x="13" y="10"/>
                      <a:pt x="11" y="19"/>
                    </a:cubicBezTo>
                    <a:cubicBezTo>
                      <a:pt x="8" y="19"/>
                      <a:pt x="6" y="16"/>
                      <a:pt x="6" y="19"/>
                    </a:cubicBezTo>
                    <a:cubicBezTo>
                      <a:pt x="3" y="16"/>
                      <a:pt x="2" y="8"/>
                      <a:pt x="0" y="4"/>
                    </a:cubicBezTo>
                    <a:cubicBezTo>
                      <a:pt x="2" y="4"/>
                      <a:pt x="1" y="2"/>
                      <a:pt x="2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8408511" y="2820029"/>
                <a:ext cx="64436" cy="85448"/>
              </a:xfrm>
              <a:custGeom>
                <a:avLst/>
                <a:gdLst/>
                <a:ahLst/>
                <a:cxnLst/>
                <a:rect l="l" t="t" r="r" b="b"/>
                <a:pathLst>
                  <a:path w="31" h="41">
                    <a:moveTo>
                      <a:pt x="10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16" y="2"/>
                      <a:pt x="16" y="2"/>
                    </a:cubicBezTo>
                    <a:cubicBezTo>
                      <a:pt x="21" y="5"/>
                      <a:pt x="19" y="12"/>
                      <a:pt x="31" y="9"/>
                    </a:cubicBezTo>
                    <a:cubicBezTo>
                      <a:pt x="31" y="12"/>
                      <a:pt x="31" y="15"/>
                      <a:pt x="31" y="19"/>
                    </a:cubicBezTo>
                    <a:cubicBezTo>
                      <a:pt x="29" y="19"/>
                      <a:pt x="27" y="19"/>
                      <a:pt x="25" y="19"/>
                    </a:cubicBezTo>
                    <a:cubicBezTo>
                      <a:pt x="25" y="21"/>
                      <a:pt x="25" y="22"/>
                      <a:pt x="23" y="22"/>
                    </a:cubicBezTo>
                    <a:cubicBezTo>
                      <a:pt x="27" y="27"/>
                      <a:pt x="22" y="28"/>
                      <a:pt x="21" y="33"/>
                    </a:cubicBezTo>
                    <a:cubicBezTo>
                      <a:pt x="21" y="35"/>
                      <a:pt x="15" y="36"/>
                      <a:pt x="19" y="37"/>
                    </a:cubicBezTo>
                    <a:cubicBezTo>
                      <a:pt x="20" y="41"/>
                      <a:pt x="13" y="38"/>
                      <a:pt x="10" y="39"/>
                    </a:cubicBezTo>
                    <a:cubicBezTo>
                      <a:pt x="11" y="36"/>
                      <a:pt x="8" y="36"/>
                      <a:pt x="8" y="33"/>
                    </a:cubicBezTo>
                    <a:cubicBezTo>
                      <a:pt x="8" y="30"/>
                      <a:pt x="10" y="30"/>
                      <a:pt x="12" y="30"/>
                    </a:cubicBezTo>
                    <a:cubicBezTo>
                      <a:pt x="9" y="27"/>
                      <a:pt x="8" y="22"/>
                      <a:pt x="1" y="24"/>
                    </a:cubicBezTo>
                    <a:cubicBezTo>
                      <a:pt x="0" y="19"/>
                      <a:pt x="6" y="19"/>
                      <a:pt x="8" y="17"/>
                    </a:cubicBezTo>
                    <a:cubicBezTo>
                      <a:pt x="9" y="7"/>
                      <a:pt x="8" y="7"/>
                      <a:pt x="10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0" name="Freeform 80"/>
              <p:cNvSpPr/>
              <p:nvPr/>
            </p:nvSpPr>
            <p:spPr>
              <a:xfrm>
                <a:off x="7957459" y="2890068"/>
                <a:ext cx="51829" cy="56031"/>
              </a:xfrm>
              <a:custGeom>
                <a:avLst/>
                <a:gdLst/>
                <a:ahLst/>
                <a:cxnLst/>
                <a:rect l="l" t="t" r="r" b="b"/>
                <a:pathLst>
                  <a:path w="25" h="27">
                    <a:moveTo>
                      <a:pt x="24" y="1"/>
                    </a:moveTo>
                    <a:cubicBezTo>
                      <a:pt x="23" y="5"/>
                      <a:pt x="25" y="8"/>
                      <a:pt x="24" y="12"/>
                    </a:cubicBezTo>
                    <a:cubicBezTo>
                      <a:pt x="24" y="13"/>
                      <a:pt x="22" y="10"/>
                      <a:pt x="22" y="9"/>
                    </a:cubicBezTo>
                    <a:cubicBezTo>
                      <a:pt x="22" y="9"/>
                      <a:pt x="21" y="9"/>
                      <a:pt x="20" y="11"/>
                    </a:cubicBezTo>
                    <a:cubicBezTo>
                      <a:pt x="19" y="13"/>
                      <a:pt x="21" y="17"/>
                      <a:pt x="20" y="20"/>
                    </a:cubicBezTo>
                    <a:cubicBezTo>
                      <a:pt x="20" y="20"/>
                      <a:pt x="17" y="19"/>
                      <a:pt x="16" y="20"/>
                    </a:cubicBezTo>
                    <a:cubicBezTo>
                      <a:pt x="16" y="20"/>
                      <a:pt x="17" y="23"/>
                      <a:pt x="16" y="24"/>
                    </a:cubicBezTo>
                    <a:cubicBezTo>
                      <a:pt x="15" y="25"/>
                      <a:pt x="11" y="24"/>
                      <a:pt x="11" y="27"/>
                    </a:cubicBezTo>
                    <a:cubicBezTo>
                      <a:pt x="9" y="26"/>
                      <a:pt x="8" y="24"/>
                      <a:pt x="7" y="22"/>
                    </a:cubicBezTo>
                    <a:cubicBezTo>
                      <a:pt x="6" y="21"/>
                      <a:pt x="4" y="19"/>
                      <a:pt x="3" y="18"/>
                    </a:cubicBezTo>
                    <a:cubicBezTo>
                      <a:pt x="2" y="14"/>
                      <a:pt x="4" y="9"/>
                      <a:pt x="0" y="7"/>
                    </a:cubicBezTo>
                    <a:cubicBezTo>
                      <a:pt x="2" y="4"/>
                      <a:pt x="9" y="4"/>
                      <a:pt x="15" y="3"/>
                    </a:cubicBezTo>
                    <a:cubicBezTo>
                      <a:pt x="18" y="2"/>
                      <a:pt x="20" y="0"/>
                      <a:pt x="24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4511535" y="414885"/>
                <a:ext cx="952532" cy="710197"/>
              </a:xfrm>
              <a:custGeom>
                <a:avLst/>
                <a:gdLst/>
                <a:ahLst/>
                <a:cxnLst/>
                <a:rect l="l" t="t" r="r" b="b"/>
                <a:pathLst>
                  <a:path w="458" h="342">
                    <a:moveTo>
                      <a:pt x="310" y="35"/>
                    </a:moveTo>
                    <a:cubicBezTo>
                      <a:pt x="310" y="37"/>
                      <a:pt x="314" y="36"/>
                      <a:pt x="314" y="39"/>
                    </a:cubicBezTo>
                    <a:cubicBezTo>
                      <a:pt x="316" y="40"/>
                      <a:pt x="319" y="37"/>
                      <a:pt x="319" y="37"/>
                    </a:cubicBezTo>
                    <a:cubicBezTo>
                      <a:pt x="322" y="36"/>
                      <a:pt x="322" y="39"/>
                      <a:pt x="325" y="39"/>
                    </a:cubicBezTo>
                    <a:cubicBezTo>
                      <a:pt x="326" y="38"/>
                      <a:pt x="327" y="37"/>
                      <a:pt x="329" y="37"/>
                    </a:cubicBezTo>
                    <a:cubicBezTo>
                      <a:pt x="330" y="36"/>
                      <a:pt x="332" y="37"/>
                      <a:pt x="334" y="37"/>
                    </a:cubicBezTo>
                    <a:cubicBezTo>
                      <a:pt x="341" y="35"/>
                      <a:pt x="349" y="32"/>
                      <a:pt x="355" y="35"/>
                    </a:cubicBezTo>
                    <a:cubicBezTo>
                      <a:pt x="353" y="39"/>
                      <a:pt x="345" y="36"/>
                      <a:pt x="343" y="40"/>
                    </a:cubicBezTo>
                    <a:cubicBezTo>
                      <a:pt x="344" y="44"/>
                      <a:pt x="347" y="40"/>
                      <a:pt x="347" y="40"/>
                    </a:cubicBezTo>
                    <a:cubicBezTo>
                      <a:pt x="351" y="41"/>
                      <a:pt x="351" y="43"/>
                      <a:pt x="356" y="40"/>
                    </a:cubicBezTo>
                    <a:cubicBezTo>
                      <a:pt x="358" y="40"/>
                      <a:pt x="359" y="39"/>
                      <a:pt x="360" y="39"/>
                    </a:cubicBezTo>
                    <a:cubicBezTo>
                      <a:pt x="361" y="38"/>
                      <a:pt x="369" y="35"/>
                      <a:pt x="370" y="35"/>
                    </a:cubicBezTo>
                    <a:cubicBezTo>
                      <a:pt x="373" y="40"/>
                      <a:pt x="368" y="33"/>
                      <a:pt x="371" y="33"/>
                    </a:cubicBezTo>
                    <a:cubicBezTo>
                      <a:pt x="372" y="33"/>
                      <a:pt x="377" y="33"/>
                      <a:pt x="377" y="33"/>
                    </a:cubicBezTo>
                    <a:cubicBezTo>
                      <a:pt x="378" y="32"/>
                      <a:pt x="381" y="30"/>
                      <a:pt x="386" y="31"/>
                    </a:cubicBezTo>
                    <a:cubicBezTo>
                      <a:pt x="386" y="34"/>
                      <a:pt x="387" y="36"/>
                      <a:pt x="384" y="37"/>
                    </a:cubicBezTo>
                    <a:cubicBezTo>
                      <a:pt x="384" y="38"/>
                      <a:pt x="382" y="39"/>
                      <a:pt x="381" y="40"/>
                    </a:cubicBezTo>
                    <a:cubicBezTo>
                      <a:pt x="379" y="43"/>
                      <a:pt x="378" y="47"/>
                      <a:pt x="373" y="46"/>
                    </a:cubicBezTo>
                    <a:cubicBezTo>
                      <a:pt x="374" y="52"/>
                      <a:pt x="377" y="44"/>
                      <a:pt x="381" y="46"/>
                    </a:cubicBezTo>
                    <a:cubicBezTo>
                      <a:pt x="383" y="47"/>
                      <a:pt x="382" y="43"/>
                      <a:pt x="383" y="42"/>
                    </a:cubicBezTo>
                    <a:cubicBezTo>
                      <a:pt x="385" y="41"/>
                      <a:pt x="392" y="43"/>
                      <a:pt x="392" y="39"/>
                    </a:cubicBezTo>
                    <a:cubicBezTo>
                      <a:pt x="396" y="45"/>
                      <a:pt x="408" y="36"/>
                      <a:pt x="411" y="40"/>
                    </a:cubicBezTo>
                    <a:cubicBezTo>
                      <a:pt x="412" y="39"/>
                      <a:pt x="414" y="37"/>
                      <a:pt x="416" y="35"/>
                    </a:cubicBezTo>
                    <a:cubicBezTo>
                      <a:pt x="422" y="37"/>
                      <a:pt x="426" y="33"/>
                      <a:pt x="431" y="33"/>
                    </a:cubicBezTo>
                    <a:cubicBezTo>
                      <a:pt x="430" y="33"/>
                      <a:pt x="432" y="35"/>
                      <a:pt x="433" y="35"/>
                    </a:cubicBezTo>
                    <a:cubicBezTo>
                      <a:pt x="434" y="35"/>
                      <a:pt x="441" y="34"/>
                      <a:pt x="442" y="35"/>
                    </a:cubicBezTo>
                    <a:cubicBezTo>
                      <a:pt x="444" y="37"/>
                      <a:pt x="443" y="34"/>
                      <a:pt x="446" y="35"/>
                    </a:cubicBezTo>
                    <a:cubicBezTo>
                      <a:pt x="449" y="36"/>
                      <a:pt x="453" y="39"/>
                      <a:pt x="457" y="39"/>
                    </a:cubicBezTo>
                    <a:cubicBezTo>
                      <a:pt x="458" y="42"/>
                      <a:pt x="455" y="41"/>
                      <a:pt x="453" y="42"/>
                    </a:cubicBezTo>
                    <a:cubicBezTo>
                      <a:pt x="452" y="43"/>
                      <a:pt x="451" y="45"/>
                      <a:pt x="450" y="46"/>
                    </a:cubicBezTo>
                    <a:cubicBezTo>
                      <a:pt x="445" y="48"/>
                      <a:pt x="437" y="47"/>
                      <a:pt x="437" y="53"/>
                    </a:cubicBezTo>
                    <a:cubicBezTo>
                      <a:pt x="432" y="53"/>
                      <a:pt x="426" y="53"/>
                      <a:pt x="424" y="55"/>
                    </a:cubicBezTo>
                    <a:cubicBezTo>
                      <a:pt x="426" y="58"/>
                      <a:pt x="430" y="59"/>
                      <a:pt x="422" y="59"/>
                    </a:cubicBezTo>
                    <a:cubicBezTo>
                      <a:pt x="422" y="61"/>
                      <a:pt x="425" y="61"/>
                      <a:pt x="427" y="61"/>
                    </a:cubicBezTo>
                    <a:cubicBezTo>
                      <a:pt x="424" y="66"/>
                      <a:pt x="415" y="65"/>
                      <a:pt x="414" y="72"/>
                    </a:cubicBezTo>
                    <a:cubicBezTo>
                      <a:pt x="411" y="72"/>
                      <a:pt x="415" y="69"/>
                      <a:pt x="414" y="68"/>
                    </a:cubicBezTo>
                    <a:cubicBezTo>
                      <a:pt x="413" y="68"/>
                      <a:pt x="408" y="71"/>
                      <a:pt x="405" y="72"/>
                    </a:cubicBezTo>
                    <a:cubicBezTo>
                      <a:pt x="405" y="74"/>
                      <a:pt x="407" y="73"/>
                      <a:pt x="409" y="74"/>
                    </a:cubicBezTo>
                    <a:cubicBezTo>
                      <a:pt x="404" y="78"/>
                      <a:pt x="407" y="77"/>
                      <a:pt x="405" y="83"/>
                    </a:cubicBezTo>
                    <a:cubicBezTo>
                      <a:pt x="405" y="85"/>
                      <a:pt x="398" y="86"/>
                      <a:pt x="397" y="87"/>
                    </a:cubicBezTo>
                    <a:cubicBezTo>
                      <a:pt x="397" y="88"/>
                      <a:pt x="398" y="92"/>
                      <a:pt x="397" y="93"/>
                    </a:cubicBezTo>
                    <a:cubicBezTo>
                      <a:pt x="396" y="94"/>
                      <a:pt x="392" y="93"/>
                      <a:pt x="390" y="94"/>
                    </a:cubicBezTo>
                    <a:cubicBezTo>
                      <a:pt x="391" y="97"/>
                      <a:pt x="393" y="97"/>
                      <a:pt x="394" y="100"/>
                    </a:cubicBezTo>
                    <a:cubicBezTo>
                      <a:pt x="395" y="104"/>
                      <a:pt x="399" y="102"/>
                      <a:pt x="401" y="104"/>
                    </a:cubicBezTo>
                    <a:cubicBezTo>
                      <a:pt x="402" y="104"/>
                      <a:pt x="401" y="107"/>
                      <a:pt x="401" y="107"/>
                    </a:cubicBezTo>
                    <a:cubicBezTo>
                      <a:pt x="403" y="109"/>
                      <a:pt x="406" y="108"/>
                      <a:pt x="407" y="109"/>
                    </a:cubicBezTo>
                    <a:cubicBezTo>
                      <a:pt x="407" y="113"/>
                      <a:pt x="409" y="113"/>
                      <a:pt x="409" y="117"/>
                    </a:cubicBezTo>
                    <a:cubicBezTo>
                      <a:pt x="403" y="119"/>
                      <a:pt x="397" y="117"/>
                      <a:pt x="390" y="121"/>
                    </a:cubicBezTo>
                    <a:cubicBezTo>
                      <a:pt x="395" y="125"/>
                      <a:pt x="399" y="131"/>
                      <a:pt x="409" y="130"/>
                    </a:cubicBezTo>
                    <a:cubicBezTo>
                      <a:pt x="408" y="133"/>
                      <a:pt x="410" y="133"/>
                      <a:pt x="412" y="134"/>
                    </a:cubicBezTo>
                    <a:cubicBezTo>
                      <a:pt x="413" y="138"/>
                      <a:pt x="409" y="136"/>
                      <a:pt x="409" y="139"/>
                    </a:cubicBezTo>
                    <a:cubicBezTo>
                      <a:pt x="409" y="141"/>
                      <a:pt x="406" y="143"/>
                      <a:pt x="403" y="143"/>
                    </a:cubicBezTo>
                    <a:cubicBezTo>
                      <a:pt x="401" y="150"/>
                      <a:pt x="410" y="146"/>
                      <a:pt x="409" y="152"/>
                    </a:cubicBezTo>
                    <a:cubicBezTo>
                      <a:pt x="405" y="152"/>
                      <a:pt x="405" y="154"/>
                      <a:pt x="407" y="154"/>
                    </a:cubicBezTo>
                    <a:cubicBezTo>
                      <a:pt x="405" y="160"/>
                      <a:pt x="401" y="153"/>
                      <a:pt x="397" y="154"/>
                    </a:cubicBezTo>
                    <a:cubicBezTo>
                      <a:pt x="394" y="154"/>
                      <a:pt x="396" y="160"/>
                      <a:pt x="392" y="160"/>
                    </a:cubicBezTo>
                    <a:cubicBezTo>
                      <a:pt x="392" y="163"/>
                      <a:pt x="393" y="164"/>
                      <a:pt x="396" y="165"/>
                    </a:cubicBezTo>
                    <a:cubicBezTo>
                      <a:pt x="395" y="168"/>
                      <a:pt x="391" y="166"/>
                      <a:pt x="388" y="167"/>
                    </a:cubicBezTo>
                    <a:cubicBezTo>
                      <a:pt x="383" y="168"/>
                      <a:pt x="378" y="172"/>
                      <a:pt x="373" y="173"/>
                    </a:cubicBezTo>
                    <a:cubicBezTo>
                      <a:pt x="373" y="175"/>
                      <a:pt x="377" y="174"/>
                      <a:pt x="379" y="175"/>
                    </a:cubicBezTo>
                    <a:cubicBezTo>
                      <a:pt x="381" y="176"/>
                      <a:pt x="382" y="182"/>
                      <a:pt x="386" y="180"/>
                    </a:cubicBezTo>
                    <a:cubicBezTo>
                      <a:pt x="388" y="184"/>
                      <a:pt x="383" y="184"/>
                      <a:pt x="383" y="186"/>
                    </a:cubicBezTo>
                    <a:cubicBezTo>
                      <a:pt x="382" y="188"/>
                      <a:pt x="385" y="194"/>
                      <a:pt x="381" y="195"/>
                    </a:cubicBezTo>
                    <a:cubicBezTo>
                      <a:pt x="383" y="202"/>
                      <a:pt x="396" y="200"/>
                      <a:pt x="397" y="208"/>
                    </a:cubicBezTo>
                    <a:cubicBezTo>
                      <a:pt x="395" y="208"/>
                      <a:pt x="390" y="209"/>
                      <a:pt x="390" y="206"/>
                    </a:cubicBezTo>
                    <a:cubicBezTo>
                      <a:pt x="388" y="207"/>
                      <a:pt x="389" y="208"/>
                      <a:pt x="390" y="208"/>
                    </a:cubicBezTo>
                    <a:cubicBezTo>
                      <a:pt x="385" y="214"/>
                      <a:pt x="382" y="213"/>
                      <a:pt x="373" y="212"/>
                    </a:cubicBezTo>
                    <a:cubicBezTo>
                      <a:pt x="376" y="205"/>
                      <a:pt x="365" y="211"/>
                      <a:pt x="368" y="204"/>
                    </a:cubicBezTo>
                    <a:cubicBezTo>
                      <a:pt x="362" y="203"/>
                      <a:pt x="362" y="208"/>
                      <a:pt x="356" y="206"/>
                    </a:cubicBezTo>
                    <a:cubicBezTo>
                      <a:pt x="359" y="209"/>
                      <a:pt x="358" y="210"/>
                      <a:pt x="355" y="210"/>
                    </a:cubicBezTo>
                    <a:cubicBezTo>
                      <a:pt x="355" y="213"/>
                      <a:pt x="366" y="213"/>
                      <a:pt x="356" y="214"/>
                    </a:cubicBezTo>
                    <a:cubicBezTo>
                      <a:pt x="358" y="218"/>
                      <a:pt x="363" y="215"/>
                      <a:pt x="366" y="216"/>
                    </a:cubicBezTo>
                    <a:cubicBezTo>
                      <a:pt x="370" y="216"/>
                      <a:pt x="375" y="219"/>
                      <a:pt x="381" y="217"/>
                    </a:cubicBezTo>
                    <a:cubicBezTo>
                      <a:pt x="377" y="223"/>
                      <a:pt x="372" y="228"/>
                      <a:pt x="368" y="232"/>
                    </a:cubicBezTo>
                    <a:cubicBezTo>
                      <a:pt x="363" y="231"/>
                      <a:pt x="360" y="233"/>
                      <a:pt x="356" y="234"/>
                    </a:cubicBezTo>
                    <a:cubicBezTo>
                      <a:pt x="356" y="234"/>
                      <a:pt x="353" y="234"/>
                      <a:pt x="353" y="234"/>
                    </a:cubicBezTo>
                    <a:cubicBezTo>
                      <a:pt x="351" y="236"/>
                      <a:pt x="352" y="234"/>
                      <a:pt x="349" y="234"/>
                    </a:cubicBezTo>
                    <a:cubicBezTo>
                      <a:pt x="344" y="234"/>
                      <a:pt x="339" y="238"/>
                      <a:pt x="332" y="238"/>
                    </a:cubicBezTo>
                    <a:cubicBezTo>
                      <a:pt x="329" y="238"/>
                      <a:pt x="332" y="240"/>
                      <a:pt x="332" y="240"/>
                    </a:cubicBezTo>
                    <a:cubicBezTo>
                      <a:pt x="330" y="244"/>
                      <a:pt x="329" y="241"/>
                      <a:pt x="323" y="242"/>
                    </a:cubicBezTo>
                    <a:cubicBezTo>
                      <a:pt x="323" y="243"/>
                      <a:pt x="325" y="243"/>
                      <a:pt x="327" y="244"/>
                    </a:cubicBezTo>
                    <a:cubicBezTo>
                      <a:pt x="327" y="246"/>
                      <a:pt x="313" y="248"/>
                      <a:pt x="315" y="242"/>
                    </a:cubicBezTo>
                    <a:cubicBezTo>
                      <a:pt x="314" y="243"/>
                      <a:pt x="309" y="242"/>
                      <a:pt x="308" y="244"/>
                    </a:cubicBezTo>
                    <a:cubicBezTo>
                      <a:pt x="307" y="245"/>
                      <a:pt x="309" y="249"/>
                      <a:pt x="308" y="251"/>
                    </a:cubicBezTo>
                    <a:cubicBezTo>
                      <a:pt x="308" y="251"/>
                      <a:pt x="303" y="249"/>
                      <a:pt x="302" y="251"/>
                    </a:cubicBezTo>
                    <a:cubicBezTo>
                      <a:pt x="302" y="252"/>
                      <a:pt x="305" y="254"/>
                      <a:pt x="304" y="257"/>
                    </a:cubicBezTo>
                    <a:cubicBezTo>
                      <a:pt x="302" y="259"/>
                      <a:pt x="301" y="257"/>
                      <a:pt x="299" y="257"/>
                    </a:cubicBezTo>
                    <a:cubicBezTo>
                      <a:pt x="299" y="258"/>
                      <a:pt x="299" y="260"/>
                      <a:pt x="299" y="262"/>
                    </a:cubicBezTo>
                    <a:cubicBezTo>
                      <a:pt x="298" y="262"/>
                      <a:pt x="296" y="262"/>
                      <a:pt x="295" y="262"/>
                    </a:cubicBezTo>
                    <a:cubicBezTo>
                      <a:pt x="293" y="263"/>
                      <a:pt x="295" y="265"/>
                      <a:pt x="293" y="266"/>
                    </a:cubicBezTo>
                    <a:cubicBezTo>
                      <a:pt x="290" y="267"/>
                      <a:pt x="282" y="265"/>
                      <a:pt x="284" y="271"/>
                    </a:cubicBezTo>
                    <a:cubicBezTo>
                      <a:pt x="276" y="273"/>
                      <a:pt x="267" y="274"/>
                      <a:pt x="258" y="273"/>
                    </a:cubicBezTo>
                    <a:cubicBezTo>
                      <a:pt x="254" y="276"/>
                      <a:pt x="252" y="285"/>
                      <a:pt x="247" y="281"/>
                    </a:cubicBezTo>
                    <a:cubicBezTo>
                      <a:pt x="247" y="282"/>
                      <a:pt x="249" y="284"/>
                      <a:pt x="248" y="286"/>
                    </a:cubicBezTo>
                    <a:cubicBezTo>
                      <a:pt x="248" y="287"/>
                      <a:pt x="245" y="286"/>
                      <a:pt x="245" y="286"/>
                    </a:cubicBezTo>
                    <a:cubicBezTo>
                      <a:pt x="244" y="287"/>
                      <a:pt x="247" y="289"/>
                      <a:pt x="247" y="290"/>
                    </a:cubicBezTo>
                    <a:cubicBezTo>
                      <a:pt x="247" y="290"/>
                      <a:pt x="245" y="291"/>
                      <a:pt x="245" y="292"/>
                    </a:cubicBezTo>
                    <a:cubicBezTo>
                      <a:pt x="245" y="294"/>
                      <a:pt x="239" y="298"/>
                      <a:pt x="243" y="299"/>
                    </a:cubicBezTo>
                    <a:cubicBezTo>
                      <a:pt x="243" y="302"/>
                      <a:pt x="240" y="300"/>
                      <a:pt x="239" y="301"/>
                    </a:cubicBezTo>
                    <a:cubicBezTo>
                      <a:pt x="238" y="302"/>
                      <a:pt x="236" y="304"/>
                      <a:pt x="235" y="305"/>
                    </a:cubicBezTo>
                    <a:cubicBezTo>
                      <a:pt x="235" y="306"/>
                      <a:pt x="236" y="308"/>
                      <a:pt x="235" y="309"/>
                    </a:cubicBezTo>
                    <a:cubicBezTo>
                      <a:pt x="233" y="311"/>
                      <a:pt x="235" y="313"/>
                      <a:pt x="233" y="316"/>
                    </a:cubicBezTo>
                    <a:cubicBezTo>
                      <a:pt x="233" y="317"/>
                      <a:pt x="230" y="316"/>
                      <a:pt x="230" y="316"/>
                    </a:cubicBezTo>
                    <a:cubicBezTo>
                      <a:pt x="230" y="317"/>
                      <a:pt x="231" y="319"/>
                      <a:pt x="232" y="320"/>
                    </a:cubicBezTo>
                    <a:cubicBezTo>
                      <a:pt x="232" y="323"/>
                      <a:pt x="230" y="323"/>
                      <a:pt x="230" y="326"/>
                    </a:cubicBezTo>
                    <a:cubicBezTo>
                      <a:pt x="230" y="327"/>
                      <a:pt x="231" y="330"/>
                      <a:pt x="232" y="329"/>
                    </a:cubicBezTo>
                    <a:cubicBezTo>
                      <a:pt x="229" y="336"/>
                      <a:pt x="226" y="338"/>
                      <a:pt x="220" y="342"/>
                    </a:cubicBezTo>
                    <a:cubicBezTo>
                      <a:pt x="214" y="342"/>
                      <a:pt x="211" y="338"/>
                      <a:pt x="207" y="335"/>
                    </a:cubicBezTo>
                    <a:cubicBezTo>
                      <a:pt x="202" y="342"/>
                      <a:pt x="191" y="331"/>
                      <a:pt x="192" y="331"/>
                    </a:cubicBezTo>
                    <a:cubicBezTo>
                      <a:pt x="191" y="331"/>
                      <a:pt x="190" y="335"/>
                      <a:pt x="191" y="335"/>
                    </a:cubicBezTo>
                    <a:cubicBezTo>
                      <a:pt x="188" y="334"/>
                      <a:pt x="188" y="331"/>
                      <a:pt x="187" y="329"/>
                    </a:cubicBezTo>
                    <a:cubicBezTo>
                      <a:pt x="185" y="327"/>
                      <a:pt x="180" y="327"/>
                      <a:pt x="181" y="322"/>
                    </a:cubicBezTo>
                    <a:cubicBezTo>
                      <a:pt x="179" y="319"/>
                      <a:pt x="176" y="318"/>
                      <a:pt x="174" y="316"/>
                    </a:cubicBezTo>
                    <a:cubicBezTo>
                      <a:pt x="174" y="314"/>
                      <a:pt x="176" y="315"/>
                      <a:pt x="178" y="314"/>
                    </a:cubicBezTo>
                    <a:cubicBezTo>
                      <a:pt x="177" y="310"/>
                      <a:pt x="173" y="312"/>
                      <a:pt x="170" y="309"/>
                    </a:cubicBezTo>
                    <a:cubicBezTo>
                      <a:pt x="169" y="307"/>
                      <a:pt x="169" y="304"/>
                      <a:pt x="166" y="303"/>
                    </a:cubicBezTo>
                    <a:cubicBezTo>
                      <a:pt x="163" y="307"/>
                      <a:pt x="166" y="300"/>
                      <a:pt x="166" y="301"/>
                    </a:cubicBezTo>
                    <a:cubicBezTo>
                      <a:pt x="166" y="299"/>
                      <a:pt x="164" y="301"/>
                      <a:pt x="163" y="299"/>
                    </a:cubicBezTo>
                    <a:cubicBezTo>
                      <a:pt x="161" y="297"/>
                      <a:pt x="164" y="294"/>
                      <a:pt x="161" y="294"/>
                    </a:cubicBezTo>
                    <a:cubicBezTo>
                      <a:pt x="157" y="294"/>
                      <a:pt x="160" y="286"/>
                      <a:pt x="157" y="290"/>
                    </a:cubicBezTo>
                    <a:cubicBezTo>
                      <a:pt x="155" y="289"/>
                      <a:pt x="155" y="286"/>
                      <a:pt x="151" y="286"/>
                    </a:cubicBezTo>
                    <a:cubicBezTo>
                      <a:pt x="152" y="284"/>
                      <a:pt x="155" y="283"/>
                      <a:pt x="155" y="281"/>
                    </a:cubicBezTo>
                    <a:cubicBezTo>
                      <a:pt x="155" y="278"/>
                      <a:pt x="151" y="279"/>
                      <a:pt x="148" y="279"/>
                    </a:cubicBezTo>
                    <a:cubicBezTo>
                      <a:pt x="146" y="272"/>
                      <a:pt x="147" y="269"/>
                      <a:pt x="150" y="262"/>
                    </a:cubicBezTo>
                    <a:cubicBezTo>
                      <a:pt x="145" y="259"/>
                      <a:pt x="153" y="256"/>
                      <a:pt x="146" y="257"/>
                    </a:cubicBezTo>
                    <a:cubicBezTo>
                      <a:pt x="145" y="254"/>
                      <a:pt x="149" y="256"/>
                      <a:pt x="150" y="255"/>
                    </a:cubicBezTo>
                    <a:cubicBezTo>
                      <a:pt x="150" y="254"/>
                      <a:pt x="149" y="251"/>
                      <a:pt x="150" y="251"/>
                    </a:cubicBezTo>
                    <a:cubicBezTo>
                      <a:pt x="151" y="251"/>
                      <a:pt x="152" y="253"/>
                      <a:pt x="153" y="253"/>
                    </a:cubicBezTo>
                    <a:cubicBezTo>
                      <a:pt x="153" y="249"/>
                      <a:pt x="153" y="245"/>
                      <a:pt x="153" y="242"/>
                    </a:cubicBezTo>
                    <a:cubicBezTo>
                      <a:pt x="156" y="242"/>
                      <a:pt x="158" y="240"/>
                      <a:pt x="159" y="238"/>
                    </a:cubicBezTo>
                    <a:cubicBezTo>
                      <a:pt x="161" y="238"/>
                      <a:pt x="160" y="240"/>
                      <a:pt x="161" y="242"/>
                    </a:cubicBezTo>
                    <a:cubicBezTo>
                      <a:pt x="163" y="240"/>
                      <a:pt x="163" y="237"/>
                      <a:pt x="166" y="238"/>
                    </a:cubicBezTo>
                    <a:cubicBezTo>
                      <a:pt x="168" y="236"/>
                      <a:pt x="164" y="235"/>
                      <a:pt x="164" y="234"/>
                    </a:cubicBezTo>
                    <a:cubicBezTo>
                      <a:pt x="165" y="232"/>
                      <a:pt x="170" y="232"/>
                      <a:pt x="170" y="230"/>
                    </a:cubicBezTo>
                    <a:cubicBezTo>
                      <a:pt x="171" y="227"/>
                      <a:pt x="164" y="226"/>
                      <a:pt x="168" y="221"/>
                    </a:cubicBezTo>
                    <a:cubicBezTo>
                      <a:pt x="160" y="226"/>
                      <a:pt x="172" y="217"/>
                      <a:pt x="159" y="219"/>
                    </a:cubicBezTo>
                    <a:cubicBezTo>
                      <a:pt x="158" y="213"/>
                      <a:pt x="164" y="214"/>
                      <a:pt x="170" y="214"/>
                    </a:cubicBezTo>
                    <a:cubicBezTo>
                      <a:pt x="170" y="212"/>
                      <a:pt x="166" y="212"/>
                      <a:pt x="166" y="210"/>
                    </a:cubicBezTo>
                    <a:cubicBezTo>
                      <a:pt x="167" y="208"/>
                      <a:pt x="164" y="209"/>
                      <a:pt x="163" y="208"/>
                    </a:cubicBezTo>
                    <a:cubicBezTo>
                      <a:pt x="162" y="208"/>
                      <a:pt x="163" y="205"/>
                      <a:pt x="163" y="204"/>
                    </a:cubicBezTo>
                    <a:cubicBezTo>
                      <a:pt x="162" y="204"/>
                      <a:pt x="158" y="201"/>
                      <a:pt x="157" y="201"/>
                    </a:cubicBezTo>
                    <a:cubicBezTo>
                      <a:pt x="156" y="201"/>
                      <a:pt x="154" y="196"/>
                      <a:pt x="151" y="193"/>
                    </a:cubicBezTo>
                    <a:cubicBezTo>
                      <a:pt x="149" y="196"/>
                      <a:pt x="148" y="199"/>
                      <a:pt x="146" y="193"/>
                    </a:cubicBezTo>
                    <a:cubicBezTo>
                      <a:pt x="144" y="194"/>
                      <a:pt x="144" y="197"/>
                      <a:pt x="144" y="199"/>
                    </a:cubicBezTo>
                    <a:cubicBezTo>
                      <a:pt x="141" y="199"/>
                      <a:pt x="138" y="199"/>
                      <a:pt x="135" y="199"/>
                    </a:cubicBezTo>
                    <a:cubicBezTo>
                      <a:pt x="129" y="191"/>
                      <a:pt x="133" y="185"/>
                      <a:pt x="135" y="176"/>
                    </a:cubicBezTo>
                    <a:cubicBezTo>
                      <a:pt x="134" y="175"/>
                      <a:pt x="133" y="173"/>
                      <a:pt x="133" y="171"/>
                    </a:cubicBezTo>
                    <a:cubicBezTo>
                      <a:pt x="131" y="171"/>
                      <a:pt x="131" y="173"/>
                      <a:pt x="131" y="175"/>
                    </a:cubicBezTo>
                    <a:cubicBezTo>
                      <a:pt x="126" y="175"/>
                      <a:pt x="133" y="164"/>
                      <a:pt x="125" y="167"/>
                    </a:cubicBezTo>
                    <a:cubicBezTo>
                      <a:pt x="128" y="164"/>
                      <a:pt x="128" y="162"/>
                      <a:pt x="125" y="160"/>
                    </a:cubicBezTo>
                    <a:cubicBezTo>
                      <a:pt x="125" y="157"/>
                      <a:pt x="122" y="158"/>
                      <a:pt x="120" y="158"/>
                    </a:cubicBezTo>
                    <a:cubicBezTo>
                      <a:pt x="118" y="155"/>
                      <a:pt x="119" y="151"/>
                      <a:pt x="118" y="148"/>
                    </a:cubicBezTo>
                    <a:cubicBezTo>
                      <a:pt x="117" y="146"/>
                      <a:pt x="112" y="146"/>
                      <a:pt x="114" y="141"/>
                    </a:cubicBezTo>
                    <a:cubicBezTo>
                      <a:pt x="111" y="142"/>
                      <a:pt x="110" y="140"/>
                      <a:pt x="109" y="139"/>
                    </a:cubicBezTo>
                    <a:cubicBezTo>
                      <a:pt x="108" y="139"/>
                      <a:pt x="105" y="140"/>
                      <a:pt x="105" y="139"/>
                    </a:cubicBezTo>
                    <a:cubicBezTo>
                      <a:pt x="103" y="136"/>
                      <a:pt x="88" y="138"/>
                      <a:pt x="84" y="132"/>
                    </a:cubicBezTo>
                    <a:cubicBezTo>
                      <a:pt x="77" y="135"/>
                      <a:pt x="62" y="127"/>
                      <a:pt x="58" y="132"/>
                    </a:cubicBezTo>
                    <a:cubicBezTo>
                      <a:pt x="56" y="135"/>
                      <a:pt x="56" y="131"/>
                      <a:pt x="53" y="132"/>
                    </a:cubicBezTo>
                    <a:cubicBezTo>
                      <a:pt x="48" y="132"/>
                      <a:pt x="44" y="135"/>
                      <a:pt x="40" y="135"/>
                    </a:cubicBezTo>
                    <a:cubicBezTo>
                      <a:pt x="40" y="135"/>
                      <a:pt x="39" y="134"/>
                      <a:pt x="38" y="134"/>
                    </a:cubicBezTo>
                    <a:cubicBezTo>
                      <a:pt x="36" y="133"/>
                      <a:pt x="34" y="134"/>
                      <a:pt x="32" y="134"/>
                    </a:cubicBezTo>
                    <a:cubicBezTo>
                      <a:pt x="32" y="130"/>
                      <a:pt x="31" y="129"/>
                      <a:pt x="28" y="128"/>
                    </a:cubicBezTo>
                    <a:cubicBezTo>
                      <a:pt x="28" y="125"/>
                      <a:pt x="33" y="127"/>
                      <a:pt x="34" y="126"/>
                    </a:cubicBezTo>
                    <a:cubicBezTo>
                      <a:pt x="35" y="125"/>
                      <a:pt x="29" y="121"/>
                      <a:pt x="38" y="122"/>
                    </a:cubicBezTo>
                    <a:cubicBezTo>
                      <a:pt x="35" y="117"/>
                      <a:pt x="21" y="123"/>
                      <a:pt x="17" y="119"/>
                    </a:cubicBezTo>
                    <a:cubicBezTo>
                      <a:pt x="21" y="109"/>
                      <a:pt x="33" y="119"/>
                      <a:pt x="40" y="111"/>
                    </a:cubicBezTo>
                    <a:cubicBezTo>
                      <a:pt x="36" y="107"/>
                      <a:pt x="24" y="110"/>
                      <a:pt x="19" y="111"/>
                    </a:cubicBezTo>
                    <a:cubicBezTo>
                      <a:pt x="17" y="109"/>
                      <a:pt x="18" y="108"/>
                      <a:pt x="19" y="106"/>
                    </a:cubicBezTo>
                    <a:cubicBezTo>
                      <a:pt x="18" y="105"/>
                      <a:pt x="17" y="106"/>
                      <a:pt x="17" y="107"/>
                    </a:cubicBezTo>
                    <a:cubicBezTo>
                      <a:pt x="15" y="107"/>
                      <a:pt x="16" y="105"/>
                      <a:pt x="15" y="104"/>
                    </a:cubicBezTo>
                    <a:cubicBezTo>
                      <a:pt x="8" y="105"/>
                      <a:pt x="5" y="102"/>
                      <a:pt x="0" y="100"/>
                    </a:cubicBezTo>
                    <a:cubicBezTo>
                      <a:pt x="4" y="88"/>
                      <a:pt x="19" y="91"/>
                      <a:pt x="28" y="89"/>
                    </a:cubicBezTo>
                    <a:cubicBezTo>
                      <a:pt x="31" y="88"/>
                      <a:pt x="30" y="89"/>
                      <a:pt x="32" y="87"/>
                    </a:cubicBezTo>
                    <a:cubicBezTo>
                      <a:pt x="32" y="87"/>
                      <a:pt x="35" y="85"/>
                      <a:pt x="34" y="85"/>
                    </a:cubicBezTo>
                    <a:cubicBezTo>
                      <a:pt x="39" y="83"/>
                      <a:pt x="46" y="85"/>
                      <a:pt x="49" y="83"/>
                    </a:cubicBezTo>
                    <a:cubicBezTo>
                      <a:pt x="51" y="82"/>
                      <a:pt x="49" y="81"/>
                      <a:pt x="51" y="80"/>
                    </a:cubicBezTo>
                    <a:cubicBezTo>
                      <a:pt x="52" y="78"/>
                      <a:pt x="55" y="79"/>
                      <a:pt x="56" y="78"/>
                    </a:cubicBezTo>
                    <a:cubicBezTo>
                      <a:pt x="58" y="76"/>
                      <a:pt x="59" y="74"/>
                      <a:pt x="62" y="72"/>
                    </a:cubicBezTo>
                    <a:cubicBezTo>
                      <a:pt x="64" y="66"/>
                      <a:pt x="56" y="71"/>
                      <a:pt x="58" y="65"/>
                    </a:cubicBezTo>
                    <a:cubicBezTo>
                      <a:pt x="55" y="62"/>
                      <a:pt x="55" y="68"/>
                      <a:pt x="55" y="68"/>
                    </a:cubicBezTo>
                    <a:cubicBezTo>
                      <a:pt x="53" y="69"/>
                      <a:pt x="45" y="64"/>
                      <a:pt x="40" y="66"/>
                    </a:cubicBezTo>
                    <a:cubicBezTo>
                      <a:pt x="37" y="61"/>
                      <a:pt x="44" y="64"/>
                      <a:pt x="45" y="63"/>
                    </a:cubicBezTo>
                    <a:cubicBezTo>
                      <a:pt x="45" y="62"/>
                      <a:pt x="45" y="61"/>
                      <a:pt x="45" y="61"/>
                    </a:cubicBezTo>
                    <a:cubicBezTo>
                      <a:pt x="46" y="60"/>
                      <a:pt x="48" y="61"/>
                      <a:pt x="49" y="61"/>
                    </a:cubicBezTo>
                    <a:cubicBezTo>
                      <a:pt x="49" y="60"/>
                      <a:pt x="50" y="57"/>
                      <a:pt x="51" y="57"/>
                    </a:cubicBezTo>
                    <a:cubicBezTo>
                      <a:pt x="53" y="56"/>
                      <a:pt x="52" y="59"/>
                      <a:pt x="53" y="59"/>
                    </a:cubicBezTo>
                    <a:cubicBezTo>
                      <a:pt x="53" y="59"/>
                      <a:pt x="59" y="58"/>
                      <a:pt x="58" y="53"/>
                    </a:cubicBezTo>
                    <a:cubicBezTo>
                      <a:pt x="62" y="53"/>
                      <a:pt x="62" y="56"/>
                      <a:pt x="66" y="55"/>
                    </a:cubicBezTo>
                    <a:cubicBezTo>
                      <a:pt x="69" y="55"/>
                      <a:pt x="66" y="53"/>
                      <a:pt x="66" y="53"/>
                    </a:cubicBezTo>
                    <a:cubicBezTo>
                      <a:pt x="66" y="51"/>
                      <a:pt x="70" y="52"/>
                      <a:pt x="69" y="48"/>
                    </a:cubicBezTo>
                    <a:cubicBezTo>
                      <a:pt x="74" y="48"/>
                      <a:pt x="78" y="48"/>
                      <a:pt x="83" y="48"/>
                    </a:cubicBezTo>
                    <a:cubicBezTo>
                      <a:pt x="87" y="48"/>
                      <a:pt x="83" y="40"/>
                      <a:pt x="84" y="37"/>
                    </a:cubicBezTo>
                    <a:cubicBezTo>
                      <a:pt x="91" y="38"/>
                      <a:pt x="97" y="40"/>
                      <a:pt x="103" y="37"/>
                    </a:cubicBezTo>
                    <a:cubicBezTo>
                      <a:pt x="103" y="35"/>
                      <a:pt x="101" y="35"/>
                      <a:pt x="99" y="35"/>
                    </a:cubicBezTo>
                    <a:cubicBezTo>
                      <a:pt x="101" y="32"/>
                      <a:pt x="107" y="33"/>
                      <a:pt x="110" y="31"/>
                    </a:cubicBezTo>
                    <a:cubicBezTo>
                      <a:pt x="115" y="28"/>
                      <a:pt x="129" y="30"/>
                      <a:pt x="140" y="29"/>
                    </a:cubicBezTo>
                    <a:cubicBezTo>
                      <a:pt x="143" y="29"/>
                      <a:pt x="144" y="27"/>
                      <a:pt x="146" y="27"/>
                    </a:cubicBezTo>
                    <a:cubicBezTo>
                      <a:pt x="151" y="27"/>
                      <a:pt x="155" y="29"/>
                      <a:pt x="159" y="27"/>
                    </a:cubicBezTo>
                    <a:cubicBezTo>
                      <a:pt x="158" y="29"/>
                      <a:pt x="160" y="34"/>
                      <a:pt x="161" y="33"/>
                    </a:cubicBezTo>
                    <a:cubicBezTo>
                      <a:pt x="163" y="30"/>
                      <a:pt x="161" y="32"/>
                      <a:pt x="166" y="37"/>
                    </a:cubicBezTo>
                    <a:cubicBezTo>
                      <a:pt x="170" y="36"/>
                      <a:pt x="163" y="31"/>
                      <a:pt x="172" y="33"/>
                    </a:cubicBezTo>
                    <a:cubicBezTo>
                      <a:pt x="169" y="30"/>
                      <a:pt x="175" y="26"/>
                      <a:pt x="166" y="25"/>
                    </a:cubicBezTo>
                    <a:cubicBezTo>
                      <a:pt x="167" y="22"/>
                      <a:pt x="181" y="16"/>
                      <a:pt x="181" y="24"/>
                    </a:cubicBezTo>
                    <a:cubicBezTo>
                      <a:pt x="187" y="24"/>
                      <a:pt x="186" y="21"/>
                      <a:pt x="191" y="24"/>
                    </a:cubicBezTo>
                    <a:cubicBezTo>
                      <a:pt x="193" y="25"/>
                      <a:pt x="194" y="26"/>
                      <a:pt x="196" y="27"/>
                    </a:cubicBezTo>
                    <a:cubicBezTo>
                      <a:pt x="198" y="29"/>
                      <a:pt x="204" y="29"/>
                      <a:pt x="211" y="31"/>
                    </a:cubicBezTo>
                    <a:cubicBezTo>
                      <a:pt x="211" y="29"/>
                      <a:pt x="209" y="30"/>
                      <a:pt x="207" y="29"/>
                    </a:cubicBezTo>
                    <a:cubicBezTo>
                      <a:pt x="208" y="27"/>
                      <a:pt x="210" y="25"/>
                      <a:pt x="213" y="25"/>
                    </a:cubicBezTo>
                    <a:cubicBezTo>
                      <a:pt x="210" y="21"/>
                      <a:pt x="202" y="21"/>
                      <a:pt x="196" y="20"/>
                    </a:cubicBezTo>
                    <a:cubicBezTo>
                      <a:pt x="196" y="15"/>
                      <a:pt x="204" y="16"/>
                      <a:pt x="209" y="16"/>
                    </a:cubicBezTo>
                    <a:cubicBezTo>
                      <a:pt x="210" y="12"/>
                      <a:pt x="207" y="13"/>
                      <a:pt x="204" y="12"/>
                    </a:cubicBezTo>
                    <a:cubicBezTo>
                      <a:pt x="208" y="5"/>
                      <a:pt x="215" y="12"/>
                      <a:pt x="220" y="12"/>
                    </a:cubicBezTo>
                    <a:cubicBezTo>
                      <a:pt x="224" y="13"/>
                      <a:pt x="224" y="10"/>
                      <a:pt x="228" y="11"/>
                    </a:cubicBezTo>
                    <a:cubicBezTo>
                      <a:pt x="237" y="11"/>
                      <a:pt x="243" y="15"/>
                      <a:pt x="250" y="11"/>
                    </a:cubicBezTo>
                    <a:cubicBezTo>
                      <a:pt x="253" y="9"/>
                      <a:pt x="257" y="10"/>
                      <a:pt x="261" y="9"/>
                    </a:cubicBezTo>
                    <a:cubicBezTo>
                      <a:pt x="264" y="8"/>
                      <a:pt x="263" y="5"/>
                      <a:pt x="263" y="3"/>
                    </a:cubicBezTo>
                    <a:cubicBezTo>
                      <a:pt x="266" y="3"/>
                      <a:pt x="270" y="4"/>
                      <a:pt x="273" y="3"/>
                    </a:cubicBezTo>
                    <a:cubicBezTo>
                      <a:pt x="275" y="3"/>
                      <a:pt x="276" y="1"/>
                      <a:pt x="278" y="1"/>
                    </a:cubicBezTo>
                    <a:cubicBezTo>
                      <a:pt x="282" y="1"/>
                      <a:pt x="287" y="4"/>
                      <a:pt x="295" y="3"/>
                    </a:cubicBezTo>
                    <a:cubicBezTo>
                      <a:pt x="300" y="2"/>
                      <a:pt x="312" y="0"/>
                      <a:pt x="323" y="1"/>
                    </a:cubicBezTo>
                    <a:cubicBezTo>
                      <a:pt x="326" y="1"/>
                      <a:pt x="326" y="3"/>
                      <a:pt x="329" y="3"/>
                    </a:cubicBezTo>
                    <a:cubicBezTo>
                      <a:pt x="339" y="5"/>
                      <a:pt x="349" y="1"/>
                      <a:pt x="349" y="11"/>
                    </a:cubicBezTo>
                    <a:cubicBezTo>
                      <a:pt x="354" y="12"/>
                      <a:pt x="354" y="8"/>
                      <a:pt x="358" y="9"/>
                    </a:cubicBezTo>
                    <a:cubicBezTo>
                      <a:pt x="358" y="15"/>
                      <a:pt x="365" y="13"/>
                      <a:pt x="368" y="16"/>
                    </a:cubicBezTo>
                    <a:cubicBezTo>
                      <a:pt x="373" y="18"/>
                      <a:pt x="373" y="14"/>
                      <a:pt x="377" y="14"/>
                    </a:cubicBezTo>
                    <a:cubicBezTo>
                      <a:pt x="375" y="21"/>
                      <a:pt x="384" y="17"/>
                      <a:pt x="388" y="18"/>
                    </a:cubicBezTo>
                    <a:cubicBezTo>
                      <a:pt x="385" y="22"/>
                      <a:pt x="385" y="19"/>
                      <a:pt x="386" y="25"/>
                    </a:cubicBezTo>
                    <a:cubicBezTo>
                      <a:pt x="384" y="23"/>
                      <a:pt x="382" y="24"/>
                      <a:pt x="383" y="27"/>
                    </a:cubicBezTo>
                    <a:cubicBezTo>
                      <a:pt x="363" y="29"/>
                      <a:pt x="339" y="30"/>
                      <a:pt x="325" y="31"/>
                    </a:cubicBezTo>
                    <a:cubicBezTo>
                      <a:pt x="323" y="31"/>
                      <a:pt x="323" y="32"/>
                      <a:pt x="323" y="33"/>
                    </a:cubicBezTo>
                    <a:cubicBezTo>
                      <a:pt x="321" y="33"/>
                      <a:pt x="322" y="31"/>
                      <a:pt x="323" y="31"/>
                    </a:cubicBezTo>
                    <a:cubicBezTo>
                      <a:pt x="324" y="30"/>
                      <a:pt x="320" y="29"/>
                      <a:pt x="319" y="29"/>
                    </a:cubicBezTo>
                    <a:cubicBezTo>
                      <a:pt x="319" y="30"/>
                      <a:pt x="320" y="33"/>
                      <a:pt x="319" y="33"/>
                    </a:cubicBezTo>
                    <a:cubicBezTo>
                      <a:pt x="316" y="34"/>
                      <a:pt x="312" y="32"/>
                      <a:pt x="310" y="35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4224375" y="434497"/>
                <a:ext cx="466461" cy="253542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22">
                    <a:moveTo>
                      <a:pt x="209" y="4"/>
                    </a:moveTo>
                    <a:cubicBezTo>
                      <a:pt x="206" y="8"/>
                      <a:pt x="209" y="7"/>
                      <a:pt x="209" y="12"/>
                    </a:cubicBezTo>
                    <a:cubicBezTo>
                      <a:pt x="214" y="12"/>
                      <a:pt x="219" y="12"/>
                      <a:pt x="224" y="12"/>
                    </a:cubicBezTo>
                    <a:cubicBezTo>
                      <a:pt x="224" y="15"/>
                      <a:pt x="222" y="16"/>
                      <a:pt x="222" y="19"/>
                    </a:cubicBezTo>
                    <a:cubicBezTo>
                      <a:pt x="221" y="20"/>
                      <a:pt x="218" y="18"/>
                      <a:pt x="217" y="19"/>
                    </a:cubicBezTo>
                    <a:cubicBezTo>
                      <a:pt x="216" y="20"/>
                      <a:pt x="217" y="23"/>
                      <a:pt x="217" y="23"/>
                    </a:cubicBezTo>
                    <a:cubicBezTo>
                      <a:pt x="214" y="24"/>
                      <a:pt x="210" y="25"/>
                      <a:pt x="209" y="23"/>
                    </a:cubicBezTo>
                    <a:cubicBezTo>
                      <a:pt x="207" y="22"/>
                      <a:pt x="208" y="26"/>
                      <a:pt x="207" y="27"/>
                    </a:cubicBezTo>
                    <a:cubicBezTo>
                      <a:pt x="205" y="28"/>
                      <a:pt x="200" y="25"/>
                      <a:pt x="200" y="29"/>
                    </a:cubicBezTo>
                    <a:cubicBezTo>
                      <a:pt x="194" y="28"/>
                      <a:pt x="185" y="26"/>
                      <a:pt x="181" y="32"/>
                    </a:cubicBezTo>
                    <a:cubicBezTo>
                      <a:pt x="183" y="37"/>
                      <a:pt x="191" y="32"/>
                      <a:pt x="193" y="30"/>
                    </a:cubicBezTo>
                    <a:cubicBezTo>
                      <a:pt x="195" y="31"/>
                      <a:pt x="192" y="33"/>
                      <a:pt x="193" y="36"/>
                    </a:cubicBezTo>
                    <a:cubicBezTo>
                      <a:pt x="186" y="36"/>
                      <a:pt x="182" y="39"/>
                      <a:pt x="176" y="40"/>
                    </a:cubicBezTo>
                    <a:cubicBezTo>
                      <a:pt x="173" y="41"/>
                      <a:pt x="171" y="43"/>
                      <a:pt x="170" y="45"/>
                    </a:cubicBezTo>
                    <a:cubicBezTo>
                      <a:pt x="169" y="46"/>
                      <a:pt x="166" y="45"/>
                      <a:pt x="165" y="45"/>
                    </a:cubicBezTo>
                    <a:cubicBezTo>
                      <a:pt x="163" y="46"/>
                      <a:pt x="164" y="48"/>
                      <a:pt x="163" y="49"/>
                    </a:cubicBezTo>
                    <a:cubicBezTo>
                      <a:pt x="161" y="50"/>
                      <a:pt x="157" y="47"/>
                      <a:pt x="157" y="51"/>
                    </a:cubicBezTo>
                    <a:cubicBezTo>
                      <a:pt x="157" y="54"/>
                      <a:pt x="152" y="52"/>
                      <a:pt x="152" y="55"/>
                    </a:cubicBezTo>
                    <a:cubicBezTo>
                      <a:pt x="151" y="59"/>
                      <a:pt x="146" y="56"/>
                      <a:pt x="144" y="58"/>
                    </a:cubicBezTo>
                    <a:cubicBezTo>
                      <a:pt x="142" y="61"/>
                      <a:pt x="137" y="60"/>
                      <a:pt x="133" y="62"/>
                    </a:cubicBezTo>
                    <a:cubicBezTo>
                      <a:pt x="132" y="62"/>
                      <a:pt x="133" y="64"/>
                      <a:pt x="131" y="64"/>
                    </a:cubicBezTo>
                    <a:cubicBezTo>
                      <a:pt x="126" y="64"/>
                      <a:pt x="129" y="66"/>
                      <a:pt x="127" y="68"/>
                    </a:cubicBezTo>
                    <a:cubicBezTo>
                      <a:pt x="127" y="68"/>
                      <a:pt x="126" y="68"/>
                      <a:pt x="125" y="68"/>
                    </a:cubicBezTo>
                    <a:cubicBezTo>
                      <a:pt x="124" y="68"/>
                      <a:pt x="120" y="71"/>
                      <a:pt x="114" y="70"/>
                    </a:cubicBezTo>
                    <a:cubicBezTo>
                      <a:pt x="115" y="72"/>
                      <a:pt x="122" y="73"/>
                      <a:pt x="114" y="73"/>
                    </a:cubicBezTo>
                    <a:cubicBezTo>
                      <a:pt x="115" y="77"/>
                      <a:pt x="124" y="74"/>
                      <a:pt x="122" y="81"/>
                    </a:cubicBezTo>
                    <a:cubicBezTo>
                      <a:pt x="118" y="77"/>
                      <a:pt x="118" y="81"/>
                      <a:pt x="118" y="86"/>
                    </a:cubicBezTo>
                    <a:cubicBezTo>
                      <a:pt x="114" y="81"/>
                      <a:pt x="112" y="88"/>
                      <a:pt x="109" y="90"/>
                    </a:cubicBezTo>
                    <a:cubicBezTo>
                      <a:pt x="105" y="92"/>
                      <a:pt x="100" y="90"/>
                      <a:pt x="97" y="94"/>
                    </a:cubicBezTo>
                    <a:cubicBezTo>
                      <a:pt x="96" y="96"/>
                      <a:pt x="99" y="95"/>
                      <a:pt x="99" y="96"/>
                    </a:cubicBezTo>
                    <a:cubicBezTo>
                      <a:pt x="100" y="97"/>
                      <a:pt x="93" y="99"/>
                      <a:pt x="97" y="99"/>
                    </a:cubicBezTo>
                    <a:cubicBezTo>
                      <a:pt x="95" y="105"/>
                      <a:pt x="85" y="101"/>
                      <a:pt x="83" y="107"/>
                    </a:cubicBezTo>
                    <a:cubicBezTo>
                      <a:pt x="86" y="110"/>
                      <a:pt x="91" y="111"/>
                      <a:pt x="97" y="111"/>
                    </a:cubicBezTo>
                    <a:cubicBezTo>
                      <a:pt x="99" y="117"/>
                      <a:pt x="88" y="112"/>
                      <a:pt x="88" y="116"/>
                    </a:cubicBezTo>
                    <a:cubicBezTo>
                      <a:pt x="88" y="119"/>
                      <a:pt x="86" y="116"/>
                      <a:pt x="84" y="116"/>
                    </a:cubicBezTo>
                    <a:cubicBezTo>
                      <a:pt x="80" y="116"/>
                      <a:pt x="78" y="122"/>
                      <a:pt x="73" y="120"/>
                    </a:cubicBezTo>
                    <a:cubicBezTo>
                      <a:pt x="72" y="118"/>
                      <a:pt x="69" y="118"/>
                      <a:pt x="70" y="114"/>
                    </a:cubicBezTo>
                    <a:cubicBezTo>
                      <a:pt x="60" y="113"/>
                      <a:pt x="54" y="116"/>
                      <a:pt x="45" y="114"/>
                    </a:cubicBezTo>
                    <a:cubicBezTo>
                      <a:pt x="45" y="114"/>
                      <a:pt x="43" y="112"/>
                      <a:pt x="43" y="112"/>
                    </a:cubicBezTo>
                    <a:cubicBezTo>
                      <a:pt x="40" y="112"/>
                      <a:pt x="39" y="116"/>
                      <a:pt x="36" y="116"/>
                    </a:cubicBezTo>
                    <a:cubicBezTo>
                      <a:pt x="27" y="117"/>
                      <a:pt x="20" y="114"/>
                      <a:pt x="10" y="112"/>
                    </a:cubicBezTo>
                    <a:cubicBezTo>
                      <a:pt x="13" y="109"/>
                      <a:pt x="17" y="107"/>
                      <a:pt x="23" y="107"/>
                    </a:cubicBezTo>
                    <a:cubicBezTo>
                      <a:pt x="27" y="106"/>
                      <a:pt x="23" y="99"/>
                      <a:pt x="27" y="97"/>
                    </a:cubicBezTo>
                    <a:cubicBezTo>
                      <a:pt x="32" y="99"/>
                      <a:pt x="31" y="95"/>
                      <a:pt x="36" y="96"/>
                    </a:cubicBezTo>
                    <a:cubicBezTo>
                      <a:pt x="36" y="102"/>
                      <a:pt x="43" y="101"/>
                      <a:pt x="49" y="101"/>
                    </a:cubicBezTo>
                    <a:cubicBezTo>
                      <a:pt x="53" y="100"/>
                      <a:pt x="47" y="98"/>
                      <a:pt x="51" y="96"/>
                    </a:cubicBezTo>
                    <a:cubicBezTo>
                      <a:pt x="50" y="91"/>
                      <a:pt x="40" y="97"/>
                      <a:pt x="43" y="88"/>
                    </a:cubicBezTo>
                    <a:cubicBezTo>
                      <a:pt x="36" y="90"/>
                      <a:pt x="33" y="93"/>
                      <a:pt x="25" y="90"/>
                    </a:cubicBezTo>
                    <a:cubicBezTo>
                      <a:pt x="26" y="86"/>
                      <a:pt x="30" y="85"/>
                      <a:pt x="34" y="84"/>
                    </a:cubicBezTo>
                    <a:cubicBezTo>
                      <a:pt x="36" y="83"/>
                      <a:pt x="38" y="81"/>
                      <a:pt x="40" y="79"/>
                    </a:cubicBezTo>
                    <a:cubicBezTo>
                      <a:pt x="42" y="79"/>
                      <a:pt x="43" y="78"/>
                      <a:pt x="43" y="77"/>
                    </a:cubicBezTo>
                    <a:cubicBezTo>
                      <a:pt x="48" y="76"/>
                      <a:pt x="51" y="77"/>
                      <a:pt x="53" y="79"/>
                    </a:cubicBezTo>
                    <a:cubicBezTo>
                      <a:pt x="55" y="78"/>
                      <a:pt x="57" y="76"/>
                      <a:pt x="58" y="73"/>
                    </a:cubicBezTo>
                    <a:cubicBezTo>
                      <a:pt x="59" y="70"/>
                      <a:pt x="54" y="73"/>
                      <a:pt x="53" y="71"/>
                    </a:cubicBezTo>
                    <a:cubicBezTo>
                      <a:pt x="52" y="71"/>
                      <a:pt x="51" y="67"/>
                      <a:pt x="51" y="66"/>
                    </a:cubicBezTo>
                    <a:cubicBezTo>
                      <a:pt x="50" y="65"/>
                      <a:pt x="48" y="64"/>
                      <a:pt x="49" y="62"/>
                    </a:cubicBezTo>
                    <a:cubicBezTo>
                      <a:pt x="48" y="63"/>
                      <a:pt x="46" y="64"/>
                      <a:pt x="43" y="64"/>
                    </a:cubicBezTo>
                    <a:cubicBezTo>
                      <a:pt x="44" y="60"/>
                      <a:pt x="43" y="58"/>
                      <a:pt x="40" y="58"/>
                    </a:cubicBezTo>
                    <a:cubicBezTo>
                      <a:pt x="41" y="55"/>
                      <a:pt x="43" y="52"/>
                      <a:pt x="49" y="53"/>
                    </a:cubicBezTo>
                    <a:cubicBezTo>
                      <a:pt x="54" y="52"/>
                      <a:pt x="53" y="59"/>
                      <a:pt x="60" y="56"/>
                    </a:cubicBezTo>
                    <a:cubicBezTo>
                      <a:pt x="60" y="59"/>
                      <a:pt x="61" y="60"/>
                      <a:pt x="62" y="60"/>
                    </a:cubicBezTo>
                    <a:cubicBezTo>
                      <a:pt x="68" y="62"/>
                      <a:pt x="65" y="54"/>
                      <a:pt x="68" y="53"/>
                    </a:cubicBezTo>
                    <a:cubicBezTo>
                      <a:pt x="77" y="51"/>
                      <a:pt x="85" y="48"/>
                      <a:pt x="90" y="42"/>
                    </a:cubicBezTo>
                    <a:cubicBezTo>
                      <a:pt x="90" y="37"/>
                      <a:pt x="87" y="44"/>
                      <a:pt x="83" y="42"/>
                    </a:cubicBezTo>
                    <a:cubicBezTo>
                      <a:pt x="80" y="44"/>
                      <a:pt x="75" y="44"/>
                      <a:pt x="73" y="47"/>
                    </a:cubicBezTo>
                    <a:cubicBezTo>
                      <a:pt x="68" y="46"/>
                      <a:pt x="59" y="48"/>
                      <a:pt x="51" y="47"/>
                    </a:cubicBezTo>
                    <a:cubicBezTo>
                      <a:pt x="46" y="47"/>
                      <a:pt x="44" y="44"/>
                      <a:pt x="38" y="47"/>
                    </a:cubicBezTo>
                    <a:cubicBezTo>
                      <a:pt x="36" y="40"/>
                      <a:pt x="31" y="48"/>
                      <a:pt x="29" y="42"/>
                    </a:cubicBezTo>
                    <a:cubicBezTo>
                      <a:pt x="26" y="45"/>
                      <a:pt x="21" y="40"/>
                      <a:pt x="14" y="42"/>
                    </a:cubicBezTo>
                    <a:cubicBezTo>
                      <a:pt x="15" y="36"/>
                      <a:pt x="8" y="39"/>
                      <a:pt x="6" y="36"/>
                    </a:cubicBezTo>
                    <a:cubicBezTo>
                      <a:pt x="5" y="31"/>
                      <a:pt x="10" y="32"/>
                      <a:pt x="12" y="30"/>
                    </a:cubicBezTo>
                    <a:cubicBezTo>
                      <a:pt x="12" y="25"/>
                      <a:pt x="0" y="33"/>
                      <a:pt x="2" y="25"/>
                    </a:cubicBezTo>
                    <a:cubicBezTo>
                      <a:pt x="11" y="22"/>
                      <a:pt x="25" y="21"/>
                      <a:pt x="38" y="19"/>
                    </a:cubicBezTo>
                    <a:cubicBezTo>
                      <a:pt x="40" y="19"/>
                      <a:pt x="39" y="17"/>
                      <a:pt x="40" y="15"/>
                    </a:cubicBezTo>
                    <a:cubicBezTo>
                      <a:pt x="49" y="17"/>
                      <a:pt x="57" y="13"/>
                      <a:pt x="62" y="15"/>
                    </a:cubicBezTo>
                    <a:cubicBezTo>
                      <a:pt x="64" y="14"/>
                      <a:pt x="65" y="12"/>
                      <a:pt x="66" y="10"/>
                    </a:cubicBezTo>
                    <a:cubicBezTo>
                      <a:pt x="77" y="9"/>
                      <a:pt x="87" y="6"/>
                      <a:pt x="96" y="8"/>
                    </a:cubicBezTo>
                    <a:cubicBezTo>
                      <a:pt x="97" y="8"/>
                      <a:pt x="97" y="6"/>
                      <a:pt x="97" y="4"/>
                    </a:cubicBezTo>
                    <a:cubicBezTo>
                      <a:pt x="105" y="5"/>
                      <a:pt x="115" y="3"/>
                      <a:pt x="120" y="6"/>
                    </a:cubicBezTo>
                    <a:cubicBezTo>
                      <a:pt x="121" y="3"/>
                      <a:pt x="129" y="6"/>
                      <a:pt x="129" y="2"/>
                    </a:cubicBezTo>
                    <a:cubicBezTo>
                      <a:pt x="134" y="4"/>
                      <a:pt x="141" y="5"/>
                      <a:pt x="148" y="4"/>
                    </a:cubicBezTo>
                    <a:cubicBezTo>
                      <a:pt x="148" y="3"/>
                      <a:pt x="147" y="3"/>
                      <a:pt x="146" y="2"/>
                    </a:cubicBezTo>
                    <a:cubicBezTo>
                      <a:pt x="146" y="0"/>
                      <a:pt x="148" y="1"/>
                      <a:pt x="148" y="2"/>
                    </a:cubicBezTo>
                    <a:cubicBezTo>
                      <a:pt x="156" y="4"/>
                      <a:pt x="169" y="1"/>
                      <a:pt x="178" y="2"/>
                    </a:cubicBezTo>
                    <a:cubicBezTo>
                      <a:pt x="178" y="2"/>
                      <a:pt x="177" y="6"/>
                      <a:pt x="178" y="6"/>
                    </a:cubicBezTo>
                    <a:cubicBezTo>
                      <a:pt x="192" y="6"/>
                      <a:pt x="193" y="3"/>
                      <a:pt x="209" y="4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775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3" name="Freeform 83"/>
              <p:cNvSpPr/>
              <p:nvPr/>
            </p:nvSpPr>
            <p:spPr>
              <a:xfrm>
                <a:off x="5955742" y="531150"/>
                <a:ext cx="133075" cy="49028"/>
              </a:xfrm>
              <a:custGeom>
                <a:avLst/>
                <a:gdLst/>
                <a:ahLst/>
                <a:cxnLst/>
                <a:rect l="l" t="t" r="r" b="b"/>
                <a:pathLst>
                  <a:path w="64" h="24">
                    <a:moveTo>
                      <a:pt x="17" y="3"/>
                    </a:moveTo>
                    <a:cubicBezTo>
                      <a:pt x="19" y="3"/>
                      <a:pt x="18" y="5"/>
                      <a:pt x="17" y="5"/>
                    </a:cubicBezTo>
                    <a:cubicBezTo>
                      <a:pt x="16" y="9"/>
                      <a:pt x="25" y="4"/>
                      <a:pt x="22" y="10"/>
                    </a:cubicBezTo>
                    <a:cubicBezTo>
                      <a:pt x="26" y="11"/>
                      <a:pt x="25" y="7"/>
                      <a:pt x="28" y="7"/>
                    </a:cubicBezTo>
                    <a:cubicBezTo>
                      <a:pt x="32" y="11"/>
                      <a:pt x="36" y="3"/>
                      <a:pt x="37" y="10"/>
                    </a:cubicBezTo>
                    <a:cubicBezTo>
                      <a:pt x="42" y="9"/>
                      <a:pt x="49" y="8"/>
                      <a:pt x="54" y="7"/>
                    </a:cubicBezTo>
                    <a:cubicBezTo>
                      <a:pt x="53" y="12"/>
                      <a:pt x="63" y="5"/>
                      <a:pt x="61" y="10"/>
                    </a:cubicBezTo>
                    <a:cubicBezTo>
                      <a:pt x="64" y="16"/>
                      <a:pt x="50" y="14"/>
                      <a:pt x="58" y="18"/>
                    </a:cubicBezTo>
                    <a:cubicBezTo>
                      <a:pt x="56" y="22"/>
                      <a:pt x="46" y="19"/>
                      <a:pt x="41" y="20"/>
                    </a:cubicBezTo>
                    <a:cubicBezTo>
                      <a:pt x="37" y="20"/>
                      <a:pt x="33" y="22"/>
                      <a:pt x="30" y="24"/>
                    </a:cubicBezTo>
                    <a:cubicBezTo>
                      <a:pt x="22" y="20"/>
                      <a:pt x="15" y="17"/>
                      <a:pt x="11" y="10"/>
                    </a:cubicBezTo>
                    <a:cubicBezTo>
                      <a:pt x="8" y="9"/>
                      <a:pt x="1" y="13"/>
                      <a:pt x="2" y="9"/>
                    </a:cubicBezTo>
                    <a:cubicBezTo>
                      <a:pt x="0" y="0"/>
                      <a:pt x="16" y="9"/>
                      <a:pt x="17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4" name="Freeform 84"/>
              <p:cNvSpPr/>
              <p:nvPr/>
            </p:nvSpPr>
            <p:spPr>
              <a:xfrm>
                <a:off x="3864374" y="596988"/>
                <a:ext cx="63036" cy="19611"/>
              </a:xfrm>
              <a:custGeom>
                <a:avLst/>
                <a:gdLst/>
                <a:ahLst/>
                <a:cxnLst/>
                <a:rect l="l" t="t" r="r" b="b"/>
                <a:pathLst>
                  <a:path w="30" h="9">
                    <a:moveTo>
                      <a:pt x="28" y="1"/>
                    </a:moveTo>
                    <a:cubicBezTo>
                      <a:pt x="30" y="7"/>
                      <a:pt x="22" y="6"/>
                      <a:pt x="17" y="6"/>
                    </a:cubicBezTo>
                    <a:cubicBezTo>
                      <a:pt x="15" y="7"/>
                      <a:pt x="15" y="8"/>
                      <a:pt x="13" y="8"/>
                    </a:cubicBezTo>
                    <a:cubicBezTo>
                      <a:pt x="10" y="8"/>
                      <a:pt x="6" y="6"/>
                      <a:pt x="6" y="8"/>
                    </a:cubicBezTo>
                    <a:cubicBezTo>
                      <a:pt x="0" y="9"/>
                      <a:pt x="9" y="2"/>
                      <a:pt x="10" y="3"/>
                    </a:cubicBezTo>
                    <a:cubicBezTo>
                      <a:pt x="13" y="7"/>
                      <a:pt x="22" y="0"/>
                      <a:pt x="28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5" name="Freeform 85"/>
              <p:cNvSpPr/>
              <p:nvPr/>
            </p:nvSpPr>
            <p:spPr>
              <a:xfrm>
                <a:off x="4109511" y="596988"/>
                <a:ext cx="56031" cy="37822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>
                    <a:moveTo>
                      <a:pt x="13" y="1"/>
                    </a:moveTo>
                    <a:cubicBezTo>
                      <a:pt x="13" y="3"/>
                      <a:pt x="10" y="2"/>
                      <a:pt x="9" y="3"/>
                    </a:cubicBezTo>
                    <a:cubicBezTo>
                      <a:pt x="9" y="8"/>
                      <a:pt x="21" y="0"/>
                      <a:pt x="18" y="8"/>
                    </a:cubicBezTo>
                    <a:cubicBezTo>
                      <a:pt x="20" y="9"/>
                      <a:pt x="22" y="8"/>
                      <a:pt x="22" y="6"/>
                    </a:cubicBezTo>
                    <a:cubicBezTo>
                      <a:pt x="27" y="12"/>
                      <a:pt x="12" y="13"/>
                      <a:pt x="11" y="18"/>
                    </a:cubicBezTo>
                    <a:cubicBezTo>
                      <a:pt x="6" y="14"/>
                      <a:pt x="7" y="5"/>
                      <a:pt x="0" y="5"/>
                    </a:cubicBezTo>
                    <a:cubicBezTo>
                      <a:pt x="2" y="1"/>
                      <a:pt x="9" y="3"/>
                      <a:pt x="13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6" name="Freeform 86"/>
              <p:cNvSpPr/>
              <p:nvPr/>
            </p:nvSpPr>
            <p:spPr>
              <a:xfrm>
                <a:off x="5381422" y="639011"/>
                <a:ext cx="3276430" cy="2147400"/>
              </a:xfrm>
              <a:custGeom>
                <a:avLst/>
                <a:gdLst/>
                <a:ahLst/>
                <a:cxnLst/>
                <a:rect l="l" t="t" r="r" b="b"/>
                <a:pathLst>
                  <a:path w="1575" h="1033">
                    <a:moveTo>
                      <a:pt x="949" y="11"/>
                    </a:moveTo>
                    <a:cubicBezTo>
                      <a:pt x="949" y="13"/>
                      <a:pt x="952" y="12"/>
                      <a:pt x="954" y="13"/>
                    </a:cubicBezTo>
                    <a:cubicBezTo>
                      <a:pt x="954" y="15"/>
                      <a:pt x="951" y="14"/>
                      <a:pt x="949" y="14"/>
                    </a:cubicBezTo>
                    <a:cubicBezTo>
                      <a:pt x="957" y="22"/>
                      <a:pt x="965" y="11"/>
                      <a:pt x="979" y="14"/>
                    </a:cubicBezTo>
                    <a:cubicBezTo>
                      <a:pt x="982" y="19"/>
                      <a:pt x="987" y="22"/>
                      <a:pt x="993" y="24"/>
                    </a:cubicBezTo>
                    <a:cubicBezTo>
                      <a:pt x="994" y="26"/>
                      <a:pt x="993" y="29"/>
                      <a:pt x="993" y="31"/>
                    </a:cubicBezTo>
                    <a:cubicBezTo>
                      <a:pt x="994" y="33"/>
                      <a:pt x="998" y="33"/>
                      <a:pt x="997" y="37"/>
                    </a:cubicBezTo>
                    <a:cubicBezTo>
                      <a:pt x="993" y="36"/>
                      <a:pt x="994" y="39"/>
                      <a:pt x="993" y="42"/>
                    </a:cubicBezTo>
                    <a:cubicBezTo>
                      <a:pt x="992" y="41"/>
                      <a:pt x="989" y="40"/>
                      <a:pt x="986" y="40"/>
                    </a:cubicBezTo>
                    <a:cubicBezTo>
                      <a:pt x="983" y="41"/>
                      <a:pt x="986" y="43"/>
                      <a:pt x="984" y="44"/>
                    </a:cubicBezTo>
                    <a:cubicBezTo>
                      <a:pt x="983" y="45"/>
                      <a:pt x="982" y="42"/>
                      <a:pt x="980" y="42"/>
                    </a:cubicBezTo>
                    <a:cubicBezTo>
                      <a:pt x="979" y="43"/>
                      <a:pt x="975" y="46"/>
                      <a:pt x="969" y="44"/>
                    </a:cubicBezTo>
                    <a:cubicBezTo>
                      <a:pt x="967" y="44"/>
                      <a:pt x="968" y="47"/>
                      <a:pt x="967" y="48"/>
                    </a:cubicBezTo>
                    <a:cubicBezTo>
                      <a:pt x="967" y="48"/>
                      <a:pt x="964" y="47"/>
                      <a:pt x="964" y="48"/>
                    </a:cubicBezTo>
                    <a:cubicBezTo>
                      <a:pt x="963" y="50"/>
                      <a:pt x="967" y="51"/>
                      <a:pt x="964" y="55"/>
                    </a:cubicBezTo>
                    <a:cubicBezTo>
                      <a:pt x="963" y="52"/>
                      <a:pt x="954" y="56"/>
                      <a:pt x="958" y="57"/>
                    </a:cubicBezTo>
                    <a:cubicBezTo>
                      <a:pt x="954" y="61"/>
                      <a:pt x="948" y="59"/>
                      <a:pt x="943" y="61"/>
                    </a:cubicBezTo>
                    <a:cubicBezTo>
                      <a:pt x="940" y="62"/>
                      <a:pt x="938" y="67"/>
                      <a:pt x="934" y="67"/>
                    </a:cubicBezTo>
                    <a:cubicBezTo>
                      <a:pt x="934" y="69"/>
                      <a:pt x="934" y="72"/>
                      <a:pt x="932" y="72"/>
                    </a:cubicBezTo>
                    <a:cubicBezTo>
                      <a:pt x="933" y="75"/>
                      <a:pt x="934" y="72"/>
                      <a:pt x="936" y="72"/>
                    </a:cubicBezTo>
                    <a:cubicBezTo>
                      <a:pt x="941" y="72"/>
                      <a:pt x="943" y="68"/>
                      <a:pt x="947" y="67"/>
                    </a:cubicBezTo>
                    <a:cubicBezTo>
                      <a:pt x="950" y="66"/>
                      <a:pt x="950" y="69"/>
                      <a:pt x="952" y="68"/>
                    </a:cubicBezTo>
                    <a:cubicBezTo>
                      <a:pt x="955" y="68"/>
                      <a:pt x="955" y="65"/>
                      <a:pt x="956" y="65"/>
                    </a:cubicBezTo>
                    <a:cubicBezTo>
                      <a:pt x="960" y="63"/>
                      <a:pt x="965" y="65"/>
                      <a:pt x="969" y="63"/>
                    </a:cubicBezTo>
                    <a:cubicBezTo>
                      <a:pt x="972" y="62"/>
                      <a:pt x="968" y="60"/>
                      <a:pt x="971" y="59"/>
                    </a:cubicBezTo>
                    <a:cubicBezTo>
                      <a:pt x="972" y="59"/>
                      <a:pt x="974" y="60"/>
                      <a:pt x="975" y="59"/>
                    </a:cubicBezTo>
                    <a:cubicBezTo>
                      <a:pt x="975" y="59"/>
                      <a:pt x="976" y="55"/>
                      <a:pt x="977" y="55"/>
                    </a:cubicBezTo>
                    <a:cubicBezTo>
                      <a:pt x="977" y="55"/>
                      <a:pt x="982" y="57"/>
                      <a:pt x="984" y="57"/>
                    </a:cubicBezTo>
                    <a:cubicBezTo>
                      <a:pt x="989" y="57"/>
                      <a:pt x="989" y="56"/>
                      <a:pt x="993" y="55"/>
                    </a:cubicBezTo>
                    <a:cubicBezTo>
                      <a:pt x="993" y="57"/>
                      <a:pt x="993" y="59"/>
                      <a:pt x="993" y="61"/>
                    </a:cubicBezTo>
                    <a:cubicBezTo>
                      <a:pt x="996" y="59"/>
                      <a:pt x="997" y="59"/>
                      <a:pt x="997" y="63"/>
                    </a:cubicBezTo>
                    <a:cubicBezTo>
                      <a:pt x="1007" y="62"/>
                      <a:pt x="1023" y="64"/>
                      <a:pt x="1038" y="63"/>
                    </a:cubicBezTo>
                    <a:cubicBezTo>
                      <a:pt x="1037" y="71"/>
                      <a:pt x="1051" y="65"/>
                      <a:pt x="1049" y="74"/>
                    </a:cubicBezTo>
                    <a:cubicBezTo>
                      <a:pt x="1051" y="71"/>
                      <a:pt x="1054" y="74"/>
                      <a:pt x="1057" y="74"/>
                    </a:cubicBezTo>
                    <a:cubicBezTo>
                      <a:pt x="1062" y="74"/>
                      <a:pt x="1069" y="72"/>
                      <a:pt x="1072" y="74"/>
                    </a:cubicBezTo>
                    <a:cubicBezTo>
                      <a:pt x="1076" y="74"/>
                      <a:pt x="1072" y="66"/>
                      <a:pt x="1076" y="65"/>
                    </a:cubicBezTo>
                    <a:cubicBezTo>
                      <a:pt x="1082" y="66"/>
                      <a:pt x="1088" y="65"/>
                      <a:pt x="1094" y="67"/>
                    </a:cubicBezTo>
                    <a:cubicBezTo>
                      <a:pt x="1094" y="67"/>
                      <a:pt x="1094" y="68"/>
                      <a:pt x="1094" y="68"/>
                    </a:cubicBezTo>
                    <a:cubicBezTo>
                      <a:pt x="1097" y="69"/>
                      <a:pt x="1101" y="68"/>
                      <a:pt x="1103" y="68"/>
                    </a:cubicBezTo>
                    <a:cubicBezTo>
                      <a:pt x="1104" y="69"/>
                      <a:pt x="1105" y="72"/>
                      <a:pt x="1105" y="72"/>
                    </a:cubicBezTo>
                    <a:cubicBezTo>
                      <a:pt x="1108" y="74"/>
                      <a:pt x="1113" y="71"/>
                      <a:pt x="1115" y="74"/>
                    </a:cubicBezTo>
                    <a:cubicBezTo>
                      <a:pt x="1114" y="78"/>
                      <a:pt x="1114" y="82"/>
                      <a:pt x="1109" y="81"/>
                    </a:cubicBezTo>
                    <a:cubicBezTo>
                      <a:pt x="1109" y="85"/>
                      <a:pt x="1112" y="86"/>
                      <a:pt x="1117" y="85"/>
                    </a:cubicBezTo>
                    <a:cubicBezTo>
                      <a:pt x="1115" y="96"/>
                      <a:pt x="1124" y="97"/>
                      <a:pt x="1128" y="102"/>
                    </a:cubicBezTo>
                    <a:cubicBezTo>
                      <a:pt x="1131" y="100"/>
                      <a:pt x="1134" y="99"/>
                      <a:pt x="1137" y="96"/>
                    </a:cubicBezTo>
                    <a:cubicBezTo>
                      <a:pt x="1138" y="95"/>
                      <a:pt x="1138" y="92"/>
                      <a:pt x="1139" y="91"/>
                    </a:cubicBezTo>
                    <a:cubicBezTo>
                      <a:pt x="1140" y="90"/>
                      <a:pt x="1143" y="91"/>
                      <a:pt x="1143" y="89"/>
                    </a:cubicBezTo>
                    <a:cubicBezTo>
                      <a:pt x="1148" y="88"/>
                      <a:pt x="1146" y="93"/>
                      <a:pt x="1148" y="95"/>
                    </a:cubicBezTo>
                    <a:cubicBezTo>
                      <a:pt x="1153" y="95"/>
                      <a:pt x="1157" y="95"/>
                      <a:pt x="1161" y="95"/>
                    </a:cubicBezTo>
                    <a:cubicBezTo>
                      <a:pt x="1163" y="93"/>
                      <a:pt x="1168" y="94"/>
                      <a:pt x="1167" y="89"/>
                    </a:cubicBezTo>
                    <a:cubicBezTo>
                      <a:pt x="1173" y="91"/>
                      <a:pt x="1187" y="85"/>
                      <a:pt x="1187" y="93"/>
                    </a:cubicBezTo>
                    <a:cubicBezTo>
                      <a:pt x="1193" y="93"/>
                      <a:pt x="1191" y="86"/>
                      <a:pt x="1199" y="89"/>
                    </a:cubicBezTo>
                    <a:cubicBezTo>
                      <a:pt x="1198" y="87"/>
                      <a:pt x="1196" y="87"/>
                      <a:pt x="1195" y="87"/>
                    </a:cubicBezTo>
                    <a:cubicBezTo>
                      <a:pt x="1196" y="86"/>
                      <a:pt x="1196" y="82"/>
                      <a:pt x="1199" y="81"/>
                    </a:cubicBezTo>
                    <a:cubicBezTo>
                      <a:pt x="1204" y="82"/>
                      <a:pt x="1202" y="75"/>
                      <a:pt x="1210" y="78"/>
                    </a:cubicBezTo>
                    <a:cubicBezTo>
                      <a:pt x="1212" y="78"/>
                      <a:pt x="1210" y="75"/>
                      <a:pt x="1210" y="76"/>
                    </a:cubicBezTo>
                    <a:cubicBezTo>
                      <a:pt x="1213" y="72"/>
                      <a:pt x="1218" y="75"/>
                      <a:pt x="1225" y="74"/>
                    </a:cubicBezTo>
                    <a:cubicBezTo>
                      <a:pt x="1223" y="84"/>
                      <a:pt x="1235" y="71"/>
                      <a:pt x="1232" y="80"/>
                    </a:cubicBezTo>
                    <a:cubicBezTo>
                      <a:pt x="1240" y="81"/>
                      <a:pt x="1246" y="79"/>
                      <a:pt x="1253" y="78"/>
                    </a:cubicBezTo>
                    <a:cubicBezTo>
                      <a:pt x="1253" y="83"/>
                      <a:pt x="1245" y="79"/>
                      <a:pt x="1247" y="85"/>
                    </a:cubicBezTo>
                    <a:cubicBezTo>
                      <a:pt x="1248" y="89"/>
                      <a:pt x="1254" y="87"/>
                      <a:pt x="1258" y="87"/>
                    </a:cubicBezTo>
                    <a:cubicBezTo>
                      <a:pt x="1265" y="87"/>
                      <a:pt x="1271" y="87"/>
                      <a:pt x="1277" y="85"/>
                    </a:cubicBezTo>
                    <a:cubicBezTo>
                      <a:pt x="1278" y="92"/>
                      <a:pt x="1287" y="92"/>
                      <a:pt x="1290" y="98"/>
                    </a:cubicBezTo>
                    <a:cubicBezTo>
                      <a:pt x="1294" y="97"/>
                      <a:pt x="1296" y="100"/>
                      <a:pt x="1299" y="100"/>
                    </a:cubicBezTo>
                    <a:cubicBezTo>
                      <a:pt x="1311" y="101"/>
                      <a:pt x="1324" y="98"/>
                      <a:pt x="1335" y="100"/>
                    </a:cubicBezTo>
                    <a:cubicBezTo>
                      <a:pt x="1339" y="101"/>
                      <a:pt x="1343" y="106"/>
                      <a:pt x="1348" y="104"/>
                    </a:cubicBezTo>
                    <a:cubicBezTo>
                      <a:pt x="1347" y="107"/>
                      <a:pt x="1349" y="107"/>
                      <a:pt x="1351" y="108"/>
                    </a:cubicBezTo>
                    <a:cubicBezTo>
                      <a:pt x="1351" y="110"/>
                      <a:pt x="1351" y="113"/>
                      <a:pt x="1351" y="115"/>
                    </a:cubicBezTo>
                    <a:cubicBezTo>
                      <a:pt x="1351" y="118"/>
                      <a:pt x="1358" y="115"/>
                      <a:pt x="1359" y="117"/>
                    </a:cubicBezTo>
                    <a:cubicBezTo>
                      <a:pt x="1361" y="120"/>
                      <a:pt x="1360" y="116"/>
                      <a:pt x="1363" y="117"/>
                    </a:cubicBezTo>
                    <a:cubicBezTo>
                      <a:pt x="1363" y="117"/>
                      <a:pt x="1363" y="119"/>
                      <a:pt x="1364" y="119"/>
                    </a:cubicBezTo>
                    <a:cubicBezTo>
                      <a:pt x="1367" y="119"/>
                      <a:pt x="1387" y="121"/>
                      <a:pt x="1389" y="119"/>
                    </a:cubicBezTo>
                    <a:cubicBezTo>
                      <a:pt x="1389" y="119"/>
                      <a:pt x="1389" y="117"/>
                      <a:pt x="1389" y="117"/>
                    </a:cubicBezTo>
                    <a:cubicBezTo>
                      <a:pt x="1390" y="117"/>
                      <a:pt x="1394" y="119"/>
                      <a:pt x="1394" y="119"/>
                    </a:cubicBezTo>
                    <a:cubicBezTo>
                      <a:pt x="1396" y="117"/>
                      <a:pt x="1399" y="116"/>
                      <a:pt x="1400" y="119"/>
                    </a:cubicBezTo>
                    <a:cubicBezTo>
                      <a:pt x="1403" y="115"/>
                      <a:pt x="1409" y="115"/>
                      <a:pt x="1415" y="113"/>
                    </a:cubicBezTo>
                    <a:cubicBezTo>
                      <a:pt x="1414" y="119"/>
                      <a:pt x="1416" y="122"/>
                      <a:pt x="1417" y="126"/>
                    </a:cubicBezTo>
                    <a:cubicBezTo>
                      <a:pt x="1424" y="126"/>
                      <a:pt x="1427" y="130"/>
                      <a:pt x="1433" y="126"/>
                    </a:cubicBezTo>
                    <a:cubicBezTo>
                      <a:pt x="1434" y="123"/>
                      <a:pt x="1432" y="123"/>
                      <a:pt x="1430" y="122"/>
                    </a:cubicBezTo>
                    <a:cubicBezTo>
                      <a:pt x="1431" y="121"/>
                      <a:pt x="1432" y="118"/>
                      <a:pt x="1432" y="115"/>
                    </a:cubicBezTo>
                    <a:cubicBezTo>
                      <a:pt x="1436" y="111"/>
                      <a:pt x="1448" y="113"/>
                      <a:pt x="1450" y="117"/>
                    </a:cubicBezTo>
                    <a:cubicBezTo>
                      <a:pt x="1458" y="117"/>
                      <a:pt x="1466" y="116"/>
                      <a:pt x="1474" y="117"/>
                    </a:cubicBezTo>
                    <a:cubicBezTo>
                      <a:pt x="1477" y="117"/>
                      <a:pt x="1483" y="121"/>
                      <a:pt x="1484" y="117"/>
                    </a:cubicBezTo>
                    <a:cubicBezTo>
                      <a:pt x="1488" y="119"/>
                      <a:pt x="1487" y="121"/>
                      <a:pt x="1493" y="122"/>
                    </a:cubicBezTo>
                    <a:cubicBezTo>
                      <a:pt x="1495" y="123"/>
                      <a:pt x="1496" y="126"/>
                      <a:pt x="1497" y="126"/>
                    </a:cubicBezTo>
                    <a:cubicBezTo>
                      <a:pt x="1498" y="126"/>
                      <a:pt x="1499" y="125"/>
                      <a:pt x="1499" y="124"/>
                    </a:cubicBezTo>
                    <a:cubicBezTo>
                      <a:pt x="1501" y="125"/>
                      <a:pt x="1499" y="127"/>
                      <a:pt x="1500" y="128"/>
                    </a:cubicBezTo>
                    <a:cubicBezTo>
                      <a:pt x="1501" y="129"/>
                      <a:pt x="1504" y="127"/>
                      <a:pt x="1504" y="128"/>
                    </a:cubicBezTo>
                    <a:cubicBezTo>
                      <a:pt x="1505" y="129"/>
                      <a:pt x="1509" y="130"/>
                      <a:pt x="1514" y="132"/>
                    </a:cubicBezTo>
                    <a:cubicBezTo>
                      <a:pt x="1516" y="133"/>
                      <a:pt x="1521" y="134"/>
                      <a:pt x="1525" y="136"/>
                    </a:cubicBezTo>
                    <a:cubicBezTo>
                      <a:pt x="1526" y="136"/>
                      <a:pt x="1526" y="139"/>
                      <a:pt x="1527" y="139"/>
                    </a:cubicBezTo>
                    <a:cubicBezTo>
                      <a:pt x="1527" y="140"/>
                      <a:pt x="1530" y="139"/>
                      <a:pt x="1530" y="139"/>
                    </a:cubicBezTo>
                    <a:cubicBezTo>
                      <a:pt x="1531" y="140"/>
                      <a:pt x="1530" y="142"/>
                      <a:pt x="1530" y="143"/>
                    </a:cubicBezTo>
                    <a:cubicBezTo>
                      <a:pt x="1531" y="144"/>
                      <a:pt x="1534" y="142"/>
                      <a:pt x="1534" y="143"/>
                    </a:cubicBezTo>
                    <a:cubicBezTo>
                      <a:pt x="1535" y="145"/>
                      <a:pt x="1532" y="151"/>
                      <a:pt x="1540" y="149"/>
                    </a:cubicBezTo>
                    <a:cubicBezTo>
                      <a:pt x="1540" y="153"/>
                      <a:pt x="1540" y="157"/>
                      <a:pt x="1540" y="162"/>
                    </a:cubicBezTo>
                    <a:cubicBezTo>
                      <a:pt x="1546" y="161"/>
                      <a:pt x="1551" y="160"/>
                      <a:pt x="1553" y="154"/>
                    </a:cubicBezTo>
                    <a:cubicBezTo>
                      <a:pt x="1558" y="157"/>
                      <a:pt x="1565" y="156"/>
                      <a:pt x="1569" y="158"/>
                    </a:cubicBezTo>
                    <a:cubicBezTo>
                      <a:pt x="1570" y="158"/>
                      <a:pt x="1569" y="161"/>
                      <a:pt x="1569" y="162"/>
                    </a:cubicBezTo>
                    <a:cubicBezTo>
                      <a:pt x="1570" y="163"/>
                      <a:pt x="1574" y="161"/>
                      <a:pt x="1575" y="162"/>
                    </a:cubicBezTo>
                    <a:cubicBezTo>
                      <a:pt x="1574" y="164"/>
                      <a:pt x="1571" y="164"/>
                      <a:pt x="1571" y="167"/>
                    </a:cubicBezTo>
                    <a:cubicBezTo>
                      <a:pt x="1568" y="168"/>
                      <a:pt x="1568" y="165"/>
                      <a:pt x="1566" y="165"/>
                    </a:cubicBezTo>
                    <a:cubicBezTo>
                      <a:pt x="1564" y="167"/>
                      <a:pt x="1564" y="170"/>
                      <a:pt x="1560" y="169"/>
                    </a:cubicBezTo>
                    <a:cubicBezTo>
                      <a:pt x="1561" y="172"/>
                      <a:pt x="1566" y="171"/>
                      <a:pt x="1564" y="177"/>
                    </a:cubicBezTo>
                    <a:cubicBezTo>
                      <a:pt x="1557" y="171"/>
                      <a:pt x="1563" y="179"/>
                      <a:pt x="1558" y="180"/>
                    </a:cubicBezTo>
                    <a:cubicBezTo>
                      <a:pt x="1557" y="181"/>
                      <a:pt x="1555" y="182"/>
                      <a:pt x="1554" y="184"/>
                    </a:cubicBezTo>
                    <a:cubicBezTo>
                      <a:pt x="1552" y="184"/>
                      <a:pt x="1551" y="183"/>
                      <a:pt x="1549" y="182"/>
                    </a:cubicBezTo>
                    <a:cubicBezTo>
                      <a:pt x="1548" y="181"/>
                      <a:pt x="1546" y="179"/>
                      <a:pt x="1545" y="178"/>
                    </a:cubicBezTo>
                    <a:cubicBezTo>
                      <a:pt x="1542" y="177"/>
                      <a:pt x="1540" y="178"/>
                      <a:pt x="1538" y="177"/>
                    </a:cubicBezTo>
                    <a:cubicBezTo>
                      <a:pt x="1536" y="176"/>
                      <a:pt x="1535" y="173"/>
                      <a:pt x="1534" y="173"/>
                    </a:cubicBezTo>
                    <a:cubicBezTo>
                      <a:pt x="1532" y="172"/>
                      <a:pt x="1529" y="173"/>
                      <a:pt x="1527" y="173"/>
                    </a:cubicBezTo>
                    <a:cubicBezTo>
                      <a:pt x="1526" y="173"/>
                      <a:pt x="1526" y="171"/>
                      <a:pt x="1525" y="171"/>
                    </a:cubicBezTo>
                    <a:cubicBezTo>
                      <a:pt x="1522" y="171"/>
                      <a:pt x="1520" y="164"/>
                      <a:pt x="1517" y="169"/>
                    </a:cubicBezTo>
                    <a:cubicBezTo>
                      <a:pt x="1515" y="169"/>
                      <a:pt x="1516" y="166"/>
                      <a:pt x="1515" y="163"/>
                    </a:cubicBezTo>
                    <a:cubicBezTo>
                      <a:pt x="1512" y="163"/>
                      <a:pt x="1508" y="163"/>
                      <a:pt x="1504" y="163"/>
                    </a:cubicBezTo>
                    <a:cubicBezTo>
                      <a:pt x="1500" y="164"/>
                      <a:pt x="1504" y="168"/>
                      <a:pt x="1504" y="167"/>
                    </a:cubicBezTo>
                    <a:cubicBezTo>
                      <a:pt x="1504" y="170"/>
                      <a:pt x="1500" y="170"/>
                      <a:pt x="1500" y="175"/>
                    </a:cubicBezTo>
                    <a:cubicBezTo>
                      <a:pt x="1492" y="174"/>
                      <a:pt x="1491" y="180"/>
                      <a:pt x="1482" y="178"/>
                    </a:cubicBezTo>
                    <a:cubicBezTo>
                      <a:pt x="1480" y="180"/>
                      <a:pt x="1480" y="183"/>
                      <a:pt x="1476" y="182"/>
                    </a:cubicBezTo>
                    <a:cubicBezTo>
                      <a:pt x="1477" y="185"/>
                      <a:pt x="1481" y="184"/>
                      <a:pt x="1484" y="184"/>
                    </a:cubicBezTo>
                    <a:cubicBezTo>
                      <a:pt x="1486" y="185"/>
                      <a:pt x="1487" y="187"/>
                      <a:pt x="1489" y="188"/>
                    </a:cubicBezTo>
                    <a:cubicBezTo>
                      <a:pt x="1488" y="194"/>
                      <a:pt x="1488" y="192"/>
                      <a:pt x="1491" y="195"/>
                    </a:cubicBezTo>
                    <a:cubicBezTo>
                      <a:pt x="1493" y="199"/>
                      <a:pt x="1498" y="200"/>
                      <a:pt x="1500" y="203"/>
                    </a:cubicBezTo>
                    <a:cubicBezTo>
                      <a:pt x="1500" y="203"/>
                      <a:pt x="1495" y="208"/>
                      <a:pt x="1495" y="208"/>
                    </a:cubicBezTo>
                    <a:cubicBezTo>
                      <a:pt x="1490" y="209"/>
                      <a:pt x="1490" y="204"/>
                      <a:pt x="1487" y="204"/>
                    </a:cubicBezTo>
                    <a:cubicBezTo>
                      <a:pt x="1488" y="204"/>
                      <a:pt x="1490" y="208"/>
                      <a:pt x="1487" y="208"/>
                    </a:cubicBezTo>
                    <a:cubicBezTo>
                      <a:pt x="1482" y="209"/>
                      <a:pt x="1473" y="208"/>
                      <a:pt x="1467" y="210"/>
                    </a:cubicBezTo>
                    <a:cubicBezTo>
                      <a:pt x="1464" y="211"/>
                      <a:pt x="1457" y="213"/>
                      <a:pt x="1458" y="218"/>
                    </a:cubicBezTo>
                    <a:cubicBezTo>
                      <a:pt x="1449" y="216"/>
                      <a:pt x="1448" y="222"/>
                      <a:pt x="1443" y="223"/>
                    </a:cubicBezTo>
                    <a:cubicBezTo>
                      <a:pt x="1441" y="225"/>
                      <a:pt x="1441" y="226"/>
                      <a:pt x="1439" y="227"/>
                    </a:cubicBezTo>
                    <a:cubicBezTo>
                      <a:pt x="1438" y="228"/>
                      <a:pt x="1435" y="231"/>
                      <a:pt x="1433" y="231"/>
                    </a:cubicBezTo>
                    <a:cubicBezTo>
                      <a:pt x="1432" y="231"/>
                      <a:pt x="1430" y="233"/>
                      <a:pt x="1430" y="234"/>
                    </a:cubicBezTo>
                    <a:cubicBezTo>
                      <a:pt x="1424" y="233"/>
                      <a:pt x="1414" y="237"/>
                      <a:pt x="1411" y="232"/>
                    </a:cubicBezTo>
                    <a:cubicBezTo>
                      <a:pt x="1409" y="234"/>
                      <a:pt x="1404" y="233"/>
                      <a:pt x="1405" y="238"/>
                    </a:cubicBezTo>
                    <a:cubicBezTo>
                      <a:pt x="1395" y="239"/>
                      <a:pt x="1394" y="239"/>
                      <a:pt x="1383" y="238"/>
                    </a:cubicBezTo>
                    <a:cubicBezTo>
                      <a:pt x="1382" y="238"/>
                      <a:pt x="1381" y="240"/>
                      <a:pt x="1379" y="240"/>
                    </a:cubicBezTo>
                    <a:cubicBezTo>
                      <a:pt x="1378" y="241"/>
                      <a:pt x="1374" y="242"/>
                      <a:pt x="1374" y="246"/>
                    </a:cubicBezTo>
                    <a:cubicBezTo>
                      <a:pt x="1373" y="251"/>
                      <a:pt x="1365" y="248"/>
                      <a:pt x="1366" y="257"/>
                    </a:cubicBezTo>
                    <a:cubicBezTo>
                      <a:pt x="1365" y="263"/>
                      <a:pt x="1371" y="262"/>
                      <a:pt x="1374" y="264"/>
                    </a:cubicBezTo>
                    <a:cubicBezTo>
                      <a:pt x="1373" y="269"/>
                      <a:pt x="1372" y="274"/>
                      <a:pt x="1366" y="273"/>
                    </a:cubicBezTo>
                    <a:cubicBezTo>
                      <a:pt x="1367" y="277"/>
                      <a:pt x="1366" y="279"/>
                      <a:pt x="1363" y="279"/>
                    </a:cubicBezTo>
                    <a:cubicBezTo>
                      <a:pt x="1363" y="282"/>
                      <a:pt x="1363" y="284"/>
                      <a:pt x="1363" y="287"/>
                    </a:cubicBezTo>
                    <a:cubicBezTo>
                      <a:pt x="1363" y="289"/>
                      <a:pt x="1366" y="285"/>
                      <a:pt x="1366" y="288"/>
                    </a:cubicBezTo>
                    <a:cubicBezTo>
                      <a:pt x="1368" y="292"/>
                      <a:pt x="1364" y="291"/>
                      <a:pt x="1363" y="292"/>
                    </a:cubicBezTo>
                    <a:cubicBezTo>
                      <a:pt x="1362" y="293"/>
                      <a:pt x="1361" y="297"/>
                      <a:pt x="1361" y="298"/>
                    </a:cubicBezTo>
                    <a:cubicBezTo>
                      <a:pt x="1359" y="299"/>
                      <a:pt x="1353" y="298"/>
                      <a:pt x="1351" y="300"/>
                    </a:cubicBezTo>
                    <a:cubicBezTo>
                      <a:pt x="1350" y="301"/>
                      <a:pt x="1353" y="306"/>
                      <a:pt x="1351" y="307"/>
                    </a:cubicBezTo>
                    <a:cubicBezTo>
                      <a:pt x="1350" y="308"/>
                      <a:pt x="1350" y="303"/>
                      <a:pt x="1350" y="303"/>
                    </a:cubicBezTo>
                    <a:cubicBezTo>
                      <a:pt x="1348" y="303"/>
                      <a:pt x="1344" y="304"/>
                      <a:pt x="1348" y="313"/>
                    </a:cubicBezTo>
                    <a:cubicBezTo>
                      <a:pt x="1344" y="311"/>
                      <a:pt x="1345" y="315"/>
                      <a:pt x="1344" y="316"/>
                    </a:cubicBezTo>
                    <a:cubicBezTo>
                      <a:pt x="1343" y="317"/>
                      <a:pt x="1341" y="316"/>
                      <a:pt x="1340" y="316"/>
                    </a:cubicBezTo>
                    <a:cubicBezTo>
                      <a:pt x="1339" y="317"/>
                      <a:pt x="1340" y="322"/>
                      <a:pt x="1336" y="320"/>
                    </a:cubicBezTo>
                    <a:cubicBezTo>
                      <a:pt x="1337" y="323"/>
                      <a:pt x="1334" y="324"/>
                      <a:pt x="1335" y="328"/>
                    </a:cubicBezTo>
                    <a:cubicBezTo>
                      <a:pt x="1332" y="328"/>
                      <a:pt x="1327" y="327"/>
                      <a:pt x="1327" y="329"/>
                    </a:cubicBezTo>
                    <a:cubicBezTo>
                      <a:pt x="1325" y="329"/>
                      <a:pt x="1328" y="327"/>
                      <a:pt x="1327" y="324"/>
                    </a:cubicBezTo>
                    <a:cubicBezTo>
                      <a:pt x="1327" y="324"/>
                      <a:pt x="1325" y="323"/>
                      <a:pt x="1325" y="322"/>
                    </a:cubicBezTo>
                    <a:cubicBezTo>
                      <a:pt x="1325" y="321"/>
                      <a:pt x="1325" y="319"/>
                      <a:pt x="1325" y="318"/>
                    </a:cubicBezTo>
                    <a:cubicBezTo>
                      <a:pt x="1324" y="317"/>
                      <a:pt x="1323" y="315"/>
                      <a:pt x="1322" y="314"/>
                    </a:cubicBezTo>
                    <a:cubicBezTo>
                      <a:pt x="1321" y="314"/>
                      <a:pt x="1320" y="312"/>
                      <a:pt x="1318" y="313"/>
                    </a:cubicBezTo>
                    <a:cubicBezTo>
                      <a:pt x="1320" y="310"/>
                      <a:pt x="1320" y="305"/>
                      <a:pt x="1320" y="301"/>
                    </a:cubicBezTo>
                    <a:cubicBezTo>
                      <a:pt x="1320" y="298"/>
                      <a:pt x="1318" y="298"/>
                      <a:pt x="1318" y="296"/>
                    </a:cubicBezTo>
                    <a:cubicBezTo>
                      <a:pt x="1317" y="289"/>
                      <a:pt x="1320" y="281"/>
                      <a:pt x="1318" y="275"/>
                    </a:cubicBezTo>
                    <a:cubicBezTo>
                      <a:pt x="1325" y="281"/>
                      <a:pt x="1319" y="272"/>
                      <a:pt x="1322" y="268"/>
                    </a:cubicBezTo>
                    <a:cubicBezTo>
                      <a:pt x="1322" y="267"/>
                      <a:pt x="1324" y="274"/>
                      <a:pt x="1325" y="270"/>
                    </a:cubicBezTo>
                    <a:cubicBezTo>
                      <a:pt x="1325" y="269"/>
                      <a:pt x="1325" y="267"/>
                      <a:pt x="1325" y="266"/>
                    </a:cubicBezTo>
                    <a:cubicBezTo>
                      <a:pt x="1327" y="263"/>
                      <a:pt x="1335" y="258"/>
                      <a:pt x="1336" y="257"/>
                    </a:cubicBezTo>
                    <a:cubicBezTo>
                      <a:pt x="1336" y="257"/>
                      <a:pt x="1340" y="256"/>
                      <a:pt x="1338" y="255"/>
                    </a:cubicBezTo>
                    <a:cubicBezTo>
                      <a:pt x="1336" y="253"/>
                      <a:pt x="1339" y="253"/>
                      <a:pt x="1342" y="253"/>
                    </a:cubicBezTo>
                    <a:cubicBezTo>
                      <a:pt x="1345" y="251"/>
                      <a:pt x="1346" y="248"/>
                      <a:pt x="1346" y="244"/>
                    </a:cubicBezTo>
                    <a:cubicBezTo>
                      <a:pt x="1346" y="243"/>
                      <a:pt x="1352" y="241"/>
                      <a:pt x="1351" y="240"/>
                    </a:cubicBezTo>
                    <a:cubicBezTo>
                      <a:pt x="1351" y="240"/>
                      <a:pt x="1350" y="240"/>
                      <a:pt x="1350" y="240"/>
                    </a:cubicBezTo>
                    <a:cubicBezTo>
                      <a:pt x="1350" y="240"/>
                      <a:pt x="1351" y="236"/>
                      <a:pt x="1351" y="236"/>
                    </a:cubicBezTo>
                    <a:cubicBezTo>
                      <a:pt x="1353" y="236"/>
                      <a:pt x="1356" y="241"/>
                      <a:pt x="1355" y="232"/>
                    </a:cubicBezTo>
                    <a:cubicBezTo>
                      <a:pt x="1358" y="232"/>
                      <a:pt x="1362" y="232"/>
                      <a:pt x="1364" y="231"/>
                    </a:cubicBezTo>
                    <a:cubicBezTo>
                      <a:pt x="1365" y="230"/>
                      <a:pt x="1366" y="227"/>
                      <a:pt x="1366" y="227"/>
                    </a:cubicBezTo>
                    <a:cubicBezTo>
                      <a:pt x="1367" y="226"/>
                      <a:pt x="1369" y="227"/>
                      <a:pt x="1370" y="227"/>
                    </a:cubicBezTo>
                    <a:cubicBezTo>
                      <a:pt x="1371" y="226"/>
                      <a:pt x="1373" y="224"/>
                      <a:pt x="1374" y="223"/>
                    </a:cubicBezTo>
                    <a:cubicBezTo>
                      <a:pt x="1375" y="222"/>
                      <a:pt x="1375" y="223"/>
                      <a:pt x="1376" y="221"/>
                    </a:cubicBezTo>
                    <a:cubicBezTo>
                      <a:pt x="1376" y="219"/>
                      <a:pt x="1378" y="214"/>
                      <a:pt x="1381" y="218"/>
                    </a:cubicBezTo>
                    <a:cubicBezTo>
                      <a:pt x="1381" y="214"/>
                      <a:pt x="1381" y="211"/>
                      <a:pt x="1381" y="208"/>
                    </a:cubicBezTo>
                    <a:cubicBezTo>
                      <a:pt x="1377" y="208"/>
                      <a:pt x="1374" y="209"/>
                      <a:pt x="1372" y="210"/>
                    </a:cubicBezTo>
                    <a:cubicBezTo>
                      <a:pt x="1371" y="211"/>
                      <a:pt x="1369" y="213"/>
                      <a:pt x="1368" y="214"/>
                    </a:cubicBezTo>
                    <a:cubicBezTo>
                      <a:pt x="1367" y="215"/>
                      <a:pt x="1366" y="214"/>
                      <a:pt x="1366" y="216"/>
                    </a:cubicBezTo>
                    <a:cubicBezTo>
                      <a:pt x="1366" y="219"/>
                      <a:pt x="1359" y="218"/>
                      <a:pt x="1359" y="223"/>
                    </a:cubicBezTo>
                    <a:cubicBezTo>
                      <a:pt x="1355" y="223"/>
                      <a:pt x="1353" y="224"/>
                      <a:pt x="1353" y="227"/>
                    </a:cubicBezTo>
                    <a:cubicBezTo>
                      <a:pt x="1351" y="227"/>
                      <a:pt x="1352" y="224"/>
                      <a:pt x="1351" y="223"/>
                    </a:cubicBezTo>
                    <a:cubicBezTo>
                      <a:pt x="1351" y="223"/>
                      <a:pt x="1348" y="224"/>
                      <a:pt x="1348" y="223"/>
                    </a:cubicBezTo>
                    <a:cubicBezTo>
                      <a:pt x="1347" y="222"/>
                      <a:pt x="1348" y="219"/>
                      <a:pt x="1348" y="218"/>
                    </a:cubicBezTo>
                    <a:cubicBezTo>
                      <a:pt x="1340" y="219"/>
                      <a:pt x="1335" y="216"/>
                      <a:pt x="1329" y="218"/>
                    </a:cubicBezTo>
                    <a:cubicBezTo>
                      <a:pt x="1327" y="218"/>
                      <a:pt x="1329" y="220"/>
                      <a:pt x="1327" y="221"/>
                    </a:cubicBezTo>
                    <a:cubicBezTo>
                      <a:pt x="1325" y="223"/>
                      <a:pt x="1322" y="222"/>
                      <a:pt x="1320" y="223"/>
                    </a:cubicBezTo>
                    <a:cubicBezTo>
                      <a:pt x="1316" y="225"/>
                      <a:pt x="1316" y="226"/>
                      <a:pt x="1314" y="229"/>
                    </a:cubicBezTo>
                    <a:cubicBezTo>
                      <a:pt x="1313" y="230"/>
                      <a:pt x="1312" y="233"/>
                      <a:pt x="1308" y="232"/>
                    </a:cubicBezTo>
                    <a:cubicBezTo>
                      <a:pt x="1307" y="238"/>
                      <a:pt x="1311" y="237"/>
                      <a:pt x="1310" y="242"/>
                    </a:cubicBezTo>
                    <a:cubicBezTo>
                      <a:pt x="1308" y="243"/>
                      <a:pt x="1307" y="244"/>
                      <a:pt x="1307" y="247"/>
                    </a:cubicBezTo>
                    <a:cubicBezTo>
                      <a:pt x="1299" y="246"/>
                      <a:pt x="1297" y="250"/>
                      <a:pt x="1290" y="249"/>
                    </a:cubicBezTo>
                    <a:cubicBezTo>
                      <a:pt x="1288" y="247"/>
                      <a:pt x="1289" y="246"/>
                      <a:pt x="1290" y="244"/>
                    </a:cubicBezTo>
                    <a:cubicBezTo>
                      <a:pt x="1287" y="244"/>
                      <a:pt x="1286" y="242"/>
                      <a:pt x="1286" y="240"/>
                    </a:cubicBezTo>
                    <a:cubicBezTo>
                      <a:pt x="1283" y="240"/>
                      <a:pt x="1279" y="241"/>
                      <a:pt x="1279" y="238"/>
                    </a:cubicBezTo>
                    <a:cubicBezTo>
                      <a:pt x="1270" y="243"/>
                      <a:pt x="1259" y="246"/>
                      <a:pt x="1247" y="247"/>
                    </a:cubicBezTo>
                    <a:cubicBezTo>
                      <a:pt x="1246" y="244"/>
                      <a:pt x="1241" y="246"/>
                      <a:pt x="1243" y="240"/>
                    </a:cubicBezTo>
                    <a:cubicBezTo>
                      <a:pt x="1241" y="240"/>
                      <a:pt x="1238" y="240"/>
                      <a:pt x="1236" y="240"/>
                    </a:cubicBezTo>
                    <a:cubicBezTo>
                      <a:pt x="1228" y="242"/>
                      <a:pt x="1222" y="244"/>
                      <a:pt x="1215" y="247"/>
                    </a:cubicBezTo>
                    <a:cubicBezTo>
                      <a:pt x="1210" y="250"/>
                      <a:pt x="1206" y="255"/>
                      <a:pt x="1200" y="257"/>
                    </a:cubicBezTo>
                    <a:cubicBezTo>
                      <a:pt x="1201" y="260"/>
                      <a:pt x="1200" y="263"/>
                      <a:pt x="1197" y="262"/>
                    </a:cubicBezTo>
                    <a:cubicBezTo>
                      <a:pt x="1198" y="268"/>
                      <a:pt x="1194" y="267"/>
                      <a:pt x="1195" y="272"/>
                    </a:cubicBezTo>
                    <a:cubicBezTo>
                      <a:pt x="1191" y="268"/>
                      <a:pt x="1187" y="279"/>
                      <a:pt x="1185" y="277"/>
                    </a:cubicBezTo>
                    <a:cubicBezTo>
                      <a:pt x="1182" y="274"/>
                      <a:pt x="1185" y="279"/>
                      <a:pt x="1180" y="279"/>
                    </a:cubicBezTo>
                    <a:cubicBezTo>
                      <a:pt x="1177" y="279"/>
                      <a:pt x="1176" y="280"/>
                      <a:pt x="1176" y="283"/>
                    </a:cubicBezTo>
                    <a:cubicBezTo>
                      <a:pt x="1167" y="280"/>
                      <a:pt x="1170" y="289"/>
                      <a:pt x="1163" y="288"/>
                    </a:cubicBezTo>
                    <a:cubicBezTo>
                      <a:pt x="1164" y="290"/>
                      <a:pt x="1169" y="298"/>
                      <a:pt x="1171" y="294"/>
                    </a:cubicBezTo>
                    <a:cubicBezTo>
                      <a:pt x="1173" y="295"/>
                      <a:pt x="1172" y="299"/>
                      <a:pt x="1172" y="301"/>
                    </a:cubicBezTo>
                    <a:cubicBezTo>
                      <a:pt x="1175" y="300"/>
                      <a:pt x="1178" y="303"/>
                      <a:pt x="1178" y="303"/>
                    </a:cubicBezTo>
                    <a:cubicBezTo>
                      <a:pt x="1180" y="303"/>
                      <a:pt x="1182" y="301"/>
                      <a:pt x="1185" y="301"/>
                    </a:cubicBezTo>
                    <a:cubicBezTo>
                      <a:pt x="1186" y="302"/>
                      <a:pt x="1188" y="303"/>
                      <a:pt x="1187" y="303"/>
                    </a:cubicBezTo>
                    <a:cubicBezTo>
                      <a:pt x="1190" y="303"/>
                      <a:pt x="1192" y="298"/>
                      <a:pt x="1193" y="301"/>
                    </a:cubicBezTo>
                    <a:cubicBezTo>
                      <a:pt x="1195" y="301"/>
                      <a:pt x="1194" y="299"/>
                      <a:pt x="1195" y="298"/>
                    </a:cubicBezTo>
                    <a:cubicBezTo>
                      <a:pt x="1198" y="299"/>
                      <a:pt x="1198" y="312"/>
                      <a:pt x="1202" y="305"/>
                    </a:cubicBezTo>
                    <a:cubicBezTo>
                      <a:pt x="1207" y="304"/>
                      <a:pt x="1201" y="314"/>
                      <a:pt x="1208" y="311"/>
                    </a:cubicBezTo>
                    <a:cubicBezTo>
                      <a:pt x="1208" y="313"/>
                      <a:pt x="1205" y="312"/>
                      <a:pt x="1204" y="313"/>
                    </a:cubicBezTo>
                    <a:cubicBezTo>
                      <a:pt x="1204" y="313"/>
                      <a:pt x="1207" y="318"/>
                      <a:pt x="1206" y="320"/>
                    </a:cubicBezTo>
                    <a:cubicBezTo>
                      <a:pt x="1206" y="321"/>
                      <a:pt x="1204" y="320"/>
                      <a:pt x="1204" y="322"/>
                    </a:cubicBezTo>
                    <a:cubicBezTo>
                      <a:pt x="1204" y="323"/>
                      <a:pt x="1202" y="324"/>
                      <a:pt x="1202" y="326"/>
                    </a:cubicBezTo>
                    <a:cubicBezTo>
                      <a:pt x="1201" y="332"/>
                      <a:pt x="1205" y="342"/>
                      <a:pt x="1199" y="337"/>
                    </a:cubicBezTo>
                    <a:cubicBezTo>
                      <a:pt x="1200" y="353"/>
                      <a:pt x="1193" y="361"/>
                      <a:pt x="1189" y="372"/>
                    </a:cubicBezTo>
                    <a:cubicBezTo>
                      <a:pt x="1187" y="374"/>
                      <a:pt x="1186" y="373"/>
                      <a:pt x="1184" y="372"/>
                    </a:cubicBezTo>
                    <a:cubicBezTo>
                      <a:pt x="1183" y="374"/>
                      <a:pt x="1184" y="376"/>
                      <a:pt x="1184" y="378"/>
                    </a:cubicBezTo>
                    <a:cubicBezTo>
                      <a:pt x="1183" y="380"/>
                      <a:pt x="1180" y="378"/>
                      <a:pt x="1178" y="380"/>
                    </a:cubicBezTo>
                    <a:cubicBezTo>
                      <a:pt x="1177" y="380"/>
                      <a:pt x="1179" y="383"/>
                      <a:pt x="1178" y="383"/>
                    </a:cubicBezTo>
                    <a:cubicBezTo>
                      <a:pt x="1177" y="384"/>
                      <a:pt x="1175" y="383"/>
                      <a:pt x="1174" y="383"/>
                    </a:cubicBezTo>
                    <a:cubicBezTo>
                      <a:pt x="1173" y="385"/>
                      <a:pt x="1176" y="386"/>
                      <a:pt x="1176" y="385"/>
                    </a:cubicBezTo>
                    <a:cubicBezTo>
                      <a:pt x="1175" y="387"/>
                      <a:pt x="1172" y="387"/>
                      <a:pt x="1171" y="389"/>
                    </a:cubicBezTo>
                    <a:cubicBezTo>
                      <a:pt x="1170" y="390"/>
                      <a:pt x="1170" y="393"/>
                      <a:pt x="1169" y="395"/>
                    </a:cubicBezTo>
                    <a:cubicBezTo>
                      <a:pt x="1167" y="396"/>
                      <a:pt x="1165" y="395"/>
                      <a:pt x="1163" y="396"/>
                    </a:cubicBezTo>
                    <a:cubicBezTo>
                      <a:pt x="1161" y="398"/>
                      <a:pt x="1163" y="400"/>
                      <a:pt x="1161" y="402"/>
                    </a:cubicBezTo>
                    <a:cubicBezTo>
                      <a:pt x="1161" y="403"/>
                      <a:pt x="1158" y="401"/>
                      <a:pt x="1158" y="402"/>
                    </a:cubicBezTo>
                    <a:cubicBezTo>
                      <a:pt x="1157" y="402"/>
                      <a:pt x="1157" y="407"/>
                      <a:pt x="1156" y="406"/>
                    </a:cubicBezTo>
                    <a:cubicBezTo>
                      <a:pt x="1154" y="404"/>
                      <a:pt x="1152" y="404"/>
                      <a:pt x="1152" y="410"/>
                    </a:cubicBezTo>
                    <a:cubicBezTo>
                      <a:pt x="1143" y="411"/>
                      <a:pt x="1143" y="410"/>
                      <a:pt x="1133" y="410"/>
                    </a:cubicBezTo>
                    <a:cubicBezTo>
                      <a:pt x="1133" y="411"/>
                      <a:pt x="1126" y="414"/>
                      <a:pt x="1130" y="415"/>
                    </a:cubicBezTo>
                    <a:cubicBezTo>
                      <a:pt x="1131" y="419"/>
                      <a:pt x="1117" y="416"/>
                      <a:pt x="1124" y="419"/>
                    </a:cubicBezTo>
                    <a:cubicBezTo>
                      <a:pt x="1123" y="421"/>
                      <a:pt x="1120" y="421"/>
                      <a:pt x="1120" y="419"/>
                    </a:cubicBezTo>
                    <a:cubicBezTo>
                      <a:pt x="1115" y="423"/>
                      <a:pt x="1118" y="427"/>
                      <a:pt x="1118" y="434"/>
                    </a:cubicBezTo>
                    <a:cubicBezTo>
                      <a:pt x="1113" y="435"/>
                      <a:pt x="1115" y="435"/>
                      <a:pt x="1109" y="434"/>
                    </a:cubicBezTo>
                    <a:cubicBezTo>
                      <a:pt x="1111" y="436"/>
                      <a:pt x="1111" y="438"/>
                      <a:pt x="1107" y="438"/>
                    </a:cubicBezTo>
                    <a:cubicBezTo>
                      <a:pt x="1107" y="441"/>
                      <a:pt x="1109" y="457"/>
                      <a:pt x="1111" y="452"/>
                    </a:cubicBezTo>
                    <a:cubicBezTo>
                      <a:pt x="1115" y="452"/>
                      <a:pt x="1111" y="467"/>
                      <a:pt x="1117" y="467"/>
                    </a:cubicBezTo>
                    <a:cubicBezTo>
                      <a:pt x="1121" y="468"/>
                      <a:pt x="1115" y="473"/>
                      <a:pt x="1120" y="475"/>
                    </a:cubicBezTo>
                    <a:cubicBezTo>
                      <a:pt x="1119" y="475"/>
                      <a:pt x="1119" y="478"/>
                      <a:pt x="1118" y="479"/>
                    </a:cubicBezTo>
                    <a:cubicBezTo>
                      <a:pt x="1116" y="479"/>
                      <a:pt x="1114" y="477"/>
                      <a:pt x="1115" y="477"/>
                    </a:cubicBezTo>
                    <a:cubicBezTo>
                      <a:pt x="1113" y="478"/>
                      <a:pt x="1114" y="479"/>
                      <a:pt x="1113" y="480"/>
                    </a:cubicBezTo>
                    <a:cubicBezTo>
                      <a:pt x="1112" y="481"/>
                      <a:pt x="1109" y="480"/>
                      <a:pt x="1107" y="480"/>
                    </a:cubicBezTo>
                    <a:cubicBezTo>
                      <a:pt x="1103" y="482"/>
                      <a:pt x="1098" y="486"/>
                      <a:pt x="1094" y="482"/>
                    </a:cubicBezTo>
                    <a:cubicBezTo>
                      <a:pt x="1093" y="478"/>
                      <a:pt x="1096" y="477"/>
                      <a:pt x="1096" y="475"/>
                    </a:cubicBezTo>
                    <a:cubicBezTo>
                      <a:pt x="1097" y="471"/>
                      <a:pt x="1094" y="465"/>
                      <a:pt x="1098" y="464"/>
                    </a:cubicBezTo>
                    <a:cubicBezTo>
                      <a:pt x="1097" y="461"/>
                      <a:pt x="1092" y="462"/>
                      <a:pt x="1094" y="456"/>
                    </a:cubicBezTo>
                    <a:cubicBezTo>
                      <a:pt x="1090" y="454"/>
                      <a:pt x="1087" y="457"/>
                      <a:pt x="1083" y="452"/>
                    </a:cubicBezTo>
                    <a:cubicBezTo>
                      <a:pt x="1082" y="447"/>
                      <a:pt x="1089" y="450"/>
                      <a:pt x="1087" y="443"/>
                    </a:cubicBezTo>
                    <a:cubicBezTo>
                      <a:pt x="1086" y="441"/>
                      <a:pt x="1085" y="442"/>
                      <a:pt x="1085" y="443"/>
                    </a:cubicBezTo>
                    <a:cubicBezTo>
                      <a:pt x="1082" y="443"/>
                      <a:pt x="1082" y="441"/>
                      <a:pt x="1081" y="439"/>
                    </a:cubicBezTo>
                    <a:cubicBezTo>
                      <a:pt x="1080" y="438"/>
                      <a:pt x="1078" y="438"/>
                      <a:pt x="1077" y="436"/>
                    </a:cubicBezTo>
                    <a:cubicBezTo>
                      <a:pt x="1076" y="437"/>
                      <a:pt x="1074" y="438"/>
                      <a:pt x="1072" y="438"/>
                    </a:cubicBezTo>
                    <a:cubicBezTo>
                      <a:pt x="1070" y="438"/>
                      <a:pt x="1071" y="439"/>
                      <a:pt x="1072" y="439"/>
                    </a:cubicBezTo>
                    <a:cubicBezTo>
                      <a:pt x="1072" y="445"/>
                      <a:pt x="1067" y="435"/>
                      <a:pt x="1068" y="443"/>
                    </a:cubicBezTo>
                    <a:cubicBezTo>
                      <a:pt x="1063" y="439"/>
                      <a:pt x="1063" y="447"/>
                      <a:pt x="1057" y="443"/>
                    </a:cubicBezTo>
                    <a:cubicBezTo>
                      <a:pt x="1062" y="439"/>
                      <a:pt x="1057" y="436"/>
                      <a:pt x="1062" y="432"/>
                    </a:cubicBezTo>
                    <a:cubicBezTo>
                      <a:pt x="1066" y="430"/>
                      <a:pt x="1053" y="431"/>
                      <a:pt x="1053" y="434"/>
                    </a:cubicBezTo>
                    <a:cubicBezTo>
                      <a:pt x="1053" y="438"/>
                      <a:pt x="1050" y="432"/>
                      <a:pt x="1051" y="432"/>
                    </a:cubicBezTo>
                    <a:cubicBezTo>
                      <a:pt x="1048" y="433"/>
                      <a:pt x="1049" y="437"/>
                      <a:pt x="1046" y="438"/>
                    </a:cubicBezTo>
                    <a:cubicBezTo>
                      <a:pt x="1045" y="438"/>
                      <a:pt x="1041" y="440"/>
                      <a:pt x="1040" y="441"/>
                    </a:cubicBezTo>
                    <a:cubicBezTo>
                      <a:pt x="1039" y="442"/>
                      <a:pt x="1038" y="443"/>
                      <a:pt x="1038" y="445"/>
                    </a:cubicBezTo>
                    <a:cubicBezTo>
                      <a:pt x="1031" y="444"/>
                      <a:pt x="1033" y="444"/>
                      <a:pt x="1025" y="445"/>
                    </a:cubicBezTo>
                    <a:cubicBezTo>
                      <a:pt x="1027" y="445"/>
                      <a:pt x="1026" y="450"/>
                      <a:pt x="1027" y="451"/>
                    </a:cubicBezTo>
                    <a:cubicBezTo>
                      <a:pt x="1028" y="451"/>
                      <a:pt x="1031" y="450"/>
                      <a:pt x="1033" y="451"/>
                    </a:cubicBezTo>
                    <a:cubicBezTo>
                      <a:pt x="1033" y="451"/>
                      <a:pt x="1032" y="454"/>
                      <a:pt x="1033" y="454"/>
                    </a:cubicBezTo>
                    <a:cubicBezTo>
                      <a:pt x="1033" y="455"/>
                      <a:pt x="1037" y="454"/>
                      <a:pt x="1038" y="454"/>
                    </a:cubicBezTo>
                    <a:cubicBezTo>
                      <a:pt x="1039" y="455"/>
                      <a:pt x="1038" y="458"/>
                      <a:pt x="1038" y="458"/>
                    </a:cubicBezTo>
                    <a:cubicBezTo>
                      <a:pt x="1040" y="459"/>
                      <a:pt x="1043" y="458"/>
                      <a:pt x="1044" y="460"/>
                    </a:cubicBezTo>
                    <a:cubicBezTo>
                      <a:pt x="1046" y="459"/>
                      <a:pt x="1045" y="456"/>
                      <a:pt x="1048" y="456"/>
                    </a:cubicBezTo>
                    <a:cubicBezTo>
                      <a:pt x="1055" y="455"/>
                      <a:pt x="1061" y="457"/>
                      <a:pt x="1061" y="464"/>
                    </a:cubicBezTo>
                    <a:cubicBezTo>
                      <a:pt x="1058" y="466"/>
                      <a:pt x="1054" y="466"/>
                      <a:pt x="1051" y="464"/>
                    </a:cubicBezTo>
                    <a:cubicBezTo>
                      <a:pt x="1050" y="466"/>
                      <a:pt x="1049" y="469"/>
                      <a:pt x="1049" y="473"/>
                    </a:cubicBezTo>
                    <a:cubicBezTo>
                      <a:pt x="1046" y="472"/>
                      <a:pt x="1046" y="475"/>
                      <a:pt x="1048" y="475"/>
                    </a:cubicBezTo>
                    <a:cubicBezTo>
                      <a:pt x="1047" y="477"/>
                      <a:pt x="1043" y="476"/>
                      <a:pt x="1040" y="477"/>
                    </a:cubicBezTo>
                    <a:cubicBezTo>
                      <a:pt x="1043" y="483"/>
                      <a:pt x="1049" y="486"/>
                      <a:pt x="1049" y="495"/>
                    </a:cubicBezTo>
                    <a:cubicBezTo>
                      <a:pt x="1054" y="490"/>
                      <a:pt x="1051" y="494"/>
                      <a:pt x="1055" y="497"/>
                    </a:cubicBezTo>
                    <a:cubicBezTo>
                      <a:pt x="1054" y="504"/>
                      <a:pt x="1057" y="514"/>
                      <a:pt x="1053" y="518"/>
                    </a:cubicBezTo>
                    <a:cubicBezTo>
                      <a:pt x="1056" y="522"/>
                      <a:pt x="1058" y="528"/>
                      <a:pt x="1057" y="536"/>
                    </a:cubicBezTo>
                    <a:cubicBezTo>
                      <a:pt x="1051" y="532"/>
                      <a:pt x="1054" y="545"/>
                      <a:pt x="1051" y="542"/>
                    </a:cubicBezTo>
                    <a:cubicBezTo>
                      <a:pt x="1049" y="539"/>
                      <a:pt x="1051" y="542"/>
                      <a:pt x="1049" y="544"/>
                    </a:cubicBezTo>
                    <a:cubicBezTo>
                      <a:pt x="1048" y="545"/>
                      <a:pt x="1044" y="545"/>
                      <a:pt x="1046" y="551"/>
                    </a:cubicBezTo>
                    <a:cubicBezTo>
                      <a:pt x="1040" y="549"/>
                      <a:pt x="1044" y="557"/>
                      <a:pt x="1038" y="555"/>
                    </a:cubicBezTo>
                    <a:cubicBezTo>
                      <a:pt x="1043" y="559"/>
                      <a:pt x="1030" y="562"/>
                      <a:pt x="1033" y="564"/>
                    </a:cubicBezTo>
                    <a:cubicBezTo>
                      <a:pt x="1036" y="567"/>
                      <a:pt x="1032" y="565"/>
                      <a:pt x="1029" y="568"/>
                    </a:cubicBezTo>
                    <a:cubicBezTo>
                      <a:pt x="1028" y="569"/>
                      <a:pt x="1028" y="572"/>
                      <a:pt x="1027" y="574"/>
                    </a:cubicBezTo>
                    <a:cubicBezTo>
                      <a:pt x="1027" y="574"/>
                      <a:pt x="1024" y="573"/>
                      <a:pt x="1023" y="574"/>
                    </a:cubicBezTo>
                    <a:cubicBezTo>
                      <a:pt x="1023" y="574"/>
                      <a:pt x="1024" y="577"/>
                      <a:pt x="1023" y="577"/>
                    </a:cubicBezTo>
                    <a:cubicBezTo>
                      <a:pt x="1022" y="579"/>
                      <a:pt x="1016" y="576"/>
                      <a:pt x="1018" y="581"/>
                    </a:cubicBezTo>
                    <a:cubicBezTo>
                      <a:pt x="1006" y="582"/>
                      <a:pt x="1008" y="583"/>
                      <a:pt x="995" y="581"/>
                    </a:cubicBezTo>
                    <a:cubicBezTo>
                      <a:pt x="993" y="581"/>
                      <a:pt x="994" y="584"/>
                      <a:pt x="993" y="587"/>
                    </a:cubicBezTo>
                    <a:cubicBezTo>
                      <a:pt x="989" y="583"/>
                      <a:pt x="983" y="591"/>
                      <a:pt x="982" y="590"/>
                    </a:cubicBezTo>
                    <a:cubicBezTo>
                      <a:pt x="979" y="587"/>
                      <a:pt x="982" y="592"/>
                      <a:pt x="975" y="592"/>
                    </a:cubicBezTo>
                    <a:cubicBezTo>
                      <a:pt x="972" y="593"/>
                      <a:pt x="976" y="595"/>
                      <a:pt x="973" y="596"/>
                    </a:cubicBezTo>
                    <a:cubicBezTo>
                      <a:pt x="969" y="600"/>
                      <a:pt x="967" y="593"/>
                      <a:pt x="962" y="592"/>
                    </a:cubicBezTo>
                    <a:cubicBezTo>
                      <a:pt x="956" y="591"/>
                      <a:pt x="955" y="594"/>
                      <a:pt x="951" y="594"/>
                    </a:cubicBezTo>
                    <a:cubicBezTo>
                      <a:pt x="948" y="595"/>
                      <a:pt x="947" y="598"/>
                      <a:pt x="947" y="602"/>
                    </a:cubicBezTo>
                    <a:cubicBezTo>
                      <a:pt x="941" y="600"/>
                      <a:pt x="941" y="604"/>
                      <a:pt x="938" y="605"/>
                    </a:cubicBezTo>
                    <a:cubicBezTo>
                      <a:pt x="936" y="610"/>
                      <a:pt x="941" y="609"/>
                      <a:pt x="941" y="613"/>
                    </a:cubicBezTo>
                    <a:cubicBezTo>
                      <a:pt x="941" y="615"/>
                      <a:pt x="941" y="616"/>
                      <a:pt x="943" y="616"/>
                    </a:cubicBezTo>
                    <a:cubicBezTo>
                      <a:pt x="946" y="617"/>
                      <a:pt x="944" y="619"/>
                      <a:pt x="945" y="620"/>
                    </a:cubicBezTo>
                    <a:cubicBezTo>
                      <a:pt x="946" y="622"/>
                      <a:pt x="949" y="621"/>
                      <a:pt x="951" y="622"/>
                    </a:cubicBezTo>
                    <a:cubicBezTo>
                      <a:pt x="951" y="622"/>
                      <a:pt x="950" y="625"/>
                      <a:pt x="951" y="626"/>
                    </a:cubicBezTo>
                    <a:cubicBezTo>
                      <a:pt x="951" y="626"/>
                      <a:pt x="954" y="625"/>
                      <a:pt x="954" y="626"/>
                    </a:cubicBezTo>
                    <a:cubicBezTo>
                      <a:pt x="956" y="627"/>
                      <a:pt x="956" y="632"/>
                      <a:pt x="958" y="635"/>
                    </a:cubicBezTo>
                    <a:cubicBezTo>
                      <a:pt x="959" y="637"/>
                      <a:pt x="964" y="641"/>
                      <a:pt x="964" y="641"/>
                    </a:cubicBezTo>
                    <a:cubicBezTo>
                      <a:pt x="964" y="643"/>
                      <a:pt x="963" y="646"/>
                      <a:pt x="964" y="648"/>
                    </a:cubicBezTo>
                    <a:cubicBezTo>
                      <a:pt x="964" y="651"/>
                      <a:pt x="966" y="652"/>
                      <a:pt x="965" y="656"/>
                    </a:cubicBezTo>
                    <a:cubicBezTo>
                      <a:pt x="965" y="659"/>
                      <a:pt x="964" y="659"/>
                      <a:pt x="964" y="661"/>
                    </a:cubicBezTo>
                    <a:cubicBezTo>
                      <a:pt x="963" y="665"/>
                      <a:pt x="965" y="668"/>
                      <a:pt x="960" y="665"/>
                    </a:cubicBezTo>
                    <a:cubicBezTo>
                      <a:pt x="963" y="672"/>
                      <a:pt x="955" y="668"/>
                      <a:pt x="956" y="674"/>
                    </a:cubicBezTo>
                    <a:cubicBezTo>
                      <a:pt x="949" y="672"/>
                      <a:pt x="950" y="678"/>
                      <a:pt x="945" y="678"/>
                    </a:cubicBezTo>
                    <a:cubicBezTo>
                      <a:pt x="943" y="677"/>
                      <a:pt x="944" y="681"/>
                      <a:pt x="943" y="682"/>
                    </a:cubicBezTo>
                    <a:cubicBezTo>
                      <a:pt x="943" y="682"/>
                      <a:pt x="938" y="682"/>
                      <a:pt x="939" y="684"/>
                    </a:cubicBezTo>
                    <a:cubicBezTo>
                      <a:pt x="941" y="685"/>
                      <a:pt x="941" y="684"/>
                      <a:pt x="939" y="685"/>
                    </a:cubicBezTo>
                    <a:cubicBezTo>
                      <a:pt x="938" y="687"/>
                      <a:pt x="937" y="689"/>
                      <a:pt x="934" y="689"/>
                    </a:cubicBezTo>
                    <a:cubicBezTo>
                      <a:pt x="936" y="680"/>
                      <a:pt x="930" y="688"/>
                      <a:pt x="930" y="684"/>
                    </a:cubicBezTo>
                    <a:cubicBezTo>
                      <a:pt x="930" y="682"/>
                      <a:pt x="929" y="678"/>
                      <a:pt x="926" y="676"/>
                    </a:cubicBezTo>
                    <a:cubicBezTo>
                      <a:pt x="926" y="675"/>
                      <a:pt x="923" y="677"/>
                      <a:pt x="923" y="676"/>
                    </a:cubicBezTo>
                    <a:cubicBezTo>
                      <a:pt x="922" y="675"/>
                      <a:pt x="923" y="673"/>
                      <a:pt x="923" y="672"/>
                    </a:cubicBezTo>
                    <a:cubicBezTo>
                      <a:pt x="921" y="671"/>
                      <a:pt x="916" y="672"/>
                      <a:pt x="915" y="670"/>
                    </a:cubicBezTo>
                    <a:cubicBezTo>
                      <a:pt x="915" y="670"/>
                      <a:pt x="916" y="667"/>
                      <a:pt x="915" y="667"/>
                    </a:cubicBezTo>
                    <a:cubicBezTo>
                      <a:pt x="914" y="666"/>
                      <a:pt x="911" y="667"/>
                      <a:pt x="910" y="667"/>
                    </a:cubicBezTo>
                    <a:cubicBezTo>
                      <a:pt x="908" y="667"/>
                      <a:pt x="909" y="662"/>
                      <a:pt x="908" y="661"/>
                    </a:cubicBezTo>
                    <a:cubicBezTo>
                      <a:pt x="907" y="661"/>
                      <a:pt x="905" y="662"/>
                      <a:pt x="906" y="663"/>
                    </a:cubicBezTo>
                    <a:cubicBezTo>
                      <a:pt x="902" y="659"/>
                      <a:pt x="904" y="659"/>
                      <a:pt x="900" y="656"/>
                    </a:cubicBezTo>
                    <a:cubicBezTo>
                      <a:pt x="895" y="653"/>
                      <a:pt x="896" y="662"/>
                      <a:pt x="895" y="665"/>
                    </a:cubicBezTo>
                    <a:cubicBezTo>
                      <a:pt x="894" y="666"/>
                      <a:pt x="891" y="666"/>
                      <a:pt x="891" y="667"/>
                    </a:cubicBezTo>
                    <a:cubicBezTo>
                      <a:pt x="890" y="670"/>
                      <a:pt x="892" y="675"/>
                      <a:pt x="889" y="678"/>
                    </a:cubicBezTo>
                    <a:cubicBezTo>
                      <a:pt x="890" y="679"/>
                      <a:pt x="891" y="681"/>
                      <a:pt x="891" y="684"/>
                    </a:cubicBezTo>
                    <a:cubicBezTo>
                      <a:pt x="892" y="686"/>
                      <a:pt x="894" y="688"/>
                      <a:pt x="895" y="685"/>
                    </a:cubicBezTo>
                    <a:cubicBezTo>
                      <a:pt x="899" y="690"/>
                      <a:pt x="897" y="692"/>
                      <a:pt x="897" y="698"/>
                    </a:cubicBezTo>
                    <a:cubicBezTo>
                      <a:pt x="897" y="700"/>
                      <a:pt x="898" y="700"/>
                      <a:pt x="898" y="702"/>
                    </a:cubicBezTo>
                    <a:cubicBezTo>
                      <a:pt x="900" y="703"/>
                      <a:pt x="901" y="705"/>
                      <a:pt x="902" y="706"/>
                    </a:cubicBezTo>
                    <a:cubicBezTo>
                      <a:pt x="905" y="708"/>
                      <a:pt x="908" y="709"/>
                      <a:pt x="911" y="711"/>
                    </a:cubicBezTo>
                    <a:cubicBezTo>
                      <a:pt x="913" y="712"/>
                      <a:pt x="911" y="713"/>
                      <a:pt x="913" y="713"/>
                    </a:cubicBezTo>
                    <a:cubicBezTo>
                      <a:pt x="915" y="713"/>
                      <a:pt x="915" y="716"/>
                      <a:pt x="915" y="717"/>
                    </a:cubicBezTo>
                    <a:cubicBezTo>
                      <a:pt x="916" y="719"/>
                      <a:pt x="918" y="717"/>
                      <a:pt x="919" y="719"/>
                    </a:cubicBezTo>
                    <a:cubicBezTo>
                      <a:pt x="920" y="721"/>
                      <a:pt x="918" y="724"/>
                      <a:pt x="919" y="726"/>
                    </a:cubicBezTo>
                    <a:cubicBezTo>
                      <a:pt x="919" y="727"/>
                      <a:pt x="923" y="730"/>
                      <a:pt x="923" y="730"/>
                    </a:cubicBezTo>
                    <a:cubicBezTo>
                      <a:pt x="923" y="732"/>
                      <a:pt x="918" y="737"/>
                      <a:pt x="925" y="738"/>
                    </a:cubicBezTo>
                    <a:cubicBezTo>
                      <a:pt x="924" y="742"/>
                      <a:pt x="920" y="740"/>
                      <a:pt x="917" y="739"/>
                    </a:cubicBezTo>
                    <a:cubicBezTo>
                      <a:pt x="914" y="739"/>
                      <a:pt x="909" y="739"/>
                      <a:pt x="908" y="738"/>
                    </a:cubicBezTo>
                    <a:cubicBezTo>
                      <a:pt x="908" y="738"/>
                      <a:pt x="910" y="729"/>
                      <a:pt x="906" y="736"/>
                    </a:cubicBezTo>
                    <a:cubicBezTo>
                      <a:pt x="902" y="734"/>
                      <a:pt x="904" y="729"/>
                      <a:pt x="902" y="726"/>
                    </a:cubicBezTo>
                    <a:cubicBezTo>
                      <a:pt x="901" y="724"/>
                      <a:pt x="899" y="724"/>
                      <a:pt x="897" y="721"/>
                    </a:cubicBezTo>
                    <a:cubicBezTo>
                      <a:pt x="896" y="718"/>
                      <a:pt x="896" y="716"/>
                      <a:pt x="898" y="715"/>
                    </a:cubicBezTo>
                    <a:cubicBezTo>
                      <a:pt x="895" y="712"/>
                      <a:pt x="894" y="706"/>
                      <a:pt x="889" y="704"/>
                    </a:cubicBezTo>
                    <a:cubicBezTo>
                      <a:pt x="889" y="701"/>
                      <a:pt x="886" y="699"/>
                      <a:pt x="889" y="698"/>
                    </a:cubicBezTo>
                    <a:cubicBezTo>
                      <a:pt x="888" y="697"/>
                      <a:pt x="886" y="696"/>
                      <a:pt x="883" y="695"/>
                    </a:cubicBezTo>
                    <a:cubicBezTo>
                      <a:pt x="884" y="692"/>
                      <a:pt x="884" y="689"/>
                      <a:pt x="882" y="689"/>
                    </a:cubicBezTo>
                    <a:cubicBezTo>
                      <a:pt x="881" y="685"/>
                      <a:pt x="883" y="684"/>
                      <a:pt x="883" y="682"/>
                    </a:cubicBezTo>
                    <a:cubicBezTo>
                      <a:pt x="884" y="678"/>
                      <a:pt x="882" y="677"/>
                      <a:pt x="880" y="676"/>
                    </a:cubicBezTo>
                    <a:cubicBezTo>
                      <a:pt x="881" y="674"/>
                      <a:pt x="882" y="673"/>
                      <a:pt x="880" y="672"/>
                    </a:cubicBezTo>
                    <a:cubicBezTo>
                      <a:pt x="880" y="670"/>
                      <a:pt x="884" y="671"/>
                      <a:pt x="887" y="670"/>
                    </a:cubicBezTo>
                    <a:cubicBezTo>
                      <a:pt x="887" y="669"/>
                      <a:pt x="885" y="669"/>
                      <a:pt x="885" y="667"/>
                    </a:cubicBezTo>
                    <a:cubicBezTo>
                      <a:pt x="885" y="665"/>
                      <a:pt x="888" y="665"/>
                      <a:pt x="887" y="663"/>
                    </a:cubicBezTo>
                    <a:cubicBezTo>
                      <a:pt x="887" y="660"/>
                      <a:pt x="884" y="657"/>
                      <a:pt x="883" y="654"/>
                    </a:cubicBezTo>
                    <a:cubicBezTo>
                      <a:pt x="883" y="650"/>
                      <a:pt x="884" y="645"/>
                      <a:pt x="883" y="643"/>
                    </a:cubicBezTo>
                    <a:cubicBezTo>
                      <a:pt x="883" y="640"/>
                      <a:pt x="881" y="640"/>
                      <a:pt x="880" y="639"/>
                    </a:cubicBezTo>
                    <a:cubicBezTo>
                      <a:pt x="879" y="637"/>
                      <a:pt x="879" y="635"/>
                      <a:pt x="878" y="633"/>
                    </a:cubicBezTo>
                    <a:cubicBezTo>
                      <a:pt x="876" y="630"/>
                      <a:pt x="875" y="627"/>
                      <a:pt x="872" y="626"/>
                    </a:cubicBezTo>
                    <a:cubicBezTo>
                      <a:pt x="866" y="625"/>
                      <a:pt x="870" y="632"/>
                      <a:pt x="865" y="628"/>
                    </a:cubicBezTo>
                    <a:cubicBezTo>
                      <a:pt x="862" y="628"/>
                      <a:pt x="864" y="632"/>
                      <a:pt x="863" y="633"/>
                    </a:cubicBezTo>
                    <a:cubicBezTo>
                      <a:pt x="863" y="634"/>
                      <a:pt x="860" y="633"/>
                      <a:pt x="859" y="633"/>
                    </a:cubicBezTo>
                    <a:cubicBezTo>
                      <a:pt x="858" y="634"/>
                      <a:pt x="860" y="637"/>
                      <a:pt x="857" y="637"/>
                    </a:cubicBezTo>
                    <a:cubicBezTo>
                      <a:pt x="853" y="637"/>
                      <a:pt x="853" y="636"/>
                      <a:pt x="852" y="631"/>
                    </a:cubicBezTo>
                    <a:cubicBezTo>
                      <a:pt x="851" y="630"/>
                      <a:pt x="850" y="630"/>
                      <a:pt x="850" y="629"/>
                    </a:cubicBezTo>
                    <a:cubicBezTo>
                      <a:pt x="849" y="627"/>
                      <a:pt x="852" y="627"/>
                      <a:pt x="852" y="626"/>
                    </a:cubicBezTo>
                    <a:cubicBezTo>
                      <a:pt x="852" y="624"/>
                      <a:pt x="847" y="616"/>
                      <a:pt x="852" y="613"/>
                    </a:cubicBezTo>
                    <a:cubicBezTo>
                      <a:pt x="850" y="611"/>
                      <a:pt x="847" y="609"/>
                      <a:pt x="848" y="602"/>
                    </a:cubicBezTo>
                    <a:cubicBezTo>
                      <a:pt x="846" y="602"/>
                      <a:pt x="847" y="604"/>
                      <a:pt x="846" y="605"/>
                    </a:cubicBezTo>
                    <a:cubicBezTo>
                      <a:pt x="843" y="604"/>
                      <a:pt x="845" y="597"/>
                      <a:pt x="843" y="594"/>
                    </a:cubicBezTo>
                    <a:cubicBezTo>
                      <a:pt x="841" y="593"/>
                      <a:pt x="840" y="592"/>
                      <a:pt x="839" y="590"/>
                    </a:cubicBezTo>
                    <a:cubicBezTo>
                      <a:pt x="838" y="589"/>
                      <a:pt x="838" y="587"/>
                      <a:pt x="837" y="587"/>
                    </a:cubicBezTo>
                    <a:cubicBezTo>
                      <a:pt x="835" y="585"/>
                      <a:pt x="830" y="585"/>
                      <a:pt x="831" y="581"/>
                    </a:cubicBezTo>
                    <a:cubicBezTo>
                      <a:pt x="825" y="580"/>
                      <a:pt x="823" y="584"/>
                      <a:pt x="820" y="587"/>
                    </a:cubicBezTo>
                    <a:cubicBezTo>
                      <a:pt x="817" y="586"/>
                      <a:pt x="815" y="586"/>
                      <a:pt x="815" y="588"/>
                    </a:cubicBezTo>
                    <a:cubicBezTo>
                      <a:pt x="810" y="588"/>
                      <a:pt x="806" y="588"/>
                      <a:pt x="801" y="588"/>
                    </a:cubicBezTo>
                    <a:cubicBezTo>
                      <a:pt x="801" y="590"/>
                      <a:pt x="799" y="591"/>
                      <a:pt x="798" y="592"/>
                    </a:cubicBezTo>
                    <a:cubicBezTo>
                      <a:pt x="797" y="593"/>
                      <a:pt x="796" y="592"/>
                      <a:pt x="796" y="594"/>
                    </a:cubicBezTo>
                    <a:cubicBezTo>
                      <a:pt x="796" y="596"/>
                      <a:pt x="791" y="597"/>
                      <a:pt x="790" y="598"/>
                    </a:cubicBezTo>
                    <a:cubicBezTo>
                      <a:pt x="786" y="601"/>
                      <a:pt x="783" y="608"/>
                      <a:pt x="775" y="611"/>
                    </a:cubicBezTo>
                    <a:cubicBezTo>
                      <a:pt x="771" y="614"/>
                      <a:pt x="770" y="621"/>
                      <a:pt x="762" y="622"/>
                    </a:cubicBezTo>
                    <a:cubicBezTo>
                      <a:pt x="765" y="625"/>
                      <a:pt x="764" y="626"/>
                      <a:pt x="759" y="626"/>
                    </a:cubicBezTo>
                    <a:cubicBezTo>
                      <a:pt x="758" y="628"/>
                      <a:pt x="759" y="629"/>
                      <a:pt x="760" y="629"/>
                    </a:cubicBezTo>
                    <a:cubicBezTo>
                      <a:pt x="760" y="632"/>
                      <a:pt x="757" y="631"/>
                      <a:pt x="757" y="629"/>
                    </a:cubicBezTo>
                    <a:cubicBezTo>
                      <a:pt x="754" y="630"/>
                      <a:pt x="755" y="635"/>
                      <a:pt x="749" y="633"/>
                    </a:cubicBezTo>
                    <a:cubicBezTo>
                      <a:pt x="747" y="634"/>
                      <a:pt x="747" y="637"/>
                      <a:pt x="744" y="637"/>
                    </a:cubicBezTo>
                    <a:cubicBezTo>
                      <a:pt x="743" y="640"/>
                      <a:pt x="746" y="640"/>
                      <a:pt x="746" y="643"/>
                    </a:cubicBezTo>
                    <a:cubicBezTo>
                      <a:pt x="745" y="646"/>
                      <a:pt x="743" y="651"/>
                      <a:pt x="742" y="657"/>
                    </a:cubicBezTo>
                    <a:cubicBezTo>
                      <a:pt x="741" y="666"/>
                      <a:pt x="742" y="675"/>
                      <a:pt x="740" y="678"/>
                    </a:cubicBezTo>
                    <a:cubicBezTo>
                      <a:pt x="740" y="678"/>
                      <a:pt x="737" y="677"/>
                      <a:pt x="736" y="678"/>
                    </a:cubicBezTo>
                    <a:cubicBezTo>
                      <a:pt x="735" y="679"/>
                      <a:pt x="736" y="684"/>
                      <a:pt x="734" y="685"/>
                    </a:cubicBezTo>
                    <a:cubicBezTo>
                      <a:pt x="733" y="687"/>
                      <a:pt x="729" y="686"/>
                      <a:pt x="727" y="687"/>
                    </a:cubicBezTo>
                    <a:cubicBezTo>
                      <a:pt x="725" y="688"/>
                      <a:pt x="725" y="692"/>
                      <a:pt x="721" y="691"/>
                    </a:cubicBezTo>
                    <a:cubicBezTo>
                      <a:pt x="717" y="686"/>
                      <a:pt x="714" y="680"/>
                      <a:pt x="712" y="672"/>
                    </a:cubicBezTo>
                    <a:cubicBezTo>
                      <a:pt x="711" y="672"/>
                      <a:pt x="710" y="670"/>
                      <a:pt x="708" y="669"/>
                    </a:cubicBezTo>
                    <a:cubicBezTo>
                      <a:pt x="707" y="668"/>
                      <a:pt x="707" y="666"/>
                      <a:pt x="705" y="667"/>
                    </a:cubicBezTo>
                    <a:cubicBezTo>
                      <a:pt x="703" y="661"/>
                      <a:pt x="707" y="661"/>
                      <a:pt x="708" y="657"/>
                    </a:cubicBezTo>
                    <a:cubicBezTo>
                      <a:pt x="708" y="654"/>
                      <a:pt x="705" y="652"/>
                      <a:pt x="703" y="650"/>
                    </a:cubicBezTo>
                    <a:cubicBezTo>
                      <a:pt x="701" y="648"/>
                      <a:pt x="700" y="645"/>
                      <a:pt x="697" y="644"/>
                    </a:cubicBezTo>
                    <a:cubicBezTo>
                      <a:pt x="696" y="641"/>
                      <a:pt x="696" y="637"/>
                      <a:pt x="693" y="633"/>
                    </a:cubicBezTo>
                    <a:cubicBezTo>
                      <a:pt x="691" y="630"/>
                      <a:pt x="691" y="617"/>
                      <a:pt x="690" y="607"/>
                    </a:cubicBezTo>
                    <a:cubicBezTo>
                      <a:pt x="689" y="603"/>
                      <a:pt x="688" y="592"/>
                      <a:pt x="686" y="585"/>
                    </a:cubicBezTo>
                    <a:cubicBezTo>
                      <a:pt x="683" y="585"/>
                      <a:pt x="678" y="593"/>
                      <a:pt x="682" y="594"/>
                    </a:cubicBezTo>
                    <a:cubicBezTo>
                      <a:pt x="682" y="599"/>
                      <a:pt x="675" y="595"/>
                      <a:pt x="673" y="594"/>
                    </a:cubicBezTo>
                    <a:cubicBezTo>
                      <a:pt x="672" y="594"/>
                      <a:pt x="670" y="595"/>
                      <a:pt x="669" y="594"/>
                    </a:cubicBezTo>
                    <a:cubicBezTo>
                      <a:pt x="667" y="593"/>
                      <a:pt x="665" y="586"/>
                      <a:pt x="662" y="588"/>
                    </a:cubicBezTo>
                    <a:cubicBezTo>
                      <a:pt x="661" y="585"/>
                      <a:pt x="663" y="585"/>
                      <a:pt x="665" y="585"/>
                    </a:cubicBezTo>
                    <a:cubicBezTo>
                      <a:pt x="663" y="582"/>
                      <a:pt x="665" y="582"/>
                      <a:pt x="665" y="579"/>
                    </a:cubicBezTo>
                    <a:cubicBezTo>
                      <a:pt x="665" y="576"/>
                      <a:pt x="660" y="578"/>
                      <a:pt x="658" y="577"/>
                    </a:cubicBezTo>
                    <a:cubicBezTo>
                      <a:pt x="656" y="576"/>
                      <a:pt x="653" y="568"/>
                      <a:pt x="652" y="574"/>
                    </a:cubicBezTo>
                    <a:cubicBezTo>
                      <a:pt x="648" y="573"/>
                      <a:pt x="650" y="567"/>
                      <a:pt x="651" y="568"/>
                    </a:cubicBezTo>
                    <a:cubicBezTo>
                      <a:pt x="650" y="566"/>
                      <a:pt x="646" y="566"/>
                      <a:pt x="647" y="562"/>
                    </a:cubicBezTo>
                    <a:cubicBezTo>
                      <a:pt x="645" y="561"/>
                      <a:pt x="640" y="564"/>
                      <a:pt x="639" y="562"/>
                    </a:cubicBezTo>
                    <a:cubicBezTo>
                      <a:pt x="639" y="562"/>
                      <a:pt x="640" y="559"/>
                      <a:pt x="639" y="559"/>
                    </a:cubicBezTo>
                    <a:cubicBezTo>
                      <a:pt x="635" y="558"/>
                      <a:pt x="632" y="560"/>
                      <a:pt x="628" y="560"/>
                    </a:cubicBezTo>
                    <a:cubicBezTo>
                      <a:pt x="627" y="561"/>
                      <a:pt x="625" y="561"/>
                      <a:pt x="624" y="560"/>
                    </a:cubicBezTo>
                    <a:cubicBezTo>
                      <a:pt x="622" y="560"/>
                      <a:pt x="621" y="558"/>
                      <a:pt x="621" y="562"/>
                    </a:cubicBezTo>
                    <a:cubicBezTo>
                      <a:pt x="603" y="564"/>
                      <a:pt x="589" y="561"/>
                      <a:pt x="576" y="559"/>
                    </a:cubicBezTo>
                    <a:cubicBezTo>
                      <a:pt x="577" y="555"/>
                      <a:pt x="572" y="556"/>
                      <a:pt x="572" y="553"/>
                    </a:cubicBezTo>
                    <a:cubicBezTo>
                      <a:pt x="572" y="549"/>
                      <a:pt x="564" y="557"/>
                      <a:pt x="569" y="549"/>
                    </a:cubicBezTo>
                    <a:cubicBezTo>
                      <a:pt x="566" y="550"/>
                      <a:pt x="565" y="549"/>
                      <a:pt x="565" y="547"/>
                    </a:cubicBezTo>
                    <a:cubicBezTo>
                      <a:pt x="560" y="550"/>
                      <a:pt x="546" y="547"/>
                      <a:pt x="541" y="546"/>
                    </a:cubicBezTo>
                    <a:cubicBezTo>
                      <a:pt x="538" y="545"/>
                      <a:pt x="537" y="545"/>
                      <a:pt x="537" y="542"/>
                    </a:cubicBezTo>
                    <a:cubicBezTo>
                      <a:pt x="529" y="544"/>
                      <a:pt x="531" y="536"/>
                      <a:pt x="524" y="536"/>
                    </a:cubicBezTo>
                    <a:cubicBezTo>
                      <a:pt x="523" y="529"/>
                      <a:pt x="519" y="525"/>
                      <a:pt x="516" y="520"/>
                    </a:cubicBezTo>
                    <a:cubicBezTo>
                      <a:pt x="500" y="517"/>
                      <a:pt x="500" y="525"/>
                      <a:pt x="501" y="534"/>
                    </a:cubicBezTo>
                    <a:cubicBezTo>
                      <a:pt x="502" y="537"/>
                      <a:pt x="509" y="541"/>
                      <a:pt x="514" y="547"/>
                    </a:cubicBezTo>
                    <a:cubicBezTo>
                      <a:pt x="516" y="549"/>
                      <a:pt x="519" y="559"/>
                      <a:pt x="524" y="557"/>
                    </a:cubicBezTo>
                    <a:cubicBezTo>
                      <a:pt x="523" y="561"/>
                      <a:pt x="527" y="561"/>
                      <a:pt x="526" y="566"/>
                    </a:cubicBezTo>
                    <a:cubicBezTo>
                      <a:pt x="530" y="566"/>
                      <a:pt x="540" y="564"/>
                      <a:pt x="535" y="570"/>
                    </a:cubicBezTo>
                    <a:cubicBezTo>
                      <a:pt x="539" y="572"/>
                      <a:pt x="537" y="567"/>
                      <a:pt x="539" y="566"/>
                    </a:cubicBezTo>
                    <a:cubicBezTo>
                      <a:pt x="540" y="565"/>
                      <a:pt x="546" y="566"/>
                      <a:pt x="546" y="562"/>
                    </a:cubicBezTo>
                    <a:cubicBezTo>
                      <a:pt x="546" y="561"/>
                      <a:pt x="548" y="561"/>
                      <a:pt x="550" y="560"/>
                    </a:cubicBezTo>
                    <a:cubicBezTo>
                      <a:pt x="552" y="560"/>
                      <a:pt x="550" y="558"/>
                      <a:pt x="552" y="557"/>
                    </a:cubicBezTo>
                    <a:cubicBezTo>
                      <a:pt x="555" y="555"/>
                      <a:pt x="559" y="556"/>
                      <a:pt x="563" y="555"/>
                    </a:cubicBezTo>
                    <a:cubicBezTo>
                      <a:pt x="563" y="556"/>
                      <a:pt x="560" y="558"/>
                      <a:pt x="561" y="559"/>
                    </a:cubicBezTo>
                    <a:cubicBezTo>
                      <a:pt x="561" y="559"/>
                      <a:pt x="565" y="558"/>
                      <a:pt x="565" y="559"/>
                    </a:cubicBezTo>
                    <a:cubicBezTo>
                      <a:pt x="566" y="562"/>
                      <a:pt x="564" y="564"/>
                      <a:pt x="567" y="566"/>
                    </a:cubicBezTo>
                    <a:cubicBezTo>
                      <a:pt x="566" y="570"/>
                      <a:pt x="572" y="568"/>
                      <a:pt x="572" y="572"/>
                    </a:cubicBezTo>
                    <a:cubicBezTo>
                      <a:pt x="572" y="576"/>
                      <a:pt x="576" y="573"/>
                      <a:pt x="580" y="575"/>
                    </a:cubicBezTo>
                    <a:cubicBezTo>
                      <a:pt x="582" y="577"/>
                      <a:pt x="581" y="580"/>
                      <a:pt x="585" y="581"/>
                    </a:cubicBezTo>
                    <a:cubicBezTo>
                      <a:pt x="581" y="585"/>
                      <a:pt x="586" y="590"/>
                      <a:pt x="585" y="596"/>
                    </a:cubicBezTo>
                    <a:cubicBezTo>
                      <a:pt x="583" y="596"/>
                      <a:pt x="582" y="596"/>
                      <a:pt x="580" y="596"/>
                    </a:cubicBezTo>
                    <a:cubicBezTo>
                      <a:pt x="582" y="603"/>
                      <a:pt x="575" y="601"/>
                      <a:pt x="576" y="607"/>
                    </a:cubicBezTo>
                    <a:cubicBezTo>
                      <a:pt x="572" y="606"/>
                      <a:pt x="570" y="607"/>
                      <a:pt x="570" y="611"/>
                    </a:cubicBezTo>
                    <a:cubicBezTo>
                      <a:pt x="568" y="611"/>
                      <a:pt x="565" y="611"/>
                      <a:pt x="563" y="611"/>
                    </a:cubicBezTo>
                    <a:cubicBezTo>
                      <a:pt x="560" y="611"/>
                      <a:pt x="562" y="615"/>
                      <a:pt x="561" y="616"/>
                    </a:cubicBezTo>
                    <a:cubicBezTo>
                      <a:pt x="561" y="617"/>
                      <a:pt x="558" y="616"/>
                      <a:pt x="557" y="616"/>
                    </a:cubicBezTo>
                    <a:cubicBezTo>
                      <a:pt x="556" y="617"/>
                      <a:pt x="558" y="621"/>
                      <a:pt x="557" y="622"/>
                    </a:cubicBezTo>
                    <a:cubicBezTo>
                      <a:pt x="554" y="621"/>
                      <a:pt x="552" y="622"/>
                      <a:pt x="552" y="626"/>
                    </a:cubicBezTo>
                    <a:cubicBezTo>
                      <a:pt x="548" y="625"/>
                      <a:pt x="546" y="626"/>
                      <a:pt x="544" y="628"/>
                    </a:cubicBezTo>
                    <a:cubicBezTo>
                      <a:pt x="541" y="629"/>
                      <a:pt x="542" y="630"/>
                      <a:pt x="537" y="631"/>
                    </a:cubicBezTo>
                    <a:cubicBezTo>
                      <a:pt x="535" y="632"/>
                      <a:pt x="526" y="635"/>
                      <a:pt x="526" y="641"/>
                    </a:cubicBezTo>
                    <a:cubicBezTo>
                      <a:pt x="523" y="641"/>
                      <a:pt x="520" y="640"/>
                      <a:pt x="518" y="641"/>
                    </a:cubicBezTo>
                    <a:cubicBezTo>
                      <a:pt x="516" y="642"/>
                      <a:pt x="518" y="643"/>
                      <a:pt x="516" y="644"/>
                    </a:cubicBezTo>
                    <a:cubicBezTo>
                      <a:pt x="516" y="645"/>
                      <a:pt x="513" y="644"/>
                      <a:pt x="513" y="644"/>
                    </a:cubicBezTo>
                    <a:cubicBezTo>
                      <a:pt x="513" y="644"/>
                      <a:pt x="507" y="646"/>
                      <a:pt x="507" y="646"/>
                    </a:cubicBezTo>
                    <a:cubicBezTo>
                      <a:pt x="504" y="650"/>
                      <a:pt x="489" y="648"/>
                      <a:pt x="483" y="652"/>
                    </a:cubicBezTo>
                    <a:cubicBezTo>
                      <a:pt x="477" y="653"/>
                      <a:pt x="488" y="655"/>
                      <a:pt x="479" y="656"/>
                    </a:cubicBezTo>
                    <a:cubicBezTo>
                      <a:pt x="478" y="656"/>
                      <a:pt x="476" y="655"/>
                      <a:pt x="475" y="656"/>
                    </a:cubicBezTo>
                    <a:cubicBezTo>
                      <a:pt x="473" y="656"/>
                      <a:pt x="474" y="660"/>
                      <a:pt x="470" y="659"/>
                    </a:cubicBezTo>
                    <a:cubicBezTo>
                      <a:pt x="472" y="655"/>
                      <a:pt x="467" y="657"/>
                      <a:pt x="466" y="656"/>
                    </a:cubicBezTo>
                    <a:cubicBezTo>
                      <a:pt x="465" y="653"/>
                      <a:pt x="467" y="648"/>
                      <a:pt x="462" y="648"/>
                    </a:cubicBezTo>
                    <a:cubicBezTo>
                      <a:pt x="462" y="645"/>
                      <a:pt x="464" y="645"/>
                      <a:pt x="464" y="643"/>
                    </a:cubicBezTo>
                    <a:cubicBezTo>
                      <a:pt x="463" y="641"/>
                      <a:pt x="459" y="640"/>
                      <a:pt x="462" y="639"/>
                    </a:cubicBezTo>
                    <a:cubicBezTo>
                      <a:pt x="461" y="637"/>
                      <a:pt x="460" y="635"/>
                      <a:pt x="457" y="635"/>
                    </a:cubicBezTo>
                    <a:cubicBezTo>
                      <a:pt x="459" y="630"/>
                      <a:pt x="453" y="624"/>
                      <a:pt x="457" y="624"/>
                    </a:cubicBezTo>
                    <a:cubicBezTo>
                      <a:pt x="457" y="622"/>
                      <a:pt x="454" y="623"/>
                      <a:pt x="453" y="622"/>
                    </a:cubicBezTo>
                    <a:cubicBezTo>
                      <a:pt x="451" y="620"/>
                      <a:pt x="452" y="615"/>
                      <a:pt x="453" y="616"/>
                    </a:cubicBezTo>
                    <a:cubicBezTo>
                      <a:pt x="452" y="615"/>
                      <a:pt x="450" y="613"/>
                      <a:pt x="449" y="613"/>
                    </a:cubicBezTo>
                    <a:cubicBezTo>
                      <a:pt x="448" y="612"/>
                      <a:pt x="449" y="611"/>
                      <a:pt x="447" y="611"/>
                    </a:cubicBezTo>
                    <a:cubicBezTo>
                      <a:pt x="446" y="611"/>
                      <a:pt x="444" y="604"/>
                      <a:pt x="444" y="605"/>
                    </a:cubicBezTo>
                    <a:cubicBezTo>
                      <a:pt x="444" y="605"/>
                      <a:pt x="444" y="607"/>
                      <a:pt x="444" y="607"/>
                    </a:cubicBezTo>
                    <a:cubicBezTo>
                      <a:pt x="440" y="604"/>
                      <a:pt x="440" y="598"/>
                      <a:pt x="434" y="598"/>
                    </a:cubicBezTo>
                    <a:cubicBezTo>
                      <a:pt x="439" y="590"/>
                      <a:pt x="430" y="588"/>
                      <a:pt x="431" y="579"/>
                    </a:cubicBezTo>
                    <a:cubicBezTo>
                      <a:pt x="430" y="577"/>
                      <a:pt x="427" y="578"/>
                      <a:pt x="427" y="575"/>
                    </a:cubicBezTo>
                    <a:cubicBezTo>
                      <a:pt x="427" y="572"/>
                      <a:pt x="421" y="574"/>
                      <a:pt x="419" y="572"/>
                    </a:cubicBezTo>
                    <a:cubicBezTo>
                      <a:pt x="421" y="569"/>
                      <a:pt x="421" y="568"/>
                      <a:pt x="418" y="568"/>
                    </a:cubicBezTo>
                    <a:cubicBezTo>
                      <a:pt x="420" y="565"/>
                      <a:pt x="419" y="564"/>
                      <a:pt x="418" y="559"/>
                    </a:cubicBezTo>
                    <a:cubicBezTo>
                      <a:pt x="417" y="558"/>
                      <a:pt x="418" y="555"/>
                      <a:pt x="418" y="555"/>
                    </a:cubicBezTo>
                    <a:cubicBezTo>
                      <a:pt x="417" y="555"/>
                      <a:pt x="416" y="555"/>
                      <a:pt x="416" y="555"/>
                    </a:cubicBezTo>
                    <a:cubicBezTo>
                      <a:pt x="415" y="550"/>
                      <a:pt x="419" y="552"/>
                      <a:pt x="416" y="547"/>
                    </a:cubicBezTo>
                    <a:cubicBezTo>
                      <a:pt x="414" y="545"/>
                      <a:pt x="412" y="557"/>
                      <a:pt x="412" y="547"/>
                    </a:cubicBezTo>
                    <a:cubicBezTo>
                      <a:pt x="412" y="540"/>
                      <a:pt x="406" y="536"/>
                      <a:pt x="399" y="529"/>
                    </a:cubicBezTo>
                    <a:cubicBezTo>
                      <a:pt x="394" y="533"/>
                      <a:pt x="398" y="534"/>
                      <a:pt x="395" y="540"/>
                    </a:cubicBezTo>
                    <a:cubicBezTo>
                      <a:pt x="391" y="541"/>
                      <a:pt x="392" y="536"/>
                      <a:pt x="390" y="536"/>
                    </a:cubicBezTo>
                    <a:cubicBezTo>
                      <a:pt x="387" y="537"/>
                      <a:pt x="386" y="535"/>
                      <a:pt x="384" y="534"/>
                    </a:cubicBezTo>
                    <a:cubicBezTo>
                      <a:pt x="388" y="537"/>
                      <a:pt x="385" y="546"/>
                      <a:pt x="391" y="546"/>
                    </a:cubicBezTo>
                    <a:cubicBezTo>
                      <a:pt x="389" y="550"/>
                      <a:pt x="392" y="555"/>
                      <a:pt x="395" y="562"/>
                    </a:cubicBezTo>
                    <a:cubicBezTo>
                      <a:pt x="395" y="563"/>
                      <a:pt x="395" y="566"/>
                      <a:pt x="395" y="566"/>
                    </a:cubicBezTo>
                    <a:cubicBezTo>
                      <a:pt x="398" y="568"/>
                      <a:pt x="399" y="577"/>
                      <a:pt x="401" y="581"/>
                    </a:cubicBezTo>
                    <a:cubicBezTo>
                      <a:pt x="403" y="581"/>
                      <a:pt x="406" y="581"/>
                      <a:pt x="408" y="581"/>
                    </a:cubicBezTo>
                    <a:cubicBezTo>
                      <a:pt x="407" y="583"/>
                      <a:pt x="406" y="584"/>
                      <a:pt x="406" y="587"/>
                    </a:cubicBezTo>
                    <a:cubicBezTo>
                      <a:pt x="409" y="587"/>
                      <a:pt x="410" y="586"/>
                      <a:pt x="410" y="585"/>
                    </a:cubicBezTo>
                    <a:cubicBezTo>
                      <a:pt x="414" y="587"/>
                      <a:pt x="412" y="590"/>
                      <a:pt x="414" y="594"/>
                    </a:cubicBezTo>
                    <a:cubicBezTo>
                      <a:pt x="414" y="595"/>
                      <a:pt x="417" y="595"/>
                      <a:pt x="418" y="596"/>
                    </a:cubicBezTo>
                    <a:cubicBezTo>
                      <a:pt x="418" y="597"/>
                      <a:pt x="417" y="599"/>
                      <a:pt x="418" y="600"/>
                    </a:cubicBezTo>
                    <a:cubicBezTo>
                      <a:pt x="418" y="600"/>
                      <a:pt x="419" y="599"/>
                      <a:pt x="419" y="600"/>
                    </a:cubicBezTo>
                    <a:cubicBezTo>
                      <a:pt x="420" y="602"/>
                      <a:pt x="418" y="603"/>
                      <a:pt x="418" y="603"/>
                    </a:cubicBezTo>
                    <a:cubicBezTo>
                      <a:pt x="418" y="606"/>
                      <a:pt x="420" y="606"/>
                      <a:pt x="421" y="607"/>
                    </a:cubicBezTo>
                    <a:cubicBezTo>
                      <a:pt x="422" y="608"/>
                      <a:pt x="421" y="610"/>
                      <a:pt x="421" y="611"/>
                    </a:cubicBezTo>
                    <a:cubicBezTo>
                      <a:pt x="421" y="611"/>
                      <a:pt x="423" y="611"/>
                      <a:pt x="423" y="611"/>
                    </a:cubicBezTo>
                    <a:cubicBezTo>
                      <a:pt x="424" y="613"/>
                      <a:pt x="421" y="620"/>
                      <a:pt x="427" y="618"/>
                    </a:cubicBezTo>
                    <a:cubicBezTo>
                      <a:pt x="427" y="622"/>
                      <a:pt x="427" y="626"/>
                      <a:pt x="429" y="629"/>
                    </a:cubicBezTo>
                    <a:cubicBezTo>
                      <a:pt x="429" y="631"/>
                      <a:pt x="432" y="632"/>
                      <a:pt x="432" y="633"/>
                    </a:cubicBezTo>
                    <a:cubicBezTo>
                      <a:pt x="433" y="635"/>
                      <a:pt x="433" y="637"/>
                      <a:pt x="434" y="639"/>
                    </a:cubicBezTo>
                    <a:cubicBezTo>
                      <a:pt x="435" y="640"/>
                      <a:pt x="437" y="640"/>
                      <a:pt x="438" y="641"/>
                    </a:cubicBezTo>
                    <a:cubicBezTo>
                      <a:pt x="440" y="643"/>
                      <a:pt x="436" y="646"/>
                      <a:pt x="440" y="646"/>
                    </a:cubicBezTo>
                    <a:cubicBezTo>
                      <a:pt x="442" y="646"/>
                      <a:pt x="441" y="651"/>
                      <a:pt x="442" y="654"/>
                    </a:cubicBezTo>
                    <a:cubicBezTo>
                      <a:pt x="449" y="650"/>
                      <a:pt x="447" y="657"/>
                      <a:pt x="457" y="656"/>
                    </a:cubicBezTo>
                    <a:cubicBezTo>
                      <a:pt x="457" y="661"/>
                      <a:pt x="460" y="663"/>
                      <a:pt x="460" y="669"/>
                    </a:cubicBezTo>
                    <a:cubicBezTo>
                      <a:pt x="467" y="679"/>
                      <a:pt x="489" y="676"/>
                      <a:pt x="503" y="674"/>
                    </a:cubicBezTo>
                    <a:cubicBezTo>
                      <a:pt x="505" y="675"/>
                      <a:pt x="504" y="671"/>
                      <a:pt x="505" y="670"/>
                    </a:cubicBezTo>
                    <a:cubicBezTo>
                      <a:pt x="509" y="669"/>
                      <a:pt x="518" y="674"/>
                      <a:pt x="516" y="667"/>
                    </a:cubicBezTo>
                    <a:cubicBezTo>
                      <a:pt x="520" y="669"/>
                      <a:pt x="520" y="672"/>
                      <a:pt x="518" y="676"/>
                    </a:cubicBezTo>
                    <a:cubicBezTo>
                      <a:pt x="518" y="677"/>
                      <a:pt x="516" y="678"/>
                      <a:pt x="516" y="678"/>
                    </a:cubicBezTo>
                    <a:cubicBezTo>
                      <a:pt x="516" y="681"/>
                      <a:pt x="517" y="686"/>
                      <a:pt x="516" y="689"/>
                    </a:cubicBezTo>
                    <a:cubicBezTo>
                      <a:pt x="516" y="690"/>
                      <a:pt x="513" y="689"/>
                      <a:pt x="513" y="689"/>
                    </a:cubicBezTo>
                    <a:cubicBezTo>
                      <a:pt x="512" y="690"/>
                      <a:pt x="512" y="698"/>
                      <a:pt x="511" y="700"/>
                    </a:cubicBezTo>
                    <a:cubicBezTo>
                      <a:pt x="510" y="702"/>
                      <a:pt x="505" y="703"/>
                      <a:pt x="507" y="710"/>
                    </a:cubicBezTo>
                    <a:cubicBezTo>
                      <a:pt x="501" y="710"/>
                      <a:pt x="505" y="720"/>
                      <a:pt x="498" y="719"/>
                    </a:cubicBezTo>
                    <a:cubicBezTo>
                      <a:pt x="499" y="725"/>
                      <a:pt x="496" y="726"/>
                      <a:pt x="496" y="730"/>
                    </a:cubicBezTo>
                    <a:cubicBezTo>
                      <a:pt x="489" y="728"/>
                      <a:pt x="493" y="737"/>
                      <a:pt x="486" y="736"/>
                    </a:cubicBezTo>
                    <a:cubicBezTo>
                      <a:pt x="486" y="738"/>
                      <a:pt x="486" y="739"/>
                      <a:pt x="486" y="741"/>
                    </a:cubicBezTo>
                    <a:cubicBezTo>
                      <a:pt x="485" y="741"/>
                      <a:pt x="484" y="739"/>
                      <a:pt x="483" y="739"/>
                    </a:cubicBezTo>
                    <a:cubicBezTo>
                      <a:pt x="479" y="741"/>
                      <a:pt x="481" y="743"/>
                      <a:pt x="475" y="745"/>
                    </a:cubicBezTo>
                    <a:cubicBezTo>
                      <a:pt x="475" y="745"/>
                      <a:pt x="470" y="747"/>
                      <a:pt x="470" y="747"/>
                    </a:cubicBezTo>
                    <a:cubicBezTo>
                      <a:pt x="470" y="747"/>
                      <a:pt x="470" y="749"/>
                      <a:pt x="470" y="749"/>
                    </a:cubicBezTo>
                    <a:cubicBezTo>
                      <a:pt x="468" y="750"/>
                      <a:pt x="464" y="751"/>
                      <a:pt x="462" y="753"/>
                    </a:cubicBezTo>
                    <a:cubicBezTo>
                      <a:pt x="458" y="756"/>
                      <a:pt x="456" y="762"/>
                      <a:pt x="449" y="762"/>
                    </a:cubicBezTo>
                    <a:cubicBezTo>
                      <a:pt x="451" y="767"/>
                      <a:pt x="447" y="767"/>
                      <a:pt x="447" y="771"/>
                    </a:cubicBezTo>
                    <a:cubicBezTo>
                      <a:pt x="445" y="773"/>
                      <a:pt x="444" y="772"/>
                      <a:pt x="442" y="771"/>
                    </a:cubicBezTo>
                    <a:cubicBezTo>
                      <a:pt x="443" y="773"/>
                      <a:pt x="439" y="776"/>
                      <a:pt x="440" y="777"/>
                    </a:cubicBezTo>
                    <a:cubicBezTo>
                      <a:pt x="444" y="780"/>
                      <a:pt x="438" y="777"/>
                      <a:pt x="438" y="782"/>
                    </a:cubicBezTo>
                    <a:cubicBezTo>
                      <a:pt x="438" y="785"/>
                      <a:pt x="435" y="783"/>
                      <a:pt x="434" y="784"/>
                    </a:cubicBezTo>
                    <a:cubicBezTo>
                      <a:pt x="434" y="785"/>
                      <a:pt x="435" y="787"/>
                      <a:pt x="434" y="788"/>
                    </a:cubicBezTo>
                    <a:cubicBezTo>
                      <a:pt x="434" y="790"/>
                      <a:pt x="430" y="804"/>
                      <a:pt x="431" y="808"/>
                    </a:cubicBezTo>
                    <a:cubicBezTo>
                      <a:pt x="431" y="812"/>
                      <a:pt x="432" y="813"/>
                      <a:pt x="434" y="816"/>
                    </a:cubicBezTo>
                    <a:cubicBezTo>
                      <a:pt x="435" y="821"/>
                      <a:pt x="434" y="823"/>
                      <a:pt x="434" y="827"/>
                    </a:cubicBezTo>
                    <a:cubicBezTo>
                      <a:pt x="434" y="828"/>
                      <a:pt x="436" y="834"/>
                      <a:pt x="438" y="835"/>
                    </a:cubicBezTo>
                    <a:cubicBezTo>
                      <a:pt x="443" y="835"/>
                      <a:pt x="432" y="843"/>
                      <a:pt x="442" y="844"/>
                    </a:cubicBezTo>
                    <a:cubicBezTo>
                      <a:pt x="441" y="853"/>
                      <a:pt x="443" y="860"/>
                      <a:pt x="442" y="868"/>
                    </a:cubicBezTo>
                    <a:cubicBezTo>
                      <a:pt x="441" y="873"/>
                      <a:pt x="436" y="878"/>
                      <a:pt x="436" y="883"/>
                    </a:cubicBezTo>
                    <a:cubicBezTo>
                      <a:pt x="432" y="883"/>
                      <a:pt x="425" y="888"/>
                      <a:pt x="423" y="890"/>
                    </a:cubicBezTo>
                    <a:cubicBezTo>
                      <a:pt x="422" y="892"/>
                      <a:pt x="421" y="892"/>
                      <a:pt x="423" y="892"/>
                    </a:cubicBezTo>
                    <a:cubicBezTo>
                      <a:pt x="423" y="895"/>
                      <a:pt x="419" y="893"/>
                      <a:pt x="418" y="894"/>
                    </a:cubicBezTo>
                    <a:cubicBezTo>
                      <a:pt x="416" y="895"/>
                      <a:pt x="417" y="897"/>
                      <a:pt x="416" y="898"/>
                    </a:cubicBezTo>
                    <a:cubicBezTo>
                      <a:pt x="415" y="898"/>
                      <a:pt x="412" y="894"/>
                      <a:pt x="412" y="898"/>
                    </a:cubicBezTo>
                    <a:cubicBezTo>
                      <a:pt x="412" y="900"/>
                      <a:pt x="410" y="899"/>
                      <a:pt x="408" y="900"/>
                    </a:cubicBezTo>
                    <a:cubicBezTo>
                      <a:pt x="406" y="901"/>
                      <a:pt x="406" y="906"/>
                      <a:pt x="401" y="905"/>
                    </a:cubicBezTo>
                    <a:cubicBezTo>
                      <a:pt x="398" y="916"/>
                      <a:pt x="401" y="931"/>
                      <a:pt x="403" y="946"/>
                    </a:cubicBezTo>
                    <a:cubicBezTo>
                      <a:pt x="401" y="948"/>
                      <a:pt x="399" y="949"/>
                      <a:pt x="399" y="946"/>
                    </a:cubicBezTo>
                    <a:cubicBezTo>
                      <a:pt x="397" y="946"/>
                      <a:pt x="398" y="949"/>
                      <a:pt x="397" y="950"/>
                    </a:cubicBezTo>
                    <a:cubicBezTo>
                      <a:pt x="395" y="952"/>
                      <a:pt x="392" y="949"/>
                      <a:pt x="391" y="952"/>
                    </a:cubicBezTo>
                    <a:cubicBezTo>
                      <a:pt x="391" y="955"/>
                      <a:pt x="384" y="954"/>
                      <a:pt x="382" y="958"/>
                    </a:cubicBezTo>
                    <a:cubicBezTo>
                      <a:pt x="382" y="961"/>
                      <a:pt x="382" y="965"/>
                      <a:pt x="382" y="969"/>
                    </a:cubicBezTo>
                    <a:cubicBezTo>
                      <a:pt x="378" y="969"/>
                      <a:pt x="380" y="975"/>
                      <a:pt x="378" y="978"/>
                    </a:cubicBezTo>
                    <a:cubicBezTo>
                      <a:pt x="378" y="979"/>
                      <a:pt x="375" y="979"/>
                      <a:pt x="375" y="980"/>
                    </a:cubicBezTo>
                    <a:cubicBezTo>
                      <a:pt x="373" y="983"/>
                      <a:pt x="374" y="987"/>
                      <a:pt x="371" y="989"/>
                    </a:cubicBezTo>
                    <a:cubicBezTo>
                      <a:pt x="370" y="990"/>
                      <a:pt x="371" y="992"/>
                      <a:pt x="371" y="993"/>
                    </a:cubicBezTo>
                    <a:cubicBezTo>
                      <a:pt x="371" y="993"/>
                      <a:pt x="368" y="992"/>
                      <a:pt x="367" y="993"/>
                    </a:cubicBezTo>
                    <a:cubicBezTo>
                      <a:pt x="367" y="994"/>
                      <a:pt x="368" y="997"/>
                      <a:pt x="367" y="999"/>
                    </a:cubicBezTo>
                    <a:cubicBezTo>
                      <a:pt x="367" y="999"/>
                      <a:pt x="364" y="998"/>
                      <a:pt x="363" y="999"/>
                    </a:cubicBezTo>
                    <a:cubicBezTo>
                      <a:pt x="363" y="999"/>
                      <a:pt x="364" y="1002"/>
                      <a:pt x="363" y="1002"/>
                    </a:cubicBezTo>
                    <a:cubicBezTo>
                      <a:pt x="363" y="1003"/>
                      <a:pt x="360" y="1002"/>
                      <a:pt x="360" y="1002"/>
                    </a:cubicBezTo>
                    <a:cubicBezTo>
                      <a:pt x="359" y="1003"/>
                      <a:pt x="356" y="1006"/>
                      <a:pt x="356" y="1008"/>
                    </a:cubicBezTo>
                    <a:cubicBezTo>
                      <a:pt x="356" y="1010"/>
                      <a:pt x="354" y="1009"/>
                      <a:pt x="352" y="1010"/>
                    </a:cubicBezTo>
                    <a:cubicBezTo>
                      <a:pt x="352" y="1010"/>
                      <a:pt x="353" y="1013"/>
                      <a:pt x="352" y="1013"/>
                    </a:cubicBezTo>
                    <a:cubicBezTo>
                      <a:pt x="352" y="1014"/>
                      <a:pt x="349" y="1013"/>
                      <a:pt x="349" y="1013"/>
                    </a:cubicBezTo>
                    <a:cubicBezTo>
                      <a:pt x="347" y="1015"/>
                      <a:pt x="346" y="1016"/>
                      <a:pt x="345" y="1017"/>
                    </a:cubicBezTo>
                    <a:cubicBezTo>
                      <a:pt x="344" y="1018"/>
                      <a:pt x="342" y="1021"/>
                      <a:pt x="341" y="1021"/>
                    </a:cubicBezTo>
                    <a:cubicBezTo>
                      <a:pt x="340" y="1021"/>
                      <a:pt x="335" y="1023"/>
                      <a:pt x="335" y="1023"/>
                    </a:cubicBezTo>
                    <a:cubicBezTo>
                      <a:pt x="334" y="1022"/>
                      <a:pt x="334" y="1021"/>
                      <a:pt x="332" y="1023"/>
                    </a:cubicBezTo>
                    <a:cubicBezTo>
                      <a:pt x="329" y="1024"/>
                      <a:pt x="328" y="1024"/>
                      <a:pt x="324" y="1025"/>
                    </a:cubicBezTo>
                    <a:cubicBezTo>
                      <a:pt x="323" y="1025"/>
                      <a:pt x="311" y="1030"/>
                      <a:pt x="308" y="1025"/>
                    </a:cubicBezTo>
                    <a:cubicBezTo>
                      <a:pt x="305" y="1025"/>
                      <a:pt x="307" y="1027"/>
                      <a:pt x="308" y="1027"/>
                    </a:cubicBezTo>
                    <a:cubicBezTo>
                      <a:pt x="305" y="1031"/>
                      <a:pt x="301" y="1027"/>
                      <a:pt x="295" y="1028"/>
                    </a:cubicBezTo>
                    <a:cubicBezTo>
                      <a:pt x="292" y="1029"/>
                      <a:pt x="293" y="1030"/>
                      <a:pt x="295" y="1030"/>
                    </a:cubicBezTo>
                    <a:cubicBezTo>
                      <a:pt x="293" y="1033"/>
                      <a:pt x="283" y="1028"/>
                      <a:pt x="278" y="1028"/>
                    </a:cubicBezTo>
                    <a:cubicBezTo>
                      <a:pt x="278" y="1019"/>
                      <a:pt x="269" y="1014"/>
                      <a:pt x="274" y="1006"/>
                    </a:cubicBezTo>
                    <a:cubicBezTo>
                      <a:pt x="270" y="1003"/>
                      <a:pt x="265" y="1000"/>
                      <a:pt x="267" y="991"/>
                    </a:cubicBezTo>
                    <a:cubicBezTo>
                      <a:pt x="261" y="997"/>
                      <a:pt x="265" y="994"/>
                      <a:pt x="263" y="985"/>
                    </a:cubicBezTo>
                    <a:cubicBezTo>
                      <a:pt x="260" y="977"/>
                      <a:pt x="249" y="970"/>
                      <a:pt x="252" y="959"/>
                    </a:cubicBezTo>
                    <a:cubicBezTo>
                      <a:pt x="250" y="958"/>
                      <a:pt x="250" y="963"/>
                      <a:pt x="250" y="963"/>
                    </a:cubicBezTo>
                    <a:cubicBezTo>
                      <a:pt x="246" y="962"/>
                      <a:pt x="250" y="950"/>
                      <a:pt x="246" y="956"/>
                    </a:cubicBezTo>
                    <a:cubicBezTo>
                      <a:pt x="243" y="953"/>
                      <a:pt x="244" y="947"/>
                      <a:pt x="244" y="943"/>
                    </a:cubicBezTo>
                    <a:cubicBezTo>
                      <a:pt x="245" y="937"/>
                      <a:pt x="245" y="933"/>
                      <a:pt x="242" y="926"/>
                    </a:cubicBezTo>
                    <a:cubicBezTo>
                      <a:pt x="243" y="923"/>
                      <a:pt x="238" y="925"/>
                      <a:pt x="237" y="924"/>
                    </a:cubicBezTo>
                    <a:cubicBezTo>
                      <a:pt x="236" y="923"/>
                      <a:pt x="242" y="919"/>
                      <a:pt x="233" y="920"/>
                    </a:cubicBezTo>
                    <a:cubicBezTo>
                      <a:pt x="232" y="919"/>
                      <a:pt x="234" y="915"/>
                      <a:pt x="233" y="915"/>
                    </a:cubicBezTo>
                    <a:cubicBezTo>
                      <a:pt x="233" y="914"/>
                      <a:pt x="229" y="915"/>
                      <a:pt x="229" y="915"/>
                    </a:cubicBezTo>
                    <a:cubicBezTo>
                      <a:pt x="229" y="914"/>
                      <a:pt x="235" y="907"/>
                      <a:pt x="227" y="909"/>
                    </a:cubicBezTo>
                    <a:cubicBezTo>
                      <a:pt x="227" y="906"/>
                      <a:pt x="230" y="905"/>
                      <a:pt x="229" y="902"/>
                    </a:cubicBezTo>
                    <a:cubicBezTo>
                      <a:pt x="226" y="900"/>
                      <a:pt x="230" y="892"/>
                      <a:pt x="224" y="894"/>
                    </a:cubicBezTo>
                    <a:cubicBezTo>
                      <a:pt x="223" y="877"/>
                      <a:pt x="225" y="871"/>
                      <a:pt x="233" y="861"/>
                    </a:cubicBezTo>
                    <a:cubicBezTo>
                      <a:pt x="232" y="858"/>
                      <a:pt x="235" y="851"/>
                      <a:pt x="231" y="851"/>
                    </a:cubicBezTo>
                    <a:cubicBezTo>
                      <a:pt x="231" y="848"/>
                      <a:pt x="235" y="851"/>
                      <a:pt x="237" y="849"/>
                    </a:cubicBezTo>
                    <a:cubicBezTo>
                      <a:pt x="238" y="849"/>
                      <a:pt x="236" y="845"/>
                      <a:pt x="239" y="846"/>
                    </a:cubicBezTo>
                    <a:cubicBezTo>
                      <a:pt x="238" y="843"/>
                      <a:pt x="237" y="826"/>
                      <a:pt x="235" y="831"/>
                    </a:cubicBezTo>
                    <a:cubicBezTo>
                      <a:pt x="231" y="827"/>
                      <a:pt x="233" y="823"/>
                      <a:pt x="233" y="820"/>
                    </a:cubicBezTo>
                    <a:cubicBezTo>
                      <a:pt x="233" y="815"/>
                      <a:pt x="234" y="810"/>
                      <a:pt x="233" y="807"/>
                    </a:cubicBezTo>
                    <a:cubicBezTo>
                      <a:pt x="233" y="804"/>
                      <a:pt x="230" y="806"/>
                      <a:pt x="229" y="805"/>
                    </a:cubicBezTo>
                    <a:cubicBezTo>
                      <a:pt x="229" y="804"/>
                      <a:pt x="231" y="802"/>
                      <a:pt x="231" y="801"/>
                    </a:cubicBezTo>
                    <a:cubicBezTo>
                      <a:pt x="231" y="801"/>
                      <a:pt x="229" y="800"/>
                      <a:pt x="229" y="799"/>
                    </a:cubicBezTo>
                    <a:cubicBezTo>
                      <a:pt x="229" y="795"/>
                      <a:pt x="227" y="796"/>
                      <a:pt x="226" y="794"/>
                    </a:cubicBezTo>
                    <a:cubicBezTo>
                      <a:pt x="225" y="793"/>
                      <a:pt x="226" y="790"/>
                      <a:pt x="226" y="790"/>
                    </a:cubicBezTo>
                    <a:cubicBezTo>
                      <a:pt x="225" y="790"/>
                      <a:pt x="220" y="789"/>
                      <a:pt x="222" y="788"/>
                    </a:cubicBezTo>
                    <a:cubicBezTo>
                      <a:pt x="222" y="788"/>
                      <a:pt x="224" y="788"/>
                      <a:pt x="224" y="788"/>
                    </a:cubicBezTo>
                    <a:cubicBezTo>
                      <a:pt x="221" y="784"/>
                      <a:pt x="219" y="783"/>
                      <a:pt x="214" y="780"/>
                    </a:cubicBezTo>
                    <a:cubicBezTo>
                      <a:pt x="213" y="780"/>
                      <a:pt x="215" y="779"/>
                      <a:pt x="213" y="779"/>
                    </a:cubicBezTo>
                    <a:cubicBezTo>
                      <a:pt x="211" y="779"/>
                      <a:pt x="211" y="773"/>
                      <a:pt x="207" y="775"/>
                    </a:cubicBezTo>
                    <a:cubicBezTo>
                      <a:pt x="203" y="759"/>
                      <a:pt x="207" y="746"/>
                      <a:pt x="207" y="728"/>
                    </a:cubicBezTo>
                    <a:cubicBezTo>
                      <a:pt x="206" y="725"/>
                      <a:pt x="202" y="731"/>
                      <a:pt x="203" y="723"/>
                    </a:cubicBezTo>
                    <a:cubicBezTo>
                      <a:pt x="192" y="724"/>
                      <a:pt x="184" y="722"/>
                      <a:pt x="177" y="719"/>
                    </a:cubicBezTo>
                    <a:cubicBezTo>
                      <a:pt x="179" y="709"/>
                      <a:pt x="172" y="720"/>
                      <a:pt x="173" y="710"/>
                    </a:cubicBezTo>
                    <a:cubicBezTo>
                      <a:pt x="165" y="707"/>
                      <a:pt x="163" y="705"/>
                      <a:pt x="153" y="708"/>
                    </a:cubicBezTo>
                    <a:cubicBezTo>
                      <a:pt x="151" y="708"/>
                      <a:pt x="148" y="709"/>
                      <a:pt x="145" y="710"/>
                    </a:cubicBezTo>
                    <a:cubicBezTo>
                      <a:pt x="144" y="710"/>
                      <a:pt x="140" y="713"/>
                      <a:pt x="134" y="711"/>
                    </a:cubicBezTo>
                    <a:cubicBezTo>
                      <a:pt x="137" y="716"/>
                      <a:pt x="140" y="713"/>
                      <a:pt x="130" y="715"/>
                    </a:cubicBezTo>
                    <a:cubicBezTo>
                      <a:pt x="124" y="717"/>
                      <a:pt x="120" y="718"/>
                      <a:pt x="110" y="719"/>
                    </a:cubicBezTo>
                    <a:cubicBezTo>
                      <a:pt x="107" y="719"/>
                      <a:pt x="107" y="717"/>
                      <a:pt x="104" y="717"/>
                    </a:cubicBezTo>
                    <a:cubicBezTo>
                      <a:pt x="92" y="716"/>
                      <a:pt x="79" y="723"/>
                      <a:pt x="69" y="721"/>
                    </a:cubicBezTo>
                    <a:cubicBezTo>
                      <a:pt x="70" y="714"/>
                      <a:pt x="62" y="716"/>
                      <a:pt x="60" y="715"/>
                    </a:cubicBezTo>
                    <a:cubicBezTo>
                      <a:pt x="59" y="715"/>
                      <a:pt x="60" y="712"/>
                      <a:pt x="60" y="711"/>
                    </a:cubicBezTo>
                    <a:cubicBezTo>
                      <a:pt x="59" y="711"/>
                      <a:pt x="55" y="712"/>
                      <a:pt x="54" y="711"/>
                    </a:cubicBezTo>
                    <a:cubicBezTo>
                      <a:pt x="53" y="711"/>
                      <a:pt x="55" y="708"/>
                      <a:pt x="54" y="708"/>
                    </a:cubicBezTo>
                    <a:cubicBezTo>
                      <a:pt x="53" y="707"/>
                      <a:pt x="50" y="709"/>
                      <a:pt x="50" y="706"/>
                    </a:cubicBezTo>
                    <a:cubicBezTo>
                      <a:pt x="50" y="705"/>
                      <a:pt x="47" y="702"/>
                      <a:pt x="47" y="702"/>
                    </a:cubicBezTo>
                    <a:cubicBezTo>
                      <a:pt x="46" y="701"/>
                      <a:pt x="47" y="700"/>
                      <a:pt x="45" y="700"/>
                    </a:cubicBezTo>
                    <a:cubicBezTo>
                      <a:pt x="43" y="700"/>
                      <a:pt x="43" y="698"/>
                      <a:pt x="43" y="697"/>
                    </a:cubicBezTo>
                    <a:cubicBezTo>
                      <a:pt x="42" y="694"/>
                      <a:pt x="40" y="696"/>
                      <a:pt x="39" y="695"/>
                    </a:cubicBezTo>
                    <a:cubicBezTo>
                      <a:pt x="39" y="694"/>
                      <a:pt x="40" y="692"/>
                      <a:pt x="39" y="691"/>
                    </a:cubicBezTo>
                    <a:cubicBezTo>
                      <a:pt x="38" y="689"/>
                      <a:pt x="35" y="692"/>
                      <a:pt x="35" y="689"/>
                    </a:cubicBezTo>
                    <a:cubicBezTo>
                      <a:pt x="35" y="688"/>
                      <a:pt x="37" y="686"/>
                      <a:pt x="37" y="687"/>
                    </a:cubicBezTo>
                    <a:cubicBezTo>
                      <a:pt x="35" y="681"/>
                      <a:pt x="26" y="682"/>
                      <a:pt x="28" y="676"/>
                    </a:cubicBezTo>
                    <a:cubicBezTo>
                      <a:pt x="19" y="679"/>
                      <a:pt x="23" y="668"/>
                      <a:pt x="15" y="670"/>
                    </a:cubicBezTo>
                    <a:cubicBezTo>
                      <a:pt x="16" y="669"/>
                      <a:pt x="17" y="667"/>
                      <a:pt x="17" y="665"/>
                    </a:cubicBezTo>
                    <a:cubicBezTo>
                      <a:pt x="16" y="662"/>
                      <a:pt x="12" y="663"/>
                      <a:pt x="9" y="663"/>
                    </a:cubicBezTo>
                    <a:cubicBezTo>
                      <a:pt x="11" y="660"/>
                      <a:pt x="6" y="659"/>
                      <a:pt x="6" y="657"/>
                    </a:cubicBezTo>
                    <a:cubicBezTo>
                      <a:pt x="5" y="654"/>
                      <a:pt x="9" y="655"/>
                      <a:pt x="6" y="650"/>
                    </a:cubicBezTo>
                    <a:cubicBezTo>
                      <a:pt x="5" y="649"/>
                      <a:pt x="4" y="650"/>
                      <a:pt x="4" y="648"/>
                    </a:cubicBezTo>
                    <a:cubicBezTo>
                      <a:pt x="4" y="647"/>
                      <a:pt x="2" y="642"/>
                      <a:pt x="0" y="641"/>
                    </a:cubicBezTo>
                    <a:cubicBezTo>
                      <a:pt x="0" y="638"/>
                      <a:pt x="4" y="640"/>
                      <a:pt x="6" y="639"/>
                    </a:cubicBezTo>
                    <a:cubicBezTo>
                      <a:pt x="7" y="638"/>
                      <a:pt x="6" y="632"/>
                      <a:pt x="9" y="633"/>
                    </a:cubicBezTo>
                    <a:cubicBezTo>
                      <a:pt x="9" y="623"/>
                      <a:pt x="9" y="612"/>
                      <a:pt x="9" y="602"/>
                    </a:cubicBezTo>
                    <a:cubicBezTo>
                      <a:pt x="10" y="599"/>
                      <a:pt x="6" y="601"/>
                      <a:pt x="6" y="600"/>
                    </a:cubicBezTo>
                    <a:cubicBezTo>
                      <a:pt x="5" y="599"/>
                      <a:pt x="7" y="597"/>
                      <a:pt x="7" y="596"/>
                    </a:cubicBezTo>
                    <a:cubicBezTo>
                      <a:pt x="8" y="593"/>
                      <a:pt x="5" y="592"/>
                      <a:pt x="6" y="588"/>
                    </a:cubicBezTo>
                    <a:cubicBezTo>
                      <a:pt x="13" y="596"/>
                      <a:pt x="6" y="575"/>
                      <a:pt x="13" y="583"/>
                    </a:cubicBezTo>
                    <a:cubicBezTo>
                      <a:pt x="14" y="581"/>
                      <a:pt x="13" y="574"/>
                      <a:pt x="15" y="572"/>
                    </a:cubicBezTo>
                    <a:cubicBezTo>
                      <a:pt x="15" y="571"/>
                      <a:pt x="19" y="572"/>
                      <a:pt x="19" y="572"/>
                    </a:cubicBezTo>
                    <a:cubicBezTo>
                      <a:pt x="19" y="571"/>
                      <a:pt x="16" y="568"/>
                      <a:pt x="17" y="566"/>
                    </a:cubicBezTo>
                    <a:cubicBezTo>
                      <a:pt x="24" y="564"/>
                      <a:pt x="23" y="554"/>
                      <a:pt x="30" y="553"/>
                    </a:cubicBezTo>
                    <a:cubicBezTo>
                      <a:pt x="30" y="547"/>
                      <a:pt x="36" y="547"/>
                      <a:pt x="35" y="540"/>
                    </a:cubicBezTo>
                    <a:cubicBezTo>
                      <a:pt x="39" y="541"/>
                      <a:pt x="39" y="539"/>
                      <a:pt x="39" y="536"/>
                    </a:cubicBezTo>
                    <a:cubicBezTo>
                      <a:pt x="50" y="535"/>
                      <a:pt x="59" y="531"/>
                      <a:pt x="58" y="518"/>
                    </a:cubicBezTo>
                    <a:cubicBezTo>
                      <a:pt x="65" y="519"/>
                      <a:pt x="59" y="507"/>
                      <a:pt x="65" y="508"/>
                    </a:cubicBezTo>
                    <a:cubicBezTo>
                      <a:pt x="65" y="505"/>
                      <a:pt x="65" y="501"/>
                      <a:pt x="65" y="497"/>
                    </a:cubicBezTo>
                    <a:cubicBezTo>
                      <a:pt x="69" y="497"/>
                      <a:pt x="69" y="495"/>
                      <a:pt x="73" y="495"/>
                    </a:cubicBezTo>
                    <a:cubicBezTo>
                      <a:pt x="76" y="492"/>
                      <a:pt x="79" y="489"/>
                      <a:pt x="82" y="484"/>
                    </a:cubicBezTo>
                    <a:cubicBezTo>
                      <a:pt x="83" y="483"/>
                      <a:pt x="84" y="484"/>
                      <a:pt x="84" y="482"/>
                    </a:cubicBezTo>
                    <a:cubicBezTo>
                      <a:pt x="84" y="480"/>
                      <a:pt x="89" y="480"/>
                      <a:pt x="88" y="477"/>
                    </a:cubicBezTo>
                    <a:cubicBezTo>
                      <a:pt x="96" y="478"/>
                      <a:pt x="97" y="472"/>
                      <a:pt x="104" y="473"/>
                    </a:cubicBezTo>
                    <a:cubicBezTo>
                      <a:pt x="102" y="480"/>
                      <a:pt x="113" y="473"/>
                      <a:pt x="110" y="480"/>
                    </a:cubicBezTo>
                    <a:cubicBezTo>
                      <a:pt x="114" y="476"/>
                      <a:pt x="129" y="483"/>
                      <a:pt x="129" y="475"/>
                    </a:cubicBezTo>
                    <a:cubicBezTo>
                      <a:pt x="137" y="474"/>
                      <a:pt x="145" y="471"/>
                      <a:pt x="149" y="465"/>
                    </a:cubicBezTo>
                    <a:cubicBezTo>
                      <a:pt x="152" y="466"/>
                      <a:pt x="154" y="466"/>
                      <a:pt x="155" y="464"/>
                    </a:cubicBezTo>
                    <a:cubicBezTo>
                      <a:pt x="158" y="464"/>
                      <a:pt x="159" y="465"/>
                      <a:pt x="162" y="465"/>
                    </a:cubicBezTo>
                    <a:cubicBezTo>
                      <a:pt x="166" y="466"/>
                      <a:pt x="170" y="463"/>
                      <a:pt x="173" y="464"/>
                    </a:cubicBezTo>
                    <a:cubicBezTo>
                      <a:pt x="173" y="464"/>
                      <a:pt x="174" y="465"/>
                      <a:pt x="175" y="465"/>
                    </a:cubicBezTo>
                    <a:cubicBezTo>
                      <a:pt x="179" y="466"/>
                      <a:pt x="187" y="469"/>
                      <a:pt x="196" y="467"/>
                    </a:cubicBezTo>
                    <a:cubicBezTo>
                      <a:pt x="199" y="467"/>
                      <a:pt x="205" y="461"/>
                      <a:pt x="209" y="465"/>
                    </a:cubicBezTo>
                    <a:cubicBezTo>
                      <a:pt x="212" y="468"/>
                      <a:pt x="211" y="466"/>
                      <a:pt x="216" y="465"/>
                    </a:cubicBezTo>
                    <a:cubicBezTo>
                      <a:pt x="216" y="467"/>
                      <a:pt x="219" y="467"/>
                      <a:pt x="218" y="469"/>
                    </a:cubicBezTo>
                    <a:cubicBezTo>
                      <a:pt x="218" y="470"/>
                      <a:pt x="214" y="471"/>
                      <a:pt x="214" y="471"/>
                    </a:cubicBezTo>
                    <a:cubicBezTo>
                      <a:pt x="214" y="473"/>
                      <a:pt x="216" y="472"/>
                      <a:pt x="216" y="473"/>
                    </a:cubicBezTo>
                    <a:cubicBezTo>
                      <a:pt x="217" y="475"/>
                      <a:pt x="214" y="475"/>
                      <a:pt x="214" y="475"/>
                    </a:cubicBezTo>
                    <a:cubicBezTo>
                      <a:pt x="215" y="476"/>
                      <a:pt x="216" y="477"/>
                      <a:pt x="216" y="479"/>
                    </a:cubicBezTo>
                    <a:cubicBezTo>
                      <a:pt x="216" y="484"/>
                      <a:pt x="213" y="486"/>
                      <a:pt x="218" y="493"/>
                    </a:cubicBezTo>
                    <a:cubicBezTo>
                      <a:pt x="219" y="498"/>
                      <a:pt x="221" y="491"/>
                      <a:pt x="224" y="495"/>
                    </a:cubicBezTo>
                    <a:cubicBezTo>
                      <a:pt x="223" y="498"/>
                      <a:pt x="227" y="496"/>
                      <a:pt x="227" y="497"/>
                    </a:cubicBezTo>
                    <a:cubicBezTo>
                      <a:pt x="228" y="498"/>
                      <a:pt x="227" y="500"/>
                      <a:pt x="227" y="501"/>
                    </a:cubicBezTo>
                    <a:cubicBezTo>
                      <a:pt x="229" y="502"/>
                      <a:pt x="233" y="500"/>
                      <a:pt x="233" y="503"/>
                    </a:cubicBezTo>
                    <a:cubicBezTo>
                      <a:pt x="239" y="500"/>
                      <a:pt x="243" y="508"/>
                      <a:pt x="246" y="503"/>
                    </a:cubicBezTo>
                    <a:cubicBezTo>
                      <a:pt x="248" y="502"/>
                      <a:pt x="247" y="506"/>
                      <a:pt x="248" y="506"/>
                    </a:cubicBezTo>
                    <a:cubicBezTo>
                      <a:pt x="251" y="508"/>
                      <a:pt x="253" y="506"/>
                      <a:pt x="257" y="508"/>
                    </a:cubicBezTo>
                    <a:cubicBezTo>
                      <a:pt x="258" y="509"/>
                      <a:pt x="258" y="511"/>
                      <a:pt x="259" y="512"/>
                    </a:cubicBezTo>
                    <a:cubicBezTo>
                      <a:pt x="260" y="513"/>
                      <a:pt x="262" y="511"/>
                      <a:pt x="263" y="512"/>
                    </a:cubicBezTo>
                    <a:cubicBezTo>
                      <a:pt x="265" y="514"/>
                      <a:pt x="266" y="513"/>
                      <a:pt x="268" y="514"/>
                    </a:cubicBezTo>
                    <a:cubicBezTo>
                      <a:pt x="269" y="514"/>
                      <a:pt x="270" y="518"/>
                      <a:pt x="270" y="518"/>
                    </a:cubicBezTo>
                    <a:cubicBezTo>
                      <a:pt x="271" y="518"/>
                      <a:pt x="274" y="516"/>
                      <a:pt x="276" y="516"/>
                    </a:cubicBezTo>
                    <a:cubicBezTo>
                      <a:pt x="275" y="516"/>
                      <a:pt x="277" y="517"/>
                      <a:pt x="278" y="518"/>
                    </a:cubicBezTo>
                    <a:cubicBezTo>
                      <a:pt x="279" y="518"/>
                      <a:pt x="280" y="517"/>
                      <a:pt x="281" y="518"/>
                    </a:cubicBezTo>
                    <a:cubicBezTo>
                      <a:pt x="282" y="516"/>
                      <a:pt x="284" y="515"/>
                      <a:pt x="285" y="514"/>
                    </a:cubicBezTo>
                    <a:cubicBezTo>
                      <a:pt x="285" y="514"/>
                      <a:pt x="288" y="513"/>
                      <a:pt x="287" y="512"/>
                    </a:cubicBezTo>
                    <a:cubicBezTo>
                      <a:pt x="282" y="508"/>
                      <a:pt x="292" y="509"/>
                      <a:pt x="293" y="503"/>
                    </a:cubicBezTo>
                    <a:cubicBezTo>
                      <a:pt x="298" y="504"/>
                      <a:pt x="298" y="499"/>
                      <a:pt x="304" y="501"/>
                    </a:cubicBezTo>
                    <a:cubicBezTo>
                      <a:pt x="305" y="501"/>
                      <a:pt x="305" y="503"/>
                      <a:pt x="306" y="503"/>
                    </a:cubicBezTo>
                    <a:cubicBezTo>
                      <a:pt x="308" y="503"/>
                      <a:pt x="311" y="502"/>
                      <a:pt x="313" y="503"/>
                    </a:cubicBezTo>
                    <a:cubicBezTo>
                      <a:pt x="314" y="503"/>
                      <a:pt x="317" y="506"/>
                      <a:pt x="317" y="506"/>
                    </a:cubicBezTo>
                    <a:cubicBezTo>
                      <a:pt x="318" y="507"/>
                      <a:pt x="320" y="504"/>
                      <a:pt x="322" y="505"/>
                    </a:cubicBezTo>
                    <a:cubicBezTo>
                      <a:pt x="323" y="505"/>
                      <a:pt x="322" y="508"/>
                      <a:pt x="322" y="508"/>
                    </a:cubicBezTo>
                    <a:cubicBezTo>
                      <a:pt x="324" y="509"/>
                      <a:pt x="327" y="505"/>
                      <a:pt x="330" y="506"/>
                    </a:cubicBezTo>
                    <a:cubicBezTo>
                      <a:pt x="331" y="508"/>
                      <a:pt x="326" y="508"/>
                      <a:pt x="326" y="508"/>
                    </a:cubicBezTo>
                    <a:cubicBezTo>
                      <a:pt x="327" y="512"/>
                      <a:pt x="339" y="512"/>
                      <a:pt x="345" y="512"/>
                    </a:cubicBezTo>
                    <a:cubicBezTo>
                      <a:pt x="344" y="519"/>
                      <a:pt x="360" y="517"/>
                      <a:pt x="363" y="512"/>
                    </a:cubicBezTo>
                    <a:cubicBezTo>
                      <a:pt x="365" y="514"/>
                      <a:pt x="373" y="510"/>
                      <a:pt x="375" y="512"/>
                    </a:cubicBezTo>
                    <a:cubicBezTo>
                      <a:pt x="377" y="514"/>
                      <a:pt x="375" y="512"/>
                      <a:pt x="378" y="512"/>
                    </a:cubicBezTo>
                    <a:cubicBezTo>
                      <a:pt x="382" y="512"/>
                      <a:pt x="384" y="514"/>
                      <a:pt x="388" y="514"/>
                    </a:cubicBezTo>
                    <a:cubicBezTo>
                      <a:pt x="391" y="513"/>
                      <a:pt x="393" y="511"/>
                      <a:pt x="397" y="510"/>
                    </a:cubicBezTo>
                    <a:cubicBezTo>
                      <a:pt x="398" y="506"/>
                      <a:pt x="398" y="500"/>
                      <a:pt x="403" y="499"/>
                    </a:cubicBezTo>
                    <a:cubicBezTo>
                      <a:pt x="403" y="496"/>
                      <a:pt x="400" y="495"/>
                      <a:pt x="401" y="492"/>
                    </a:cubicBezTo>
                    <a:cubicBezTo>
                      <a:pt x="407" y="492"/>
                      <a:pt x="406" y="480"/>
                      <a:pt x="412" y="486"/>
                    </a:cubicBezTo>
                    <a:cubicBezTo>
                      <a:pt x="413" y="479"/>
                      <a:pt x="410" y="477"/>
                      <a:pt x="404" y="477"/>
                    </a:cubicBezTo>
                    <a:cubicBezTo>
                      <a:pt x="406" y="475"/>
                      <a:pt x="406" y="472"/>
                      <a:pt x="406" y="469"/>
                    </a:cubicBezTo>
                    <a:cubicBezTo>
                      <a:pt x="404" y="464"/>
                      <a:pt x="393" y="467"/>
                      <a:pt x="391" y="462"/>
                    </a:cubicBezTo>
                    <a:cubicBezTo>
                      <a:pt x="388" y="464"/>
                      <a:pt x="382" y="463"/>
                      <a:pt x="380" y="467"/>
                    </a:cubicBezTo>
                    <a:cubicBezTo>
                      <a:pt x="378" y="468"/>
                      <a:pt x="379" y="464"/>
                      <a:pt x="378" y="464"/>
                    </a:cubicBezTo>
                    <a:cubicBezTo>
                      <a:pt x="375" y="462"/>
                      <a:pt x="369" y="465"/>
                      <a:pt x="365" y="464"/>
                    </a:cubicBezTo>
                    <a:cubicBezTo>
                      <a:pt x="363" y="465"/>
                      <a:pt x="363" y="468"/>
                      <a:pt x="360" y="467"/>
                    </a:cubicBezTo>
                    <a:cubicBezTo>
                      <a:pt x="354" y="468"/>
                      <a:pt x="356" y="460"/>
                      <a:pt x="347" y="462"/>
                    </a:cubicBezTo>
                    <a:cubicBezTo>
                      <a:pt x="347" y="458"/>
                      <a:pt x="344" y="458"/>
                      <a:pt x="345" y="454"/>
                    </a:cubicBezTo>
                    <a:cubicBezTo>
                      <a:pt x="343" y="455"/>
                      <a:pt x="342" y="454"/>
                      <a:pt x="341" y="452"/>
                    </a:cubicBezTo>
                    <a:cubicBezTo>
                      <a:pt x="340" y="450"/>
                      <a:pt x="337" y="449"/>
                      <a:pt x="334" y="449"/>
                    </a:cubicBezTo>
                    <a:cubicBezTo>
                      <a:pt x="337" y="444"/>
                      <a:pt x="335" y="433"/>
                      <a:pt x="334" y="428"/>
                    </a:cubicBezTo>
                    <a:cubicBezTo>
                      <a:pt x="329" y="431"/>
                      <a:pt x="323" y="425"/>
                      <a:pt x="322" y="434"/>
                    </a:cubicBezTo>
                    <a:cubicBezTo>
                      <a:pt x="317" y="431"/>
                      <a:pt x="316" y="435"/>
                      <a:pt x="311" y="432"/>
                    </a:cubicBezTo>
                    <a:cubicBezTo>
                      <a:pt x="312" y="434"/>
                      <a:pt x="311" y="435"/>
                      <a:pt x="309" y="436"/>
                    </a:cubicBezTo>
                    <a:cubicBezTo>
                      <a:pt x="311" y="437"/>
                      <a:pt x="312" y="438"/>
                      <a:pt x="313" y="439"/>
                    </a:cubicBezTo>
                    <a:cubicBezTo>
                      <a:pt x="314" y="441"/>
                      <a:pt x="313" y="444"/>
                      <a:pt x="317" y="443"/>
                    </a:cubicBezTo>
                    <a:cubicBezTo>
                      <a:pt x="315" y="449"/>
                      <a:pt x="315" y="447"/>
                      <a:pt x="319" y="451"/>
                    </a:cubicBezTo>
                    <a:cubicBezTo>
                      <a:pt x="320" y="455"/>
                      <a:pt x="316" y="453"/>
                      <a:pt x="315" y="454"/>
                    </a:cubicBezTo>
                    <a:cubicBezTo>
                      <a:pt x="315" y="455"/>
                      <a:pt x="312" y="461"/>
                      <a:pt x="311" y="460"/>
                    </a:cubicBezTo>
                    <a:cubicBezTo>
                      <a:pt x="307" y="456"/>
                      <a:pt x="311" y="465"/>
                      <a:pt x="304" y="464"/>
                    </a:cubicBezTo>
                    <a:cubicBezTo>
                      <a:pt x="303" y="462"/>
                      <a:pt x="302" y="460"/>
                      <a:pt x="300" y="460"/>
                    </a:cubicBezTo>
                    <a:cubicBezTo>
                      <a:pt x="299" y="457"/>
                      <a:pt x="302" y="456"/>
                      <a:pt x="304" y="456"/>
                    </a:cubicBezTo>
                    <a:cubicBezTo>
                      <a:pt x="301" y="453"/>
                      <a:pt x="295" y="451"/>
                      <a:pt x="300" y="447"/>
                    </a:cubicBezTo>
                    <a:cubicBezTo>
                      <a:pt x="298" y="446"/>
                      <a:pt x="294" y="448"/>
                      <a:pt x="293" y="447"/>
                    </a:cubicBezTo>
                    <a:cubicBezTo>
                      <a:pt x="291" y="446"/>
                      <a:pt x="296" y="445"/>
                      <a:pt x="296" y="445"/>
                    </a:cubicBezTo>
                    <a:cubicBezTo>
                      <a:pt x="296" y="445"/>
                      <a:pt x="292" y="440"/>
                      <a:pt x="287" y="438"/>
                    </a:cubicBezTo>
                    <a:cubicBezTo>
                      <a:pt x="288" y="429"/>
                      <a:pt x="283" y="427"/>
                      <a:pt x="283" y="419"/>
                    </a:cubicBezTo>
                    <a:cubicBezTo>
                      <a:pt x="284" y="416"/>
                      <a:pt x="279" y="418"/>
                      <a:pt x="278" y="417"/>
                    </a:cubicBezTo>
                    <a:cubicBezTo>
                      <a:pt x="277" y="416"/>
                      <a:pt x="281" y="414"/>
                      <a:pt x="280" y="413"/>
                    </a:cubicBezTo>
                    <a:cubicBezTo>
                      <a:pt x="276" y="410"/>
                      <a:pt x="275" y="414"/>
                      <a:pt x="272" y="411"/>
                    </a:cubicBezTo>
                    <a:cubicBezTo>
                      <a:pt x="272" y="411"/>
                      <a:pt x="274" y="409"/>
                      <a:pt x="274" y="408"/>
                    </a:cubicBezTo>
                    <a:cubicBezTo>
                      <a:pt x="273" y="406"/>
                      <a:pt x="272" y="410"/>
                      <a:pt x="272" y="410"/>
                    </a:cubicBezTo>
                    <a:cubicBezTo>
                      <a:pt x="270" y="410"/>
                      <a:pt x="271" y="407"/>
                      <a:pt x="270" y="406"/>
                    </a:cubicBezTo>
                    <a:cubicBezTo>
                      <a:pt x="263" y="407"/>
                      <a:pt x="263" y="401"/>
                      <a:pt x="255" y="402"/>
                    </a:cubicBezTo>
                    <a:cubicBezTo>
                      <a:pt x="255" y="400"/>
                      <a:pt x="253" y="400"/>
                      <a:pt x="252" y="398"/>
                    </a:cubicBezTo>
                    <a:cubicBezTo>
                      <a:pt x="251" y="398"/>
                      <a:pt x="252" y="395"/>
                      <a:pt x="252" y="395"/>
                    </a:cubicBezTo>
                    <a:cubicBezTo>
                      <a:pt x="251" y="394"/>
                      <a:pt x="248" y="395"/>
                      <a:pt x="248" y="395"/>
                    </a:cubicBezTo>
                    <a:cubicBezTo>
                      <a:pt x="248" y="394"/>
                      <a:pt x="248" y="387"/>
                      <a:pt x="246" y="389"/>
                    </a:cubicBezTo>
                    <a:cubicBezTo>
                      <a:pt x="245" y="391"/>
                      <a:pt x="244" y="389"/>
                      <a:pt x="242" y="387"/>
                    </a:cubicBezTo>
                    <a:cubicBezTo>
                      <a:pt x="242" y="386"/>
                      <a:pt x="240" y="386"/>
                      <a:pt x="240" y="383"/>
                    </a:cubicBezTo>
                    <a:cubicBezTo>
                      <a:pt x="234" y="384"/>
                      <a:pt x="235" y="386"/>
                      <a:pt x="229" y="383"/>
                    </a:cubicBezTo>
                    <a:cubicBezTo>
                      <a:pt x="227" y="384"/>
                      <a:pt x="228" y="387"/>
                      <a:pt x="226" y="387"/>
                    </a:cubicBezTo>
                    <a:cubicBezTo>
                      <a:pt x="224" y="392"/>
                      <a:pt x="229" y="391"/>
                      <a:pt x="229" y="395"/>
                    </a:cubicBezTo>
                    <a:cubicBezTo>
                      <a:pt x="229" y="396"/>
                      <a:pt x="232" y="399"/>
                      <a:pt x="233" y="400"/>
                    </a:cubicBezTo>
                    <a:cubicBezTo>
                      <a:pt x="234" y="401"/>
                      <a:pt x="235" y="402"/>
                      <a:pt x="237" y="402"/>
                    </a:cubicBezTo>
                    <a:cubicBezTo>
                      <a:pt x="234" y="408"/>
                      <a:pt x="240" y="407"/>
                      <a:pt x="242" y="410"/>
                    </a:cubicBezTo>
                    <a:cubicBezTo>
                      <a:pt x="243" y="410"/>
                      <a:pt x="244" y="417"/>
                      <a:pt x="246" y="415"/>
                    </a:cubicBezTo>
                    <a:cubicBezTo>
                      <a:pt x="249" y="412"/>
                      <a:pt x="246" y="416"/>
                      <a:pt x="248" y="417"/>
                    </a:cubicBezTo>
                    <a:cubicBezTo>
                      <a:pt x="250" y="419"/>
                      <a:pt x="254" y="418"/>
                      <a:pt x="255" y="423"/>
                    </a:cubicBezTo>
                    <a:cubicBezTo>
                      <a:pt x="258" y="421"/>
                      <a:pt x="259" y="424"/>
                      <a:pt x="259" y="424"/>
                    </a:cubicBezTo>
                    <a:cubicBezTo>
                      <a:pt x="260" y="425"/>
                      <a:pt x="262" y="423"/>
                      <a:pt x="261" y="423"/>
                    </a:cubicBezTo>
                    <a:cubicBezTo>
                      <a:pt x="263" y="423"/>
                      <a:pt x="264" y="428"/>
                      <a:pt x="265" y="424"/>
                    </a:cubicBezTo>
                    <a:cubicBezTo>
                      <a:pt x="269" y="424"/>
                      <a:pt x="264" y="433"/>
                      <a:pt x="270" y="430"/>
                    </a:cubicBezTo>
                    <a:cubicBezTo>
                      <a:pt x="270" y="434"/>
                      <a:pt x="262" y="431"/>
                      <a:pt x="259" y="432"/>
                    </a:cubicBezTo>
                    <a:cubicBezTo>
                      <a:pt x="260" y="434"/>
                      <a:pt x="262" y="433"/>
                      <a:pt x="263" y="436"/>
                    </a:cubicBezTo>
                    <a:cubicBezTo>
                      <a:pt x="264" y="439"/>
                      <a:pt x="260" y="445"/>
                      <a:pt x="263" y="445"/>
                    </a:cubicBezTo>
                    <a:cubicBezTo>
                      <a:pt x="261" y="448"/>
                      <a:pt x="257" y="448"/>
                      <a:pt x="253" y="449"/>
                    </a:cubicBezTo>
                    <a:cubicBezTo>
                      <a:pt x="256" y="448"/>
                      <a:pt x="254" y="441"/>
                      <a:pt x="257" y="441"/>
                    </a:cubicBezTo>
                    <a:cubicBezTo>
                      <a:pt x="256" y="440"/>
                      <a:pt x="256" y="436"/>
                      <a:pt x="253" y="436"/>
                    </a:cubicBezTo>
                    <a:cubicBezTo>
                      <a:pt x="251" y="435"/>
                      <a:pt x="255" y="433"/>
                      <a:pt x="250" y="430"/>
                    </a:cubicBezTo>
                    <a:cubicBezTo>
                      <a:pt x="248" y="429"/>
                      <a:pt x="244" y="429"/>
                      <a:pt x="244" y="424"/>
                    </a:cubicBezTo>
                    <a:cubicBezTo>
                      <a:pt x="236" y="426"/>
                      <a:pt x="235" y="421"/>
                      <a:pt x="229" y="421"/>
                    </a:cubicBezTo>
                    <a:cubicBezTo>
                      <a:pt x="228" y="416"/>
                      <a:pt x="225" y="414"/>
                      <a:pt x="222" y="410"/>
                    </a:cubicBezTo>
                    <a:cubicBezTo>
                      <a:pt x="221" y="408"/>
                      <a:pt x="220" y="410"/>
                      <a:pt x="220" y="408"/>
                    </a:cubicBezTo>
                    <a:cubicBezTo>
                      <a:pt x="220" y="405"/>
                      <a:pt x="217" y="407"/>
                      <a:pt x="216" y="406"/>
                    </a:cubicBezTo>
                    <a:cubicBezTo>
                      <a:pt x="216" y="405"/>
                      <a:pt x="217" y="402"/>
                      <a:pt x="216" y="402"/>
                    </a:cubicBezTo>
                    <a:cubicBezTo>
                      <a:pt x="214" y="401"/>
                      <a:pt x="211" y="403"/>
                      <a:pt x="209" y="402"/>
                    </a:cubicBezTo>
                    <a:cubicBezTo>
                      <a:pt x="208" y="401"/>
                      <a:pt x="212" y="400"/>
                      <a:pt x="213" y="400"/>
                    </a:cubicBezTo>
                    <a:cubicBezTo>
                      <a:pt x="210" y="396"/>
                      <a:pt x="199" y="396"/>
                      <a:pt x="194" y="398"/>
                    </a:cubicBezTo>
                    <a:cubicBezTo>
                      <a:pt x="193" y="400"/>
                      <a:pt x="197" y="401"/>
                      <a:pt x="198" y="400"/>
                    </a:cubicBezTo>
                    <a:cubicBezTo>
                      <a:pt x="196" y="403"/>
                      <a:pt x="195" y="401"/>
                      <a:pt x="192" y="402"/>
                    </a:cubicBezTo>
                    <a:cubicBezTo>
                      <a:pt x="188" y="404"/>
                      <a:pt x="188" y="410"/>
                      <a:pt x="185" y="410"/>
                    </a:cubicBezTo>
                    <a:cubicBezTo>
                      <a:pt x="177" y="409"/>
                      <a:pt x="175" y="403"/>
                      <a:pt x="166" y="404"/>
                    </a:cubicBezTo>
                    <a:cubicBezTo>
                      <a:pt x="163" y="405"/>
                      <a:pt x="164" y="410"/>
                      <a:pt x="158" y="408"/>
                    </a:cubicBezTo>
                    <a:cubicBezTo>
                      <a:pt x="158" y="412"/>
                      <a:pt x="158" y="416"/>
                      <a:pt x="158" y="421"/>
                    </a:cubicBezTo>
                    <a:cubicBezTo>
                      <a:pt x="153" y="423"/>
                      <a:pt x="141" y="421"/>
                      <a:pt x="144" y="432"/>
                    </a:cubicBezTo>
                    <a:cubicBezTo>
                      <a:pt x="131" y="429"/>
                      <a:pt x="141" y="439"/>
                      <a:pt x="130" y="439"/>
                    </a:cubicBezTo>
                    <a:cubicBezTo>
                      <a:pt x="130" y="442"/>
                      <a:pt x="137" y="446"/>
                      <a:pt x="132" y="447"/>
                    </a:cubicBezTo>
                    <a:cubicBezTo>
                      <a:pt x="132" y="453"/>
                      <a:pt x="129" y="447"/>
                      <a:pt x="125" y="452"/>
                    </a:cubicBezTo>
                    <a:cubicBezTo>
                      <a:pt x="125" y="455"/>
                      <a:pt x="125" y="456"/>
                      <a:pt x="127" y="456"/>
                    </a:cubicBezTo>
                    <a:cubicBezTo>
                      <a:pt x="127" y="460"/>
                      <a:pt x="120" y="457"/>
                      <a:pt x="117" y="458"/>
                    </a:cubicBezTo>
                    <a:cubicBezTo>
                      <a:pt x="115" y="458"/>
                      <a:pt x="115" y="463"/>
                      <a:pt x="114" y="464"/>
                    </a:cubicBezTo>
                    <a:cubicBezTo>
                      <a:pt x="108" y="466"/>
                      <a:pt x="98" y="462"/>
                      <a:pt x="93" y="469"/>
                    </a:cubicBezTo>
                    <a:cubicBezTo>
                      <a:pt x="91" y="467"/>
                      <a:pt x="89" y="464"/>
                      <a:pt x="88" y="462"/>
                    </a:cubicBezTo>
                    <a:cubicBezTo>
                      <a:pt x="79" y="460"/>
                      <a:pt x="70" y="464"/>
                      <a:pt x="67" y="462"/>
                    </a:cubicBezTo>
                    <a:cubicBezTo>
                      <a:pt x="68" y="455"/>
                      <a:pt x="71" y="447"/>
                      <a:pt x="65" y="443"/>
                    </a:cubicBezTo>
                    <a:cubicBezTo>
                      <a:pt x="64" y="440"/>
                      <a:pt x="68" y="439"/>
                      <a:pt x="69" y="436"/>
                    </a:cubicBezTo>
                    <a:cubicBezTo>
                      <a:pt x="70" y="430"/>
                      <a:pt x="67" y="425"/>
                      <a:pt x="71" y="421"/>
                    </a:cubicBezTo>
                    <a:cubicBezTo>
                      <a:pt x="69" y="417"/>
                      <a:pt x="70" y="411"/>
                      <a:pt x="65" y="410"/>
                    </a:cubicBezTo>
                    <a:cubicBezTo>
                      <a:pt x="66" y="408"/>
                      <a:pt x="70" y="408"/>
                      <a:pt x="69" y="404"/>
                    </a:cubicBezTo>
                    <a:cubicBezTo>
                      <a:pt x="74" y="405"/>
                      <a:pt x="85" y="400"/>
                      <a:pt x="84" y="408"/>
                    </a:cubicBezTo>
                    <a:cubicBezTo>
                      <a:pt x="88" y="404"/>
                      <a:pt x="106" y="412"/>
                      <a:pt x="110" y="408"/>
                    </a:cubicBezTo>
                    <a:cubicBezTo>
                      <a:pt x="112" y="406"/>
                      <a:pt x="111" y="407"/>
                      <a:pt x="114" y="408"/>
                    </a:cubicBezTo>
                    <a:cubicBezTo>
                      <a:pt x="113" y="408"/>
                      <a:pt x="115" y="405"/>
                      <a:pt x="116" y="406"/>
                    </a:cubicBezTo>
                    <a:cubicBezTo>
                      <a:pt x="116" y="406"/>
                      <a:pt x="116" y="408"/>
                      <a:pt x="116" y="408"/>
                    </a:cubicBezTo>
                    <a:cubicBezTo>
                      <a:pt x="121" y="406"/>
                      <a:pt x="124" y="404"/>
                      <a:pt x="125" y="398"/>
                    </a:cubicBezTo>
                    <a:cubicBezTo>
                      <a:pt x="125" y="396"/>
                      <a:pt x="130" y="386"/>
                      <a:pt x="125" y="382"/>
                    </a:cubicBezTo>
                    <a:cubicBezTo>
                      <a:pt x="122" y="379"/>
                      <a:pt x="126" y="379"/>
                      <a:pt x="123" y="374"/>
                    </a:cubicBezTo>
                    <a:cubicBezTo>
                      <a:pt x="123" y="372"/>
                      <a:pt x="120" y="373"/>
                      <a:pt x="117" y="372"/>
                    </a:cubicBezTo>
                    <a:cubicBezTo>
                      <a:pt x="118" y="371"/>
                      <a:pt x="119" y="369"/>
                      <a:pt x="119" y="367"/>
                    </a:cubicBezTo>
                    <a:cubicBezTo>
                      <a:pt x="117" y="365"/>
                      <a:pt x="116" y="369"/>
                      <a:pt x="116" y="369"/>
                    </a:cubicBezTo>
                    <a:cubicBezTo>
                      <a:pt x="113" y="368"/>
                      <a:pt x="115" y="366"/>
                      <a:pt x="114" y="365"/>
                    </a:cubicBezTo>
                    <a:cubicBezTo>
                      <a:pt x="112" y="364"/>
                      <a:pt x="107" y="364"/>
                      <a:pt x="104" y="363"/>
                    </a:cubicBezTo>
                    <a:cubicBezTo>
                      <a:pt x="104" y="363"/>
                      <a:pt x="104" y="361"/>
                      <a:pt x="102" y="361"/>
                    </a:cubicBezTo>
                    <a:cubicBezTo>
                      <a:pt x="100" y="361"/>
                      <a:pt x="99" y="361"/>
                      <a:pt x="99" y="359"/>
                    </a:cubicBezTo>
                    <a:cubicBezTo>
                      <a:pt x="97" y="354"/>
                      <a:pt x="103" y="357"/>
                      <a:pt x="102" y="357"/>
                    </a:cubicBezTo>
                    <a:cubicBezTo>
                      <a:pt x="108" y="356"/>
                      <a:pt x="112" y="352"/>
                      <a:pt x="123" y="354"/>
                    </a:cubicBezTo>
                    <a:cubicBezTo>
                      <a:pt x="124" y="350"/>
                      <a:pt x="122" y="350"/>
                      <a:pt x="119" y="350"/>
                    </a:cubicBezTo>
                    <a:cubicBezTo>
                      <a:pt x="121" y="345"/>
                      <a:pt x="127" y="350"/>
                      <a:pt x="130" y="350"/>
                    </a:cubicBezTo>
                    <a:cubicBezTo>
                      <a:pt x="132" y="350"/>
                      <a:pt x="136" y="346"/>
                      <a:pt x="136" y="350"/>
                    </a:cubicBezTo>
                    <a:cubicBezTo>
                      <a:pt x="140" y="347"/>
                      <a:pt x="140" y="341"/>
                      <a:pt x="147" y="341"/>
                    </a:cubicBezTo>
                    <a:cubicBezTo>
                      <a:pt x="145" y="334"/>
                      <a:pt x="152" y="337"/>
                      <a:pt x="151" y="331"/>
                    </a:cubicBezTo>
                    <a:cubicBezTo>
                      <a:pt x="155" y="331"/>
                      <a:pt x="158" y="331"/>
                      <a:pt x="162" y="331"/>
                    </a:cubicBezTo>
                    <a:cubicBezTo>
                      <a:pt x="162" y="329"/>
                      <a:pt x="160" y="330"/>
                      <a:pt x="158" y="329"/>
                    </a:cubicBezTo>
                    <a:cubicBezTo>
                      <a:pt x="159" y="326"/>
                      <a:pt x="164" y="328"/>
                      <a:pt x="162" y="322"/>
                    </a:cubicBezTo>
                    <a:cubicBezTo>
                      <a:pt x="167" y="322"/>
                      <a:pt x="166" y="325"/>
                      <a:pt x="170" y="322"/>
                    </a:cubicBezTo>
                    <a:cubicBezTo>
                      <a:pt x="165" y="312"/>
                      <a:pt x="173" y="316"/>
                      <a:pt x="173" y="307"/>
                    </a:cubicBezTo>
                    <a:cubicBezTo>
                      <a:pt x="176" y="307"/>
                      <a:pt x="178" y="308"/>
                      <a:pt x="181" y="307"/>
                    </a:cubicBezTo>
                    <a:cubicBezTo>
                      <a:pt x="183" y="306"/>
                      <a:pt x="183" y="304"/>
                      <a:pt x="185" y="303"/>
                    </a:cubicBezTo>
                    <a:cubicBezTo>
                      <a:pt x="187" y="302"/>
                      <a:pt x="186" y="305"/>
                      <a:pt x="186" y="305"/>
                    </a:cubicBezTo>
                    <a:cubicBezTo>
                      <a:pt x="189" y="306"/>
                      <a:pt x="188" y="303"/>
                      <a:pt x="188" y="303"/>
                    </a:cubicBezTo>
                    <a:cubicBezTo>
                      <a:pt x="190" y="303"/>
                      <a:pt x="194" y="304"/>
                      <a:pt x="196" y="303"/>
                    </a:cubicBezTo>
                    <a:cubicBezTo>
                      <a:pt x="198" y="303"/>
                      <a:pt x="199" y="297"/>
                      <a:pt x="203" y="300"/>
                    </a:cubicBezTo>
                    <a:cubicBezTo>
                      <a:pt x="203" y="295"/>
                      <a:pt x="197" y="296"/>
                      <a:pt x="198" y="290"/>
                    </a:cubicBezTo>
                    <a:cubicBezTo>
                      <a:pt x="203" y="289"/>
                      <a:pt x="200" y="288"/>
                      <a:pt x="199" y="281"/>
                    </a:cubicBezTo>
                    <a:cubicBezTo>
                      <a:pt x="199" y="276"/>
                      <a:pt x="202" y="273"/>
                      <a:pt x="201" y="268"/>
                    </a:cubicBezTo>
                    <a:cubicBezTo>
                      <a:pt x="204" y="268"/>
                      <a:pt x="206" y="268"/>
                      <a:pt x="209" y="268"/>
                    </a:cubicBezTo>
                    <a:cubicBezTo>
                      <a:pt x="214" y="268"/>
                      <a:pt x="204" y="263"/>
                      <a:pt x="213" y="264"/>
                    </a:cubicBezTo>
                    <a:cubicBezTo>
                      <a:pt x="213" y="266"/>
                      <a:pt x="215" y="266"/>
                      <a:pt x="216" y="266"/>
                    </a:cubicBezTo>
                    <a:cubicBezTo>
                      <a:pt x="213" y="270"/>
                      <a:pt x="213" y="266"/>
                      <a:pt x="214" y="272"/>
                    </a:cubicBezTo>
                    <a:cubicBezTo>
                      <a:pt x="215" y="275"/>
                      <a:pt x="214" y="278"/>
                      <a:pt x="218" y="277"/>
                    </a:cubicBezTo>
                    <a:cubicBezTo>
                      <a:pt x="218" y="280"/>
                      <a:pt x="218" y="282"/>
                      <a:pt x="216" y="283"/>
                    </a:cubicBezTo>
                    <a:cubicBezTo>
                      <a:pt x="216" y="286"/>
                      <a:pt x="224" y="280"/>
                      <a:pt x="227" y="285"/>
                    </a:cubicBezTo>
                    <a:cubicBezTo>
                      <a:pt x="226" y="290"/>
                      <a:pt x="215" y="286"/>
                      <a:pt x="214" y="292"/>
                    </a:cubicBezTo>
                    <a:cubicBezTo>
                      <a:pt x="213" y="296"/>
                      <a:pt x="219" y="297"/>
                      <a:pt x="220" y="298"/>
                    </a:cubicBezTo>
                    <a:cubicBezTo>
                      <a:pt x="222" y="299"/>
                      <a:pt x="222" y="302"/>
                      <a:pt x="226" y="301"/>
                    </a:cubicBezTo>
                    <a:cubicBezTo>
                      <a:pt x="224" y="298"/>
                      <a:pt x="219" y="298"/>
                      <a:pt x="227" y="298"/>
                    </a:cubicBezTo>
                    <a:cubicBezTo>
                      <a:pt x="230" y="298"/>
                      <a:pt x="233" y="297"/>
                      <a:pt x="235" y="298"/>
                    </a:cubicBezTo>
                    <a:cubicBezTo>
                      <a:pt x="238" y="298"/>
                      <a:pt x="239" y="300"/>
                      <a:pt x="242" y="300"/>
                    </a:cubicBezTo>
                    <a:cubicBezTo>
                      <a:pt x="247" y="300"/>
                      <a:pt x="248" y="296"/>
                      <a:pt x="253" y="298"/>
                    </a:cubicBezTo>
                    <a:cubicBezTo>
                      <a:pt x="254" y="298"/>
                      <a:pt x="260" y="301"/>
                      <a:pt x="263" y="298"/>
                    </a:cubicBezTo>
                    <a:cubicBezTo>
                      <a:pt x="263" y="298"/>
                      <a:pt x="263" y="296"/>
                      <a:pt x="263" y="296"/>
                    </a:cubicBezTo>
                    <a:cubicBezTo>
                      <a:pt x="268" y="294"/>
                      <a:pt x="274" y="296"/>
                      <a:pt x="276" y="292"/>
                    </a:cubicBezTo>
                    <a:cubicBezTo>
                      <a:pt x="283" y="300"/>
                      <a:pt x="288" y="286"/>
                      <a:pt x="293" y="290"/>
                    </a:cubicBezTo>
                    <a:cubicBezTo>
                      <a:pt x="293" y="288"/>
                      <a:pt x="293" y="285"/>
                      <a:pt x="293" y="283"/>
                    </a:cubicBezTo>
                    <a:cubicBezTo>
                      <a:pt x="296" y="284"/>
                      <a:pt x="296" y="281"/>
                      <a:pt x="296" y="279"/>
                    </a:cubicBezTo>
                    <a:cubicBezTo>
                      <a:pt x="296" y="279"/>
                      <a:pt x="298" y="274"/>
                      <a:pt x="298" y="273"/>
                    </a:cubicBezTo>
                    <a:cubicBezTo>
                      <a:pt x="300" y="272"/>
                      <a:pt x="298" y="272"/>
                      <a:pt x="298" y="268"/>
                    </a:cubicBezTo>
                    <a:cubicBezTo>
                      <a:pt x="302" y="268"/>
                      <a:pt x="305" y="267"/>
                      <a:pt x="306" y="264"/>
                    </a:cubicBezTo>
                    <a:cubicBezTo>
                      <a:pt x="308" y="264"/>
                      <a:pt x="307" y="266"/>
                      <a:pt x="308" y="268"/>
                    </a:cubicBezTo>
                    <a:cubicBezTo>
                      <a:pt x="309" y="266"/>
                      <a:pt x="312" y="266"/>
                      <a:pt x="315" y="266"/>
                    </a:cubicBezTo>
                    <a:cubicBezTo>
                      <a:pt x="317" y="266"/>
                      <a:pt x="316" y="262"/>
                      <a:pt x="319" y="262"/>
                    </a:cubicBezTo>
                    <a:cubicBezTo>
                      <a:pt x="319" y="258"/>
                      <a:pt x="318" y="255"/>
                      <a:pt x="315" y="255"/>
                    </a:cubicBezTo>
                    <a:cubicBezTo>
                      <a:pt x="316" y="253"/>
                      <a:pt x="317" y="251"/>
                      <a:pt x="317" y="247"/>
                    </a:cubicBezTo>
                    <a:cubicBezTo>
                      <a:pt x="321" y="248"/>
                      <a:pt x="323" y="247"/>
                      <a:pt x="322" y="244"/>
                    </a:cubicBezTo>
                    <a:cubicBezTo>
                      <a:pt x="327" y="248"/>
                      <a:pt x="328" y="241"/>
                      <a:pt x="335" y="244"/>
                    </a:cubicBezTo>
                    <a:cubicBezTo>
                      <a:pt x="336" y="244"/>
                      <a:pt x="338" y="246"/>
                      <a:pt x="337" y="246"/>
                    </a:cubicBezTo>
                    <a:cubicBezTo>
                      <a:pt x="339" y="246"/>
                      <a:pt x="339" y="244"/>
                      <a:pt x="341" y="244"/>
                    </a:cubicBezTo>
                    <a:cubicBezTo>
                      <a:pt x="343" y="243"/>
                      <a:pt x="345" y="245"/>
                      <a:pt x="345" y="246"/>
                    </a:cubicBezTo>
                    <a:cubicBezTo>
                      <a:pt x="347" y="245"/>
                      <a:pt x="345" y="243"/>
                      <a:pt x="347" y="242"/>
                    </a:cubicBezTo>
                    <a:cubicBezTo>
                      <a:pt x="348" y="241"/>
                      <a:pt x="350" y="242"/>
                      <a:pt x="350" y="242"/>
                    </a:cubicBezTo>
                    <a:cubicBezTo>
                      <a:pt x="353" y="240"/>
                      <a:pt x="353" y="236"/>
                      <a:pt x="358" y="238"/>
                    </a:cubicBezTo>
                    <a:cubicBezTo>
                      <a:pt x="355" y="236"/>
                      <a:pt x="357" y="229"/>
                      <a:pt x="352" y="229"/>
                    </a:cubicBezTo>
                    <a:cubicBezTo>
                      <a:pt x="349" y="226"/>
                      <a:pt x="349" y="232"/>
                      <a:pt x="349" y="232"/>
                    </a:cubicBezTo>
                    <a:cubicBezTo>
                      <a:pt x="347" y="233"/>
                      <a:pt x="346" y="230"/>
                      <a:pt x="345" y="231"/>
                    </a:cubicBezTo>
                    <a:cubicBezTo>
                      <a:pt x="344" y="231"/>
                      <a:pt x="342" y="232"/>
                      <a:pt x="343" y="232"/>
                    </a:cubicBezTo>
                    <a:cubicBezTo>
                      <a:pt x="341" y="232"/>
                      <a:pt x="341" y="230"/>
                      <a:pt x="339" y="231"/>
                    </a:cubicBezTo>
                    <a:cubicBezTo>
                      <a:pt x="336" y="231"/>
                      <a:pt x="334" y="234"/>
                      <a:pt x="330" y="232"/>
                    </a:cubicBezTo>
                    <a:cubicBezTo>
                      <a:pt x="328" y="232"/>
                      <a:pt x="328" y="235"/>
                      <a:pt x="328" y="236"/>
                    </a:cubicBezTo>
                    <a:cubicBezTo>
                      <a:pt x="320" y="235"/>
                      <a:pt x="312" y="237"/>
                      <a:pt x="306" y="234"/>
                    </a:cubicBezTo>
                    <a:cubicBezTo>
                      <a:pt x="305" y="234"/>
                      <a:pt x="306" y="231"/>
                      <a:pt x="306" y="231"/>
                    </a:cubicBezTo>
                    <a:cubicBezTo>
                      <a:pt x="304" y="229"/>
                      <a:pt x="299" y="231"/>
                      <a:pt x="298" y="229"/>
                    </a:cubicBezTo>
                    <a:cubicBezTo>
                      <a:pt x="303" y="218"/>
                      <a:pt x="300" y="213"/>
                      <a:pt x="298" y="201"/>
                    </a:cubicBezTo>
                    <a:cubicBezTo>
                      <a:pt x="303" y="200"/>
                      <a:pt x="311" y="193"/>
                      <a:pt x="313" y="197"/>
                    </a:cubicBezTo>
                    <a:cubicBezTo>
                      <a:pt x="316" y="195"/>
                      <a:pt x="313" y="194"/>
                      <a:pt x="315" y="190"/>
                    </a:cubicBezTo>
                    <a:cubicBezTo>
                      <a:pt x="321" y="190"/>
                      <a:pt x="321" y="179"/>
                      <a:pt x="322" y="177"/>
                    </a:cubicBezTo>
                    <a:cubicBezTo>
                      <a:pt x="323" y="176"/>
                      <a:pt x="326" y="177"/>
                      <a:pt x="326" y="177"/>
                    </a:cubicBezTo>
                    <a:cubicBezTo>
                      <a:pt x="326" y="173"/>
                      <a:pt x="319" y="171"/>
                      <a:pt x="322" y="167"/>
                    </a:cubicBezTo>
                    <a:cubicBezTo>
                      <a:pt x="320" y="169"/>
                      <a:pt x="315" y="167"/>
                      <a:pt x="311" y="167"/>
                    </a:cubicBezTo>
                    <a:cubicBezTo>
                      <a:pt x="307" y="168"/>
                      <a:pt x="303" y="172"/>
                      <a:pt x="298" y="171"/>
                    </a:cubicBezTo>
                    <a:cubicBezTo>
                      <a:pt x="295" y="168"/>
                      <a:pt x="295" y="182"/>
                      <a:pt x="296" y="178"/>
                    </a:cubicBezTo>
                    <a:cubicBezTo>
                      <a:pt x="295" y="182"/>
                      <a:pt x="294" y="177"/>
                      <a:pt x="293" y="178"/>
                    </a:cubicBezTo>
                    <a:cubicBezTo>
                      <a:pt x="291" y="180"/>
                      <a:pt x="294" y="184"/>
                      <a:pt x="293" y="186"/>
                    </a:cubicBezTo>
                    <a:cubicBezTo>
                      <a:pt x="292" y="187"/>
                      <a:pt x="288" y="191"/>
                      <a:pt x="285" y="193"/>
                    </a:cubicBezTo>
                    <a:cubicBezTo>
                      <a:pt x="280" y="199"/>
                      <a:pt x="280" y="203"/>
                      <a:pt x="272" y="203"/>
                    </a:cubicBezTo>
                    <a:cubicBezTo>
                      <a:pt x="272" y="205"/>
                      <a:pt x="275" y="208"/>
                      <a:pt x="272" y="208"/>
                    </a:cubicBezTo>
                    <a:cubicBezTo>
                      <a:pt x="270" y="208"/>
                      <a:pt x="272" y="211"/>
                      <a:pt x="270" y="212"/>
                    </a:cubicBezTo>
                    <a:cubicBezTo>
                      <a:pt x="270" y="212"/>
                      <a:pt x="267" y="211"/>
                      <a:pt x="267" y="212"/>
                    </a:cubicBezTo>
                    <a:cubicBezTo>
                      <a:pt x="266" y="213"/>
                      <a:pt x="267" y="215"/>
                      <a:pt x="267" y="216"/>
                    </a:cubicBezTo>
                    <a:cubicBezTo>
                      <a:pt x="266" y="216"/>
                      <a:pt x="265" y="215"/>
                      <a:pt x="265" y="216"/>
                    </a:cubicBezTo>
                    <a:cubicBezTo>
                      <a:pt x="264" y="218"/>
                      <a:pt x="266" y="223"/>
                      <a:pt x="263" y="223"/>
                    </a:cubicBezTo>
                    <a:cubicBezTo>
                      <a:pt x="264" y="225"/>
                      <a:pt x="268" y="226"/>
                      <a:pt x="265" y="227"/>
                    </a:cubicBezTo>
                    <a:cubicBezTo>
                      <a:pt x="267" y="229"/>
                      <a:pt x="269" y="232"/>
                      <a:pt x="274" y="232"/>
                    </a:cubicBezTo>
                    <a:cubicBezTo>
                      <a:pt x="274" y="236"/>
                      <a:pt x="275" y="237"/>
                      <a:pt x="278" y="238"/>
                    </a:cubicBezTo>
                    <a:cubicBezTo>
                      <a:pt x="276" y="240"/>
                      <a:pt x="275" y="240"/>
                      <a:pt x="274" y="242"/>
                    </a:cubicBezTo>
                    <a:cubicBezTo>
                      <a:pt x="273" y="244"/>
                      <a:pt x="274" y="246"/>
                      <a:pt x="272" y="247"/>
                    </a:cubicBezTo>
                    <a:cubicBezTo>
                      <a:pt x="270" y="249"/>
                      <a:pt x="268" y="249"/>
                      <a:pt x="265" y="249"/>
                    </a:cubicBezTo>
                    <a:cubicBezTo>
                      <a:pt x="264" y="257"/>
                      <a:pt x="257" y="259"/>
                      <a:pt x="259" y="270"/>
                    </a:cubicBezTo>
                    <a:cubicBezTo>
                      <a:pt x="252" y="267"/>
                      <a:pt x="253" y="279"/>
                      <a:pt x="248" y="279"/>
                    </a:cubicBezTo>
                    <a:cubicBezTo>
                      <a:pt x="247" y="279"/>
                      <a:pt x="247" y="279"/>
                      <a:pt x="246" y="279"/>
                    </a:cubicBezTo>
                    <a:cubicBezTo>
                      <a:pt x="244" y="280"/>
                      <a:pt x="245" y="282"/>
                      <a:pt x="244" y="283"/>
                    </a:cubicBezTo>
                    <a:cubicBezTo>
                      <a:pt x="241" y="284"/>
                      <a:pt x="237" y="280"/>
                      <a:pt x="235" y="285"/>
                    </a:cubicBezTo>
                    <a:cubicBezTo>
                      <a:pt x="231" y="284"/>
                      <a:pt x="234" y="277"/>
                      <a:pt x="233" y="273"/>
                    </a:cubicBezTo>
                    <a:cubicBezTo>
                      <a:pt x="231" y="272"/>
                      <a:pt x="232" y="268"/>
                      <a:pt x="229" y="268"/>
                    </a:cubicBezTo>
                    <a:cubicBezTo>
                      <a:pt x="224" y="268"/>
                      <a:pt x="231" y="262"/>
                      <a:pt x="224" y="262"/>
                    </a:cubicBezTo>
                    <a:cubicBezTo>
                      <a:pt x="227" y="258"/>
                      <a:pt x="220" y="257"/>
                      <a:pt x="220" y="255"/>
                    </a:cubicBezTo>
                    <a:cubicBezTo>
                      <a:pt x="220" y="254"/>
                      <a:pt x="222" y="253"/>
                      <a:pt x="222" y="251"/>
                    </a:cubicBezTo>
                    <a:cubicBezTo>
                      <a:pt x="221" y="246"/>
                      <a:pt x="217" y="243"/>
                      <a:pt x="213" y="240"/>
                    </a:cubicBezTo>
                    <a:cubicBezTo>
                      <a:pt x="207" y="242"/>
                      <a:pt x="209" y="251"/>
                      <a:pt x="199" y="249"/>
                    </a:cubicBezTo>
                    <a:cubicBezTo>
                      <a:pt x="200" y="251"/>
                      <a:pt x="202" y="251"/>
                      <a:pt x="203" y="251"/>
                    </a:cubicBezTo>
                    <a:cubicBezTo>
                      <a:pt x="203" y="253"/>
                      <a:pt x="201" y="253"/>
                      <a:pt x="199" y="253"/>
                    </a:cubicBezTo>
                    <a:cubicBezTo>
                      <a:pt x="196" y="253"/>
                      <a:pt x="198" y="259"/>
                      <a:pt x="194" y="259"/>
                    </a:cubicBezTo>
                    <a:cubicBezTo>
                      <a:pt x="185" y="260"/>
                      <a:pt x="188" y="251"/>
                      <a:pt x="179" y="253"/>
                    </a:cubicBezTo>
                    <a:cubicBezTo>
                      <a:pt x="179" y="251"/>
                      <a:pt x="181" y="252"/>
                      <a:pt x="183" y="251"/>
                    </a:cubicBezTo>
                    <a:cubicBezTo>
                      <a:pt x="185" y="246"/>
                      <a:pt x="178" y="242"/>
                      <a:pt x="183" y="240"/>
                    </a:cubicBezTo>
                    <a:cubicBezTo>
                      <a:pt x="181" y="238"/>
                      <a:pt x="179" y="237"/>
                      <a:pt x="177" y="236"/>
                    </a:cubicBezTo>
                    <a:cubicBezTo>
                      <a:pt x="176" y="234"/>
                      <a:pt x="179" y="233"/>
                      <a:pt x="179" y="232"/>
                    </a:cubicBezTo>
                    <a:cubicBezTo>
                      <a:pt x="179" y="231"/>
                      <a:pt x="175" y="229"/>
                      <a:pt x="175" y="229"/>
                    </a:cubicBezTo>
                    <a:cubicBezTo>
                      <a:pt x="175" y="227"/>
                      <a:pt x="178" y="216"/>
                      <a:pt x="175" y="223"/>
                    </a:cubicBezTo>
                    <a:cubicBezTo>
                      <a:pt x="172" y="222"/>
                      <a:pt x="174" y="219"/>
                      <a:pt x="177" y="219"/>
                    </a:cubicBezTo>
                    <a:cubicBezTo>
                      <a:pt x="173" y="213"/>
                      <a:pt x="183" y="211"/>
                      <a:pt x="179" y="210"/>
                    </a:cubicBezTo>
                    <a:cubicBezTo>
                      <a:pt x="179" y="207"/>
                      <a:pt x="184" y="209"/>
                      <a:pt x="185" y="206"/>
                    </a:cubicBezTo>
                    <a:cubicBezTo>
                      <a:pt x="185" y="204"/>
                      <a:pt x="187" y="206"/>
                      <a:pt x="186" y="206"/>
                    </a:cubicBezTo>
                    <a:cubicBezTo>
                      <a:pt x="188" y="205"/>
                      <a:pt x="188" y="203"/>
                      <a:pt x="190" y="203"/>
                    </a:cubicBezTo>
                    <a:cubicBezTo>
                      <a:pt x="192" y="202"/>
                      <a:pt x="192" y="199"/>
                      <a:pt x="192" y="197"/>
                    </a:cubicBezTo>
                    <a:cubicBezTo>
                      <a:pt x="196" y="198"/>
                      <a:pt x="198" y="197"/>
                      <a:pt x="198" y="193"/>
                    </a:cubicBezTo>
                    <a:cubicBezTo>
                      <a:pt x="203" y="192"/>
                      <a:pt x="200" y="200"/>
                      <a:pt x="207" y="197"/>
                    </a:cubicBezTo>
                    <a:cubicBezTo>
                      <a:pt x="207" y="195"/>
                      <a:pt x="205" y="196"/>
                      <a:pt x="203" y="195"/>
                    </a:cubicBezTo>
                    <a:cubicBezTo>
                      <a:pt x="208" y="191"/>
                      <a:pt x="214" y="193"/>
                      <a:pt x="218" y="188"/>
                    </a:cubicBezTo>
                    <a:cubicBezTo>
                      <a:pt x="219" y="187"/>
                      <a:pt x="217" y="185"/>
                      <a:pt x="218" y="184"/>
                    </a:cubicBezTo>
                    <a:cubicBezTo>
                      <a:pt x="219" y="183"/>
                      <a:pt x="221" y="185"/>
                      <a:pt x="222" y="184"/>
                    </a:cubicBezTo>
                    <a:cubicBezTo>
                      <a:pt x="223" y="183"/>
                      <a:pt x="221" y="180"/>
                      <a:pt x="222" y="178"/>
                    </a:cubicBezTo>
                    <a:cubicBezTo>
                      <a:pt x="222" y="177"/>
                      <a:pt x="227" y="176"/>
                      <a:pt x="227" y="175"/>
                    </a:cubicBezTo>
                    <a:cubicBezTo>
                      <a:pt x="228" y="173"/>
                      <a:pt x="226" y="169"/>
                      <a:pt x="227" y="167"/>
                    </a:cubicBezTo>
                    <a:cubicBezTo>
                      <a:pt x="228" y="167"/>
                      <a:pt x="230" y="170"/>
                      <a:pt x="231" y="169"/>
                    </a:cubicBezTo>
                    <a:cubicBezTo>
                      <a:pt x="229" y="170"/>
                      <a:pt x="234" y="160"/>
                      <a:pt x="233" y="160"/>
                    </a:cubicBezTo>
                    <a:cubicBezTo>
                      <a:pt x="237" y="164"/>
                      <a:pt x="238" y="157"/>
                      <a:pt x="242" y="156"/>
                    </a:cubicBezTo>
                    <a:cubicBezTo>
                      <a:pt x="242" y="153"/>
                      <a:pt x="245" y="151"/>
                      <a:pt x="242" y="150"/>
                    </a:cubicBezTo>
                    <a:cubicBezTo>
                      <a:pt x="243" y="147"/>
                      <a:pt x="248" y="150"/>
                      <a:pt x="248" y="145"/>
                    </a:cubicBezTo>
                    <a:cubicBezTo>
                      <a:pt x="248" y="143"/>
                      <a:pt x="251" y="143"/>
                      <a:pt x="253" y="143"/>
                    </a:cubicBezTo>
                    <a:cubicBezTo>
                      <a:pt x="254" y="141"/>
                      <a:pt x="253" y="140"/>
                      <a:pt x="252" y="139"/>
                    </a:cubicBezTo>
                    <a:cubicBezTo>
                      <a:pt x="257" y="135"/>
                      <a:pt x="260" y="135"/>
                      <a:pt x="265" y="134"/>
                    </a:cubicBezTo>
                    <a:cubicBezTo>
                      <a:pt x="267" y="132"/>
                      <a:pt x="264" y="131"/>
                      <a:pt x="267" y="126"/>
                    </a:cubicBezTo>
                    <a:cubicBezTo>
                      <a:pt x="268" y="125"/>
                      <a:pt x="272" y="124"/>
                      <a:pt x="272" y="121"/>
                    </a:cubicBezTo>
                    <a:cubicBezTo>
                      <a:pt x="272" y="116"/>
                      <a:pt x="278" y="123"/>
                      <a:pt x="278" y="115"/>
                    </a:cubicBezTo>
                    <a:cubicBezTo>
                      <a:pt x="285" y="112"/>
                      <a:pt x="292" y="119"/>
                      <a:pt x="293" y="108"/>
                    </a:cubicBezTo>
                    <a:cubicBezTo>
                      <a:pt x="296" y="110"/>
                      <a:pt x="304" y="106"/>
                      <a:pt x="309" y="109"/>
                    </a:cubicBezTo>
                    <a:cubicBezTo>
                      <a:pt x="311" y="108"/>
                      <a:pt x="312" y="106"/>
                      <a:pt x="313" y="104"/>
                    </a:cubicBezTo>
                    <a:cubicBezTo>
                      <a:pt x="318" y="101"/>
                      <a:pt x="323" y="110"/>
                      <a:pt x="322" y="102"/>
                    </a:cubicBezTo>
                    <a:cubicBezTo>
                      <a:pt x="326" y="103"/>
                      <a:pt x="326" y="107"/>
                      <a:pt x="330" y="108"/>
                    </a:cubicBezTo>
                    <a:cubicBezTo>
                      <a:pt x="333" y="107"/>
                      <a:pt x="332" y="102"/>
                      <a:pt x="337" y="104"/>
                    </a:cubicBezTo>
                    <a:cubicBezTo>
                      <a:pt x="338" y="107"/>
                      <a:pt x="336" y="107"/>
                      <a:pt x="335" y="109"/>
                    </a:cubicBezTo>
                    <a:cubicBezTo>
                      <a:pt x="337" y="110"/>
                      <a:pt x="346" y="101"/>
                      <a:pt x="350" y="106"/>
                    </a:cubicBezTo>
                    <a:cubicBezTo>
                      <a:pt x="353" y="108"/>
                      <a:pt x="351" y="105"/>
                      <a:pt x="354" y="106"/>
                    </a:cubicBezTo>
                    <a:cubicBezTo>
                      <a:pt x="358" y="106"/>
                      <a:pt x="362" y="109"/>
                      <a:pt x="367" y="108"/>
                    </a:cubicBezTo>
                    <a:cubicBezTo>
                      <a:pt x="366" y="109"/>
                      <a:pt x="368" y="112"/>
                      <a:pt x="367" y="113"/>
                    </a:cubicBezTo>
                    <a:cubicBezTo>
                      <a:pt x="367" y="114"/>
                      <a:pt x="364" y="113"/>
                      <a:pt x="363" y="113"/>
                    </a:cubicBezTo>
                    <a:cubicBezTo>
                      <a:pt x="362" y="115"/>
                      <a:pt x="364" y="118"/>
                      <a:pt x="360" y="117"/>
                    </a:cubicBezTo>
                    <a:cubicBezTo>
                      <a:pt x="363" y="121"/>
                      <a:pt x="374" y="118"/>
                      <a:pt x="378" y="117"/>
                    </a:cubicBezTo>
                    <a:cubicBezTo>
                      <a:pt x="382" y="115"/>
                      <a:pt x="381" y="120"/>
                      <a:pt x="382" y="121"/>
                    </a:cubicBezTo>
                    <a:cubicBezTo>
                      <a:pt x="384" y="122"/>
                      <a:pt x="388" y="119"/>
                      <a:pt x="388" y="122"/>
                    </a:cubicBezTo>
                    <a:cubicBezTo>
                      <a:pt x="401" y="119"/>
                      <a:pt x="404" y="130"/>
                      <a:pt x="412" y="126"/>
                    </a:cubicBezTo>
                    <a:cubicBezTo>
                      <a:pt x="410" y="132"/>
                      <a:pt x="418" y="129"/>
                      <a:pt x="418" y="134"/>
                    </a:cubicBezTo>
                    <a:cubicBezTo>
                      <a:pt x="422" y="134"/>
                      <a:pt x="430" y="133"/>
                      <a:pt x="425" y="137"/>
                    </a:cubicBezTo>
                    <a:cubicBezTo>
                      <a:pt x="429" y="139"/>
                      <a:pt x="433" y="138"/>
                      <a:pt x="436" y="139"/>
                    </a:cubicBezTo>
                    <a:cubicBezTo>
                      <a:pt x="437" y="139"/>
                      <a:pt x="436" y="143"/>
                      <a:pt x="436" y="143"/>
                    </a:cubicBezTo>
                    <a:cubicBezTo>
                      <a:pt x="437" y="144"/>
                      <a:pt x="441" y="142"/>
                      <a:pt x="442" y="143"/>
                    </a:cubicBezTo>
                    <a:cubicBezTo>
                      <a:pt x="443" y="150"/>
                      <a:pt x="443" y="152"/>
                      <a:pt x="442" y="160"/>
                    </a:cubicBezTo>
                    <a:cubicBezTo>
                      <a:pt x="439" y="155"/>
                      <a:pt x="435" y="161"/>
                      <a:pt x="431" y="162"/>
                    </a:cubicBezTo>
                    <a:cubicBezTo>
                      <a:pt x="425" y="162"/>
                      <a:pt x="419" y="156"/>
                      <a:pt x="414" y="162"/>
                    </a:cubicBezTo>
                    <a:cubicBezTo>
                      <a:pt x="412" y="162"/>
                      <a:pt x="413" y="158"/>
                      <a:pt x="412" y="158"/>
                    </a:cubicBezTo>
                    <a:cubicBezTo>
                      <a:pt x="409" y="157"/>
                      <a:pt x="409" y="160"/>
                      <a:pt x="408" y="160"/>
                    </a:cubicBezTo>
                    <a:cubicBezTo>
                      <a:pt x="406" y="160"/>
                      <a:pt x="405" y="156"/>
                      <a:pt x="404" y="156"/>
                    </a:cubicBezTo>
                    <a:cubicBezTo>
                      <a:pt x="401" y="156"/>
                      <a:pt x="396" y="161"/>
                      <a:pt x="397" y="154"/>
                    </a:cubicBezTo>
                    <a:cubicBezTo>
                      <a:pt x="391" y="156"/>
                      <a:pt x="393" y="154"/>
                      <a:pt x="386" y="154"/>
                    </a:cubicBezTo>
                    <a:cubicBezTo>
                      <a:pt x="385" y="157"/>
                      <a:pt x="387" y="158"/>
                      <a:pt x="390" y="158"/>
                    </a:cubicBezTo>
                    <a:cubicBezTo>
                      <a:pt x="393" y="157"/>
                      <a:pt x="393" y="160"/>
                      <a:pt x="395" y="160"/>
                    </a:cubicBezTo>
                    <a:cubicBezTo>
                      <a:pt x="392" y="163"/>
                      <a:pt x="395" y="162"/>
                      <a:pt x="397" y="163"/>
                    </a:cubicBezTo>
                    <a:cubicBezTo>
                      <a:pt x="398" y="164"/>
                      <a:pt x="397" y="166"/>
                      <a:pt x="397" y="167"/>
                    </a:cubicBezTo>
                    <a:cubicBezTo>
                      <a:pt x="398" y="169"/>
                      <a:pt x="401" y="169"/>
                      <a:pt x="401" y="171"/>
                    </a:cubicBezTo>
                    <a:cubicBezTo>
                      <a:pt x="401" y="173"/>
                      <a:pt x="405" y="178"/>
                      <a:pt x="404" y="184"/>
                    </a:cubicBezTo>
                    <a:cubicBezTo>
                      <a:pt x="405" y="190"/>
                      <a:pt x="416" y="186"/>
                      <a:pt x="418" y="191"/>
                    </a:cubicBezTo>
                    <a:cubicBezTo>
                      <a:pt x="419" y="190"/>
                      <a:pt x="419" y="187"/>
                      <a:pt x="423" y="188"/>
                    </a:cubicBezTo>
                    <a:cubicBezTo>
                      <a:pt x="422" y="182"/>
                      <a:pt x="414" y="184"/>
                      <a:pt x="412" y="180"/>
                    </a:cubicBezTo>
                    <a:cubicBezTo>
                      <a:pt x="411" y="173"/>
                      <a:pt x="422" y="178"/>
                      <a:pt x="427" y="177"/>
                    </a:cubicBezTo>
                    <a:cubicBezTo>
                      <a:pt x="426" y="181"/>
                      <a:pt x="435" y="176"/>
                      <a:pt x="432" y="182"/>
                    </a:cubicBezTo>
                    <a:cubicBezTo>
                      <a:pt x="437" y="184"/>
                      <a:pt x="440" y="176"/>
                      <a:pt x="440" y="184"/>
                    </a:cubicBezTo>
                    <a:cubicBezTo>
                      <a:pt x="445" y="181"/>
                      <a:pt x="440" y="174"/>
                      <a:pt x="436" y="175"/>
                    </a:cubicBezTo>
                    <a:cubicBezTo>
                      <a:pt x="437" y="171"/>
                      <a:pt x="441" y="170"/>
                      <a:pt x="445" y="169"/>
                    </a:cubicBezTo>
                    <a:cubicBezTo>
                      <a:pt x="448" y="167"/>
                      <a:pt x="448" y="162"/>
                      <a:pt x="451" y="160"/>
                    </a:cubicBezTo>
                    <a:cubicBezTo>
                      <a:pt x="459" y="159"/>
                      <a:pt x="463" y="162"/>
                      <a:pt x="468" y="163"/>
                    </a:cubicBezTo>
                    <a:cubicBezTo>
                      <a:pt x="470" y="163"/>
                      <a:pt x="469" y="160"/>
                      <a:pt x="472" y="160"/>
                    </a:cubicBezTo>
                    <a:cubicBezTo>
                      <a:pt x="472" y="157"/>
                      <a:pt x="470" y="155"/>
                      <a:pt x="468" y="154"/>
                    </a:cubicBezTo>
                    <a:cubicBezTo>
                      <a:pt x="471" y="147"/>
                      <a:pt x="471" y="140"/>
                      <a:pt x="470" y="134"/>
                    </a:cubicBezTo>
                    <a:cubicBezTo>
                      <a:pt x="476" y="134"/>
                      <a:pt x="481" y="133"/>
                      <a:pt x="485" y="136"/>
                    </a:cubicBezTo>
                    <a:cubicBezTo>
                      <a:pt x="486" y="136"/>
                      <a:pt x="491" y="136"/>
                      <a:pt x="490" y="141"/>
                    </a:cubicBezTo>
                    <a:cubicBezTo>
                      <a:pt x="486" y="141"/>
                      <a:pt x="483" y="141"/>
                      <a:pt x="479" y="141"/>
                    </a:cubicBezTo>
                    <a:cubicBezTo>
                      <a:pt x="479" y="143"/>
                      <a:pt x="479" y="145"/>
                      <a:pt x="479" y="147"/>
                    </a:cubicBezTo>
                    <a:cubicBezTo>
                      <a:pt x="483" y="152"/>
                      <a:pt x="485" y="146"/>
                      <a:pt x="488" y="149"/>
                    </a:cubicBezTo>
                    <a:cubicBezTo>
                      <a:pt x="490" y="150"/>
                      <a:pt x="483" y="151"/>
                      <a:pt x="483" y="150"/>
                    </a:cubicBezTo>
                    <a:cubicBezTo>
                      <a:pt x="481" y="154"/>
                      <a:pt x="488" y="150"/>
                      <a:pt x="490" y="154"/>
                    </a:cubicBezTo>
                    <a:cubicBezTo>
                      <a:pt x="493" y="152"/>
                      <a:pt x="497" y="150"/>
                      <a:pt x="500" y="147"/>
                    </a:cubicBezTo>
                    <a:cubicBezTo>
                      <a:pt x="500" y="146"/>
                      <a:pt x="502" y="145"/>
                      <a:pt x="501" y="143"/>
                    </a:cubicBezTo>
                    <a:cubicBezTo>
                      <a:pt x="510" y="145"/>
                      <a:pt x="509" y="138"/>
                      <a:pt x="516" y="139"/>
                    </a:cubicBezTo>
                    <a:cubicBezTo>
                      <a:pt x="519" y="138"/>
                      <a:pt x="520" y="137"/>
                      <a:pt x="520" y="134"/>
                    </a:cubicBezTo>
                    <a:cubicBezTo>
                      <a:pt x="523" y="134"/>
                      <a:pt x="525" y="132"/>
                      <a:pt x="526" y="130"/>
                    </a:cubicBezTo>
                    <a:cubicBezTo>
                      <a:pt x="533" y="136"/>
                      <a:pt x="539" y="127"/>
                      <a:pt x="546" y="126"/>
                    </a:cubicBezTo>
                    <a:cubicBezTo>
                      <a:pt x="546" y="129"/>
                      <a:pt x="546" y="131"/>
                      <a:pt x="546" y="134"/>
                    </a:cubicBezTo>
                    <a:cubicBezTo>
                      <a:pt x="553" y="134"/>
                      <a:pt x="559" y="134"/>
                      <a:pt x="563" y="132"/>
                    </a:cubicBezTo>
                    <a:cubicBezTo>
                      <a:pt x="564" y="132"/>
                      <a:pt x="566" y="132"/>
                      <a:pt x="567" y="132"/>
                    </a:cubicBezTo>
                    <a:cubicBezTo>
                      <a:pt x="567" y="132"/>
                      <a:pt x="566" y="130"/>
                      <a:pt x="567" y="130"/>
                    </a:cubicBezTo>
                    <a:cubicBezTo>
                      <a:pt x="570" y="129"/>
                      <a:pt x="576" y="130"/>
                      <a:pt x="576" y="124"/>
                    </a:cubicBezTo>
                    <a:cubicBezTo>
                      <a:pt x="581" y="127"/>
                      <a:pt x="588" y="127"/>
                      <a:pt x="591" y="132"/>
                    </a:cubicBezTo>
                    <a:cubicBezTo>
                      <a:pt x="594" y="131"/>
                      <a:pt x="595" y="129"/>
                      <a:pt x="596" y="126"/>
                    </a:cubicBezTo>
                    <a:cubicBezTo>
                      <a:pt x="597" y="124"/>
                      <a:pt x="588" y="122"/>
                      <a:pt x="595" y="121"/>
                    </a:cubicBezTo>
                    <a:cubicBezTo>
                      <a:pt x="592" y="116"/>
                      <a:pt x="583" y="118"/>
                      <a:pt x="585" y="108"/>
                    </a:cubicBezTo>
                    <a:cubicBezTo>
                      <a:pt x="588" y="109"/>
                      <a:pt x="589" y="112"/>
                      <a:pt x="595" y="113"/>
                    </a:cubicBezTo>
                    <a:cubicBezTo>
                      <a:pt x="597" y="114"/>
                      <a:pt x="600" y="118"/>
                      <a:pt x="606" y="117"/>
                    </a:cubicBezTo>
                    <a:cubicBezTo>
                      <a:pt x="607" y="117"/>
                      <a:pt x="608" y="115"/>
                      <a:pt x="608" y="115"/>
                    </a:cubicBezTo>
                    <a:cubicBezTo>
                      <a:pt x="609" y="115"/>
                      <a:pt x="611" y="118"/>
                      <a:pt x="611" y="115"/>
                    </a:cubicBezTo>
                    <a:cubicBezTo>
                      <a:pt x="614" y="115"/>
                      <a:pt x="614" y="118"/>
                      <a:pt x="615" y="119"/>
                    </a:cubicBezTo>
                    <a:cubicBezTo>
                      <a:pt x="618" y="120"/>
                      <a:pt x="621" y="118"/>
                      <a:pt x="621" y="122"/>
                    </a:cubicBezTo>
                    <a:cubicBezTo>
                      <a:pt x="627" y="120"/>
                      <a:pt x="629" y="124"/>
                      <a:pt x="636" y="121"/>
                    </a:cubicBezTo>
                    <a:cubicBezTo>
                      <a:pt x="633" y="127"/>
                      <a:pt x="642" y="122"/>
                      <a:pt x="639" y="128"/>
                    </a:cubicBezTo>
                    <a:cubicBezTo>
                      <a:pt x="643" y="128"/>
                      <a:pt x="644" y="129"/>
                      <a:pt x="645" y="132"/>
                    </a:cubicBezTo>
                    <a:cubicBezTo>
                      <a:pt x="651" y="131"/>
                      <a:pt x="652" y="135"/>
                      <a:pt x="658" y="134"/>
                    </a:cubicBezTo>
                    <a:cubicBezTo>
                      <a:pt x="661" y="122"/>
                      <a:pt x="647" y="128"/>
                      <a:pt x="651" y="117"/>
                    </a:cubicBezTo>
                    <a:cubicBezTo>
                      <a:pt x="650" y="114"/>
                      <a:pt x="648" y="118"/>
                      <a:pt x="645" y="117"/>
                    </a:cubicBezTo>
                    <a:cubicBezTo>
                      <a:pt x="645" y="113"/>
                      <a:pt x="648" y="111"/>
                      <a:pt x="647" y="106"/>
                    </a:cubicBezTo>
                    <a:cubicBezTo>
                      <a:pt x="647" y="103"/>
                      <a:pt x="644" y="105"/>
                      <a:pt x="643" y="104"/>
                    </a:cubicBezTo>
                    <a:cubicBezTo>
                      <a:pt x="643" y="103"/>
                      <a:pt x="647" y="100"/>
                      <a:pt x="643" y="100"/>
                    </a:cubicBezTo>
                    <a:cubicBezTo>
                      <a:pt x="643" y="96"/>
                      <a:pt x="648" y="98"/>
                      <a:pt x="647" y="93"/>
                    </a:cubicBezTo>
                    <a:cubicBezTo>
                      <a:pt x="651" y="93"/>
                      <a:pt x="649" y="88"/>
                      <a:pt x="654" y="89"/>
                    </a:cubicBezTo>
                    <a:cubicBezTo>
                      <a:pt x="654" y="85"/>
                      <a:pt x="656" y="83"/>
                      <a:pt x="660" y="83"/>
                    </a:cubicBezTo>
                    <a:cubicBezTo>
                      <a:pt x="658" y="75"/>
                      <a:pt x="666" y="77"/>
                      <a:pt x="665" y="70"/>
                    </a:cubicBezTo>
                    <a:cubicBezTo>
                      <a:pt x="674" y="69"/>
                      <a:pt x="678" y="73"/>
                      <a:pt x="684" y="74"/>
                    </a:cubicBezTo>
                    <a:cubicBezTo>
                      <a:pt x="684" y="77"/>
                      <a:pt x="684" y="79"/>
                      <a:pt x="686" y="80"/>
                    </a:cubicBezTo>
                    <a:cubicBezTo>
                      <a:pt x="686" y="82"/>
                      <a:pt x="682" y="81"/>
                      <a:pt x="680" y="81"/>
                    </a:cubicBezTo>
                    <a:cubicBezTo>
                      <a:pt x="680" y="89"/>
                      <a:pt x="684" y="92"/>
                      <a:pt x="680" y="98"/>
                    </a:cubicBezTo>
                    <a:cubicBezTo>
                      <a:pt x="682" y="99"/>
                      <a:pt x="683" y="101"/>
                      <a:pt x="684" y="102"/>
                    </a:cubicBezTo>
                    <a:cubicBezTo>
                      <a:pt x="685" y="103"/>
                      <a:pt x="686" y="104"/>
                      <a:pt x="688" y="104"/>
                    </a:cubicBezTo>
                    <a:cubicBezTo>
                      <a:pt x="685" y="108"/>
                      <a:pt x="687" y="118"/>
                      <a:pt x="684" y="122"/>
                    </a:cubicBezTo>
                    <a:cubicBezTo>
                      <a:pt x="682" y="128"/>
                      <a:pt x="689" y="126"/>
                      <a:pt x="690" y="130"/>
                    </a:cubicBezTo>
                    <a:cubicBezTo>
                      <a:pt x="688" y="145"/>
                      <a:pt x="682" y="154"/>
                      <a:pt x="669" y="158"/>
                    </a:cubicBezTo>
                    <a:cubicBezTo>
                      <a:pt x="670" y="162"/>
                      <a:pt x="677" y="158"/>
                      <a:pt x="678" y="162"/>
                    </a:cubicBezTo>
                    <a:cubicBezTo>
                      <a:pt x="683" y="161"/>
                      <a:pt x="682" y="155"/>
                      <a:pt x="688" y="156"/>
                    </a:cubicBezTo>
                    <a:cubicBezTo>
                      <a:pt x="687" y="158"/>
                      <a:pt x="686" y="159"/>
                      <a:pt x="686" y="162"/>
                    </a:cubicBezTo>
                    <a:cubicBezTo>
                      <a:pt x="688" y="161"/>
                      <a:pt x="687" y="158"/>
                      <a:pt x="690" y="158"/>
                    </a:cubicBezTo>
                    <a:cubicBezTo>
                      <a:pt x="692" y="158"/>
                      <a:pt x="691" y="155"/>
                      <a:pt x="692" y="154"/>
                    </a:cubicBezTo>
                    <a:cubicBezTo>
                      <a:pt x="692" y="154"/>
                      <a:pt x="695" y="155"/>
                      <a:pt x="695" y="154"/>
                    </a:cubicBezTo>
                    <a:cubicBezTo>
                      <a:pt x="696" y="153"/>
                      <a:pt x="695" y="150"/>
                      <a:pt x="695" y="149"/>
                    </a:cubicBezTo>
                    <a:cubicBezTo>
                      <a:pt x="697" y="149"/>
                      <a:pt x="699" y="149"/>
                      <a:pt x="701" y="149"/>
                    </a:cubicBezTo>
                    <a:cubicBezTo>
                      <a:pt x="699" y="143"/>
                      <a:pt x="707" y="137"/>
                      <a:pt x="701" y="134"/>
                    </a:cubicBezTo>
                    <a:cubicBezTo>
                      <a:pt x="701" y="132"/>
                      <a:pt x="705" y="132"/>
                      <a:pt x="705" y="130"/>
                    </a:cubicBezTo>
                    <a:cubicBezTo>
                      <a:pt x="705" y="128"/>
                      <a:pt x="702" y="128"/>
                      <a:pt x="701" y="128"/>
                    </a:cubicBezTo>
                    <a:cubicBezTo>
                      <a:pt x="701" y="124"/>
                      <a:pt x="707" y="127"/>
                      <a:pt x="710" y="126"/>
                    </a:cubicBezTo>
                    <a:cubicBezTo>
                      <a:pt x="708" y="124"/>
                      <a:pt x="710" y="119"/>
                      <a:pt x="705" y="121"/>
                    </a:cubicBezTo>
                    <a:cubicBezTo>
                      <a:pt x="700" y="123"/>
                      <a:pt x="698" y="116"/>
                      <a:pt x="697" y="121"/>
                    </a:cubicBezTo>
                    <a:cubicBezTo>
                      <a:pt x="694" y="117"/>
                      <a:pt x="694" y="113"/>
                      <a:pt x="695" y="109"/>
                    </a:cubicBezTo>
                    <a:cubicBezTo>
                      <a:pt x="695" y="109"/>
                      <a:pt x="699" y="110"/>
                      <a:pt x="699" y="109"/>
                    </a:cubicBezTo>
                    <a:cubicBezTo>
                      <a:pt x="701" y="108"/>
                      <a:pt x="698" y="102"/>
                      <a:pt x="699" y="100"/>
                    </a:cubicBezTo>
                    <a:cubicBezTo>
                      <a:pt x="699" y="97"/>
                      <a:pt x="697" y="100"/>
                      <a:pt x="697" y="100"/>
                    </a:cubicBezTo>
                    <a:cubicBezTo>
                      <a:pt x="693" y="97"/>
                      <a:pt x="696" y="93"/>
                      <a:pt x="693" y="89"/>
                    </a:cubicBezTo>
                    <a:cubicBezTo>
                      <a:pt x="701" y="91"/>
                      <a:pt x="698" y="84"/>
                      <a:pt x="703" y="83"/>
                    </a:cubicBezTo>
                    <a:cubicBezTo>
                      <a:pt x="703" y="80"/>
                      <a:pt x="703" y="77"/>
                      <a:pt x="703" y="74"/>
                    </a:cubicBezTo>
                    <a:cubicBezTo>
                      <a:pt x="709" y="72"/>
                      <a:pt x="706" y="80"/>
                      <a:pt x="706" y="83"/>
                    </a:cubicBezTo>
                    <a:cubicBezTo>
                      <a:pt x="707" y="86"/>
                      <a:pt x="710" y="82"/>
                      <a:pt x="710" y="85"/>
                    </a:cubicBezTo>
                    <a:cubicBezTo>
                      <a:pt x="710" y="86"/>
                      <a:pt x="708" y="88"/>
                      <a:pt x="708" y="87"/>
                    </a:cubicBezTo>
                    <a:cubicBezTo>
                      <a:pt x="710" y="92"/>
                      <a:pt x="714" y="93"/>
                      <a:pt x="719" y="96"/>
                    </a:cubicBezTo>
                    <a:cubicBezTo>
                      <a:pt x="723" y="97"/>
                      <a:pt x="719" y="91"/>
                      <a:pt x="718" y="91"/>
                    </a:cubicBezTo>
                    <a:cubicBezTo>
                      <a:pt x="720" y="88"/>
                      <a:pt x="726" y="88"/>
                      <a:pt x="731" y="87"/>
                    </a:cubicBezTo>
                    <a:cubicBezTo>
                      <a:pt x="730" y="85"/>
                      <a:pt x="727" y="85"/>
                      <a:pt x="725" y="85"/>
                    </a:cubicBezTo>
                    <a:cubicBezTo>
                      <a:pt x="727" y="80"/>
                      <a:pt x="722" y="80"/>
                      <a:pt x="723" y="76"/>
                    </a:cubicBezTo>
                    <a:cubicBezTo>
                      <a:pt x="725" y="80"/>
                      <a:pt x="736" y="74"/>
                      <a:pt x="734" y="81"/>
                    </a:cubicBezTo>
                    <a:cubicBezTo>
                      <a:pt x="736" y="83"/>
                      <a:pt x="738" y="80"/>
                      <a:pt x="738" y="80"/>
                    </a:cubicBezTo>
                    <a:cubicBezTo>
                      <a:pt x="741" y="80"/>
                      <a:pt x="739" y="82"/>
                      <a:pt x="740" y="83"/>
                    </a:cubicBezTo>
                    <a:cubicBezTo>
                      <a:pt x="741" y="84"/>
                      <a:pt x="743" y="83"/>
                      <a:pt x="744" y="83"/>
                    </a:cubicBezTo>
                    <a:cubicBezTo>
                      <a:pt x="747" y="87"/>
                      <a:pt x="754" y="83"/>
                      <a:pt x="749" y="89"/>
                    </a:cubicBezTo>
                    <a:cubicBezTo>
                      <a:pt x="752" y="89"/>
                      <a:pt x="756" y="89"/>
                      <a:pt x="759" y="89"/>
                    </a:cubicBezTo>
                    <a:cubicBezTo>
                      <a:pt x="759" y="87"/>
                      <a:pt x="751" y="85"/>
                      <a:pt x="757" y="83"/>
                    </a:cubicBezTo>
                    <a:cubicBezTo>
                      <a:pt x="755" y="82"/>
                      <a:pt x="753" y="81"/>
                      <a:pt x="751" y="80"/>
                    </a:cubicBezTo>
                    <a:cubicBezTo>
                      <a:pt x="750" y="70"/>
                      <a:pt x="751" y="70"/>
                      <a:pt x="751" y="59"/>
                    </a:cubicBezTo>
                    <a:cubicBezTo>
                      <a:pt x="761" y="58"/>
                      <a:pt x="775" y="61"/>
                      <a:pt x="783" y="59"/>
                    </a:cubicBezTo>
                    <a:cubicBezTo>
                      <a:pt x="786" y="58"/>
                      <a:pt x="784" y="53"/>
                      <a:pt x="788" y="57"/>
                    </a:cubicBezTo>
                    <a:cubicBezTo>
                      <a:pt x="794" y="53"/>
                      <a:pt x="790" y="50"/>
                      <a:pt x="792" y="44"/>
                    </a:cubicBezTo>
                    <a:cubicBezTo>
                      <a:pt x="797" y="45"/>
                      <a:pt x="799" y="44"/>
                      <a:pt x="801" y="42"/>
                    </a:cubicBezTo>
                    <a:cubicBezTo>
                      <a:pt x="804" y="38"/>
                      <a:pt x="809" y="37"/>
                      <a:pt x="813" y="33"/>
                    </a:cubicBezTo>
                    <a:cubicBezTo>
                      <a:pt x="832" y="30"/>
                      <a:pt x="851" y="28"/>
                      <a:pt x="867" y="22"/>
                    </a:cubicBezTo>
                    <a:cubicBezTo>
                      <a:pt x="870" y="19"/>
                      <a:pt x="870" y="26"/>
                      <a:pt x="870" y="26"/>
                    </a:cubicBezTo>
                    <a:cubicBezTo>
                      <a:pt x="871" y="25"/>
                      <a:pt x="874" y="21"/>
                      <a:pt x="872" y="20"/>
                    </a:cubicBezTo>
                    <a:cubicBezTo>
                      <a:pt x="875" y="21"/>
                      <a:pt x="872" y="23"/>
                      <a:pt x="874" y="26"/>
                    </a:cubicBezTo>
                    <a:cubicBezTo>
                      <a:pt x="875" y="26"/>
                      <a:pt x="879" y="25"/>
                      <a:pt x="878" y="27"/>
                    </a:cubicBezTo>
                    <a:cubicBezTo>
                      <a:pt x="881" y="26"/>
                      <a:pt x="876" y="25"/>
                      <a:pt x="880" y="24"/>
                    </a:cubicBezTo>
                    <a:cubicBezTo>
                      <a:pt x="883" y="23"/>
                      <a:pt x="889" y="24"/>
                      <a:pt x="889" y="18"/>
                    </a:cubicBezTo>
                    <a:cubicBezTo>
                      <a:pt x="893" y="19"/>
                      <a:pt x="895" y="18"/>
                      <a:pt x="895" y="14"/>
                    </a:cubicBezTo>
                    <a:cubicBezTo>
                      <a:pt x="897" y="15"/>
                      <a:pt x="898" y="18"/>
                      <a:pt x="900" y="18"/>
                    </a:cubicBezTo>
                    <a:cubicBezTo>
                      <a:pt x="905" y="18"/>
                      <a:pt x="904" y="12"/>
                      <a:pt x="904" y="7"/>
                    </a:cubicBezTo>
                    <a:cubicBezTo>
                      <a:pt x="913" y="4"/>
                      <a:pt x="922" y="0"/>
                      <a:pt x="936" y="1"/>
                    </a:cubicBezTo>
                    <a:cubicBezTo>
                      <a:pt x="934" y="3"/>
                      <a:pt x="934" y="6"/>
                      <a:pt x="934" y="9"/>
                    </a:cubicBezTo>
                    <a:cubicBezTo>
                      <a:pt x="937" y="13"/>
                      <a:pt x="945" y="13"/>
                      <a:pt x="949" y="9"/>
                    </a:cubicBezTo>
                    <a:cubicBezTo>
                      <a:pt x="951" y="9"/>
                      <a:pt x="950" y="11"/>
                      <a:pt x="949" y="11"/>
                    </a:cubicBezTo>
                    <a:close/>
                    <a:moveTo>
                      <a:pt x="1396" y="238"/>
                    </a:moveTo>
                    <a:cubicBezTo>
                      <a:pt x="1396" y="236"/>
                      <a:pt x="1393" y="236"/>
                      <a:pt x="1392" y="234"/>
                    </a:cubicBezTo>
                    <a:cubicBezTo>
                      <a:pt x="1386" y="233"/>
                      <a:pt x="1386" y="238"/>
                      <a:pt x="1392" y="236"/>
                    </a:cubicBezTo>
                    <a:cubicBezTo>
                      <a:pt x="1393" y="238"/>
                      <a:pt x="1394" y="238"/>
                      <a:pt x="1396" y="238"/>
                    </a:cubicBezTo>
                    <a:close/>
                    <a:moveTo>
                      <a:pt x="403" y="378"/>
                    </a:moveTo>
                    <a:cubicBezTo>
                      <a:pt x="401" y="384"/>
                      <a:pt x="409" y="380"/>
                      <a:pt x="406" y="387"/>
                    </a:cubicBezTo>
                    <a:cubicBezTo>
                      <a:pt x="410" y="388"/>
                      <a:pt x="411" y="384"/>
                      <a:pt x="412" y="387"/>
                    </a:cubicBezTo>
                    <a:cubicBezTo>
                      <a:pt x="412" y="389"/>
                      <a:pt x="411" y="389"/>
                      <a:pt x="410" y="389"/>
                    </a:cubicBezTo>
                    <a:cubicBezTo>
                      <a:pt x="407" y="390"/>
                      <a:pt x="399" y="393"/>
                      <a:pt x="397" y="393"/>
                    </a:cubicBezTo>
                    <a:cubicBezTo>
                      <a:pt x="392" y="392"/>
                      <a:pt x="391" y="388"/>
                      <a:pt x="388" y="385"/>
                    </a:cubicBezTo>
                    <a:cubicBezTo>
                      <a:pt x="388" y="382"/>
                      <a:pt x="393" y="384"/>
                      <a:pt x="393" y="382"/>
                    </a:cubicBezTo>
                    <a:cubicBezTo>
                      <a:pt x="389" y="378"/>
                      <a:pt x="388" y="377"/>
                      <a:pt x="382" y="380"/>
                    </a:cubicBezTo>
                    <a:cubicBezTo>
                      <a:pt x="380" y="376"/>
                      <a:pt x="379" y="373"/>
                      <a:pt x="373" y="374"/>
                    </a:cubicBezTo>
                    <a:cubicBezTo>
                      <a:pt x="370" y="374"/>
                      <a:pt x="372" y="377"/>
                      <a:pt x="371" y="378"/>
                    </a:cubicBezTo>
                    <a:cubicBezTo>
                      <a:pt x="370" y="379"/>
                      <a:pt x="367" y="379"/>
                      <a:pt x="365" y="380"/>
                    </a:cubicBezTo>
                    <a:cubicBezTo>
                      <a:pt x="363" y="381"/>
                      <a:pt x="362" y="387"/>
                      <a:pt x="358" y="385"/>
                    </a:cubicBezTo>
                    <a:cubicBezTo>
                      <a:pt x="360" y="392"/>
                      <a:pt x="354" y="394"/>
                      <a:pt x="354" y="395"/>
                    </a:cubicBezTo>
                    <a:cubicBezTo>
                      <a:pt x="353" y="399"/>
                      <a:pt x="354" y="403"/>
                      <a:pt x="352" y="408"/>
                    </a:cubicBezTo>
                    <a:cubicBezTo>
                      <a:pt x="350" y="408"/>
                      <a:pt x="350" y="406"/>
                      <a:pt x="349" y="406"/>
                    </a:cubicBezTo>
                    <a:cubicBezTo>
                      <a:pt x="347" y="412"/>
                      <a:pt x="353" y="415"/>
                      <a:pt x="349" y="419"/>
                    </a:cubicBezTo>
                    <a:cubicBezTo>
                      <a:pt x="352" y="417"/>
                      <a:pt x="351" y="422"/>
                      <a:pt x="352" y="423"/>
                    </a:cubicBezTo>
                    <a:cubicBezTo>
                      <a:pt x="353" y="423"/>
                      <a:pt x="355" y="422"/>
                      <a:pt x="356" y="423"/>
                    </a:cubicBezTo>
                    <a:cubicBezTo>
                      <a:pt x="360" y="424"/>
                      <a:pt x="361" y="427"/>
                      <a:pt x="363" y="424"/>
                    </a:cubicBezTo>
                    <a:cubicBezTo>
                      <a:pt x="364" y="424"/>
                      <a:pt x="367" y="425"/>
                      <a:pt x="367" y="424"/>
                    </a:cubicBezTo>
                    <a:cubicBezTo>
                      <a:pt x="374" y="424"/>
                      <a:pt x="372" y="423"/>
                      <a:pt x="375" y="421"/>
                    </a:cubicBezTo>
                    <a:cubicBezTo>
                      <a:pt x="378" y="420"/>
                      <a:pt x="379" y="423"/>
                      <a:pt x="382" y="423"/>
                    </a:cubicBezTo>
                    <a:cubicBezTo>
                      <a:pt x="382" y="421"/>
                      <a:pt x="382" y="419"/>
                      <a:pt x="384" y="419"/>
                    </a:cubicBezTo>
                    <a:cubicBezTo>
                      <a:pt x="388" y="418"/>
                      <a:pt x="397" y="418"/>
                      <a:pt x="401" y="419"/>
                    </a:cubicBezTo>
                    <a:cubicBezTo>
                      <a:pt x="404" y="420"/>
                      <a:pt x="405" y="422"/>
                      <a:pt x="408" y="423"/>
                    </a:cubicBezTo>
                    <a:cubicBezTo>
                      <a:pt x="410" y="423"/>
                      <a:pt x="410" y="421"/>
                      <a:pt x="412" y="421"/>
                    </a:cubicBezTo>
                    <a:cubicBezTo>
                      <a:pt x="411" y="421"/>
                      <a:pt x="413" y="422"/>
                      <a:pt x="414" y="423"/>
                    </a:cubicBezTo>
                    <a:cubicBezTo>
                      <a:pt x="419" y="424"/>
                      <a:pt x="419" y="424"/>
                      <a:pt x="423" y="424"/>
                    </a:cubicBezTo>
                    <a:cubicBezTo>
                      <a:pt x="431" y="425"/>
                      <a:pt x="441" y="423"/>
                      <a:pt x="449" y="424"/>
                    </a:cubicBezTo>
                    <a:cubicBezTo>
                      <a:pt x="449" y="420"/>
                      <a:pt x="449" y="417"/>
                      <a:pt x="451" y="415"/>
                    </a:cubicBezTo>
                    <a:cubicBezTo>
                      <a:pt x="445" y="407"/>
                      <a:pt x="439" y="398"/>
                      <a:pt x="427" y="396"/>
                    </a:cubicBezTo>
                    <a:cubicBezTo>
                      <a:pt x="427" y="393"/>
                      <a:pt x="424" y="393"/>
                      <a:pt x="423" y="391"/>
                    </a:cubicBezTo>
                    <a:cubicBezTo>
                      <a:pt x="423" y="388"/>
                      <a:pt x="422" y="387"/>
                      <a:pt x="421" y="385"/>
                    </a:cubicBezTo>
                    <a:cubicBezTo>
                      <a:pt x="422" y="380"/>
                      <a:pt x="428" y="379"/>
                      <a:pt x="427" y="372"/>
                    </a:cubicBezTo>
                    <a:cubicBezTo>
                      <a:pt x="416" y="371"/>
                      <a:pt x="411" y="376"/>
                      <a:pt x="403" y="378"/>
                    </a:cubicBezTo>
                    <a:close/>
                    <a:moveTo>
                      <a:pt x="531" y="464"/>
                    </a:moveTo>
                    <a:cubicBezTo>
                      <a:pt x="529" y="464"/>
                      <a:pt x="526" y="464"/>
                      <a:pt x="529" y="465"/>
                    </a:cubicBezTo>
                    <a:cubicBezTo>
                      <a:pt x="532" y="463"/>
                      <a:pt x="539" y="463"/>
                      <a:pt x="542" y="462"/>
                    </a:cubicBezTo>
                    <a:cubicBezTo>
                      <a:pt x="543" y="462"/>
                      <a:pt x="542" y="458"/>
                      <a:pt x="542" y="458"/>
                    </a:cubicBezTo>
                    <a:cubicBezTo>
                      <a:pt x="543" y="457"/>
                      <a:pt x="545" y="460"/>
                      <a:pt x="546" y="460"/>
                    </a:cubicBezTo>
                    <a:cubicBezTo>
                      <a:pt x="546" y="456"/>
                      <a:pt x="546" y="451"/>
                      <a:pt x="546" y="447"/>
                    </a:cubicBezTo>
                    <a:cubicBezTo>
                      <a:pt x="544" y="444"/>
                      <a:pt x="542" y="443"/>
                      <a:pt x="541" y="441"/>
                    </a:cubicBezTo>
                    <a:cubicBezTo>
                      <a:pt x="540" y="440"/>
                      <a:pt x="541" y="438"/>
                      <a:pt x="541" y="438"/>
                    </a:cubicBezTo>
                    <a:cubicBezTo>
                      <a:pt x="540" y="435"/>
                      <a:pt x="534" y="433"/>
                      <a:pt x="539" y="432"/>
                    </a:cubicBezTo>
                    <a:cubicBezTo>
                      <a:pt x="542" y="432"/>
                      <a:pt x="546" y="432"/>
                      <a:pt x="550" y="432"/>
                    </a:cubicBezTo>
                    <a:cubicBezTo>
                      <a:pt x="551" y="425"/>
                      <a:pt x="546" y="425"/>
                      <a:pt x="546" y="423"/>
                    </a:cubicBezTo>
                    <a:cubicBezTo>
                      <a:pt x="546" y="419"/>
                      <a:pt x="542" y="419"/>
                      <a:pt x="541" y="417"/>
                    </a:cubicBezTo>
                    <a:cubicBezTo>
                      <a:pt x="541" y="417"/>
                      <a:pt x="544" y="415"/>
                      <a:pt x="542" y="413"/>
                    </a:cubicBezTo>
                    <a:cubicBezTo>
                      <a:pt x="537" y="415"/>
                      <a:pt x="536" y="411"/>
                      <a:pt x="531" y="411"/>
                    </a:cubicBezTo>
                    <a:cubicBezTo>
                      <a:pt x="533" y="401"/>
                      <a:pt x="520" y="404"/>
                      <a:pt x="520" y="395"/>
                    </a:cubicBezTo>
                    <a:cubicBezTo>
                      <a:pt x="525" y="391"/>
                      <a:pt x="528" y="385"/>
                      <a:pt x="539" y="387"/>
                    </a:cubicBezTo>
                    <a:cubicBezTo>
                      <a:pt x="539" y="386"/>
                      <a:pt x="539" y="384"/>
                      <a:pt x="541" y="383"/>
                    </a:cubicBezTo>
                    <a:cubicBezTo>
                      <a:pt x="541" y="378"/>
                      <a:pt x="535" y="379"/>
                      <a:pt x="535" y="374"/>
                    </a:cubicBezTo>
                    <a:cubicBezTo>
                      <a:pt x="526" y="373"/>
                      <a:pt x="522" y="377"/>
                      <a:pt x="516" y="374"/>
                    </a:cubicBezTo>
                    <a:cubicBezTo>
                      <a:pt x="516" y="377"/>
                      <a:pt x="516" y="378"/>
                      <a:pt x="514" y="376"/>
                    </a:cubicBezTo>
                    <a:cubicBezTo>
                      <a:pt x="513" y="375"/>
                      <a:pt x="512" y="378"/>
                      <a:pt x="513" y="378"/>
                    </a:cubicBezTo>
                    <a:cubicBezTo>
                      <a:pt x="508" y="380"/>
                      <a:pt x="502" y="383"/>
                      <a:pt x="500" y="383"/>
                    </a:cubicBezTo>
                    <a:cubicBezTo>
                      <a:pt x="494" y="385"/>
                      <a:pt x="496" y="386"/>
                      <a:pt x="494" y="389"/>
                    </a:cubicBezTo>
                    <a:cubicBezTo>
                      <a:pt x="493" y="390"/>
                      <a:pt x="491" y="388"/>
                      <a:pt x="490" y="389"/>
                    </a:cubicBezTo>
                    <a:cubicBezTo>
                      <a:pt x="489" y="390"/>
                      <a:pt x="491" y="394"/>
                      <a:pt x="490" y="395"/>
                    </a:cubicBezTo>
                    <a:cubicBezTo>
                      <a:pt x="491" y="399"/>
                      <a:pt x="495" y="392"/>
                      <a:pt x="496" y="398"/>
                    </a:cubicBezTo>
                    <a:cubicBezTo>
                      <a:pt x="496" y="400"/>
                      <a:pt x="497" y="401"/>
                      <a:pt x="498" y="402"/>
                    </a:cubicBezTo>
                    <a:cubicBezTo>
                      <a:pt x="496" y="408"/>
                      <a:pt x="499" y="412"/>
                      <a:pt x="500" y="413"/>
                    </a:cubicBezTo>
                    <a:cubicBezTo>
                      <a:pt x="500" y="416"/>
                      <a:pt x="500" y="416"/>
                      <a:pt x="501" y="417"/>
                    </a:cubicBezTo>
                    <a:cubicBezTo>
                      <a:pt x="502" y="417"/>
                      <a:pt x="503" y="423"/>
                      <a:pt x="503" y="423"/>
                    </a:cubicBezTo>
                    <a:cubicBezTo>
                      <a:pt x="505" y="428"/>
                      <a:pt x="505" y="427"/>
                      <a:pt x="507" y="430"/>
                    </a:cubicBezTo>
                    <a:cubicBezTo>
                      <a:pt x="508" y="432"/>
                      <a:pt x="506" y="434"/>
                      <a:pt x="507" y="436"/>
                    </a:cubicBezTo>
                    <a:cubicBezTo>
                      <a:pt x="508" y="437"/>
                      <a:pt x="512" y="438"/>
                      <a:pt x="511" y="441"/>
                    </a:cubicBezTo>
                    <a:cubicBezTo>
                      <a:pt x="504" y="439"/>
                      <a:pt x="509" y="449"/>
                      <a:pt x="505" y="451"/>
                    </a:cubicBezTo>
                    <a:cubicBezTo>
                      <a:pt x="513" y="452"/>
                      <a:pt x="513" y="463"/>
                      <a:pt x="522" y="458"/>
                    </a:cubicBezTo>
                    <a:cubicBezTo>
                      <a:pt x="515" y="465"/>
                      <a:pt x="531" y="459"/>
                      <a:pt x="531" y="464"/>
                    </a:cubicBezTo>
                    <a:close/>
                    <a:moveTo>
                      <a:pt x="587" y="378"/>
                    </a:moveTo>
                    <a:cubicBezTo>
                      <a:pt x="586" y="379"/>
                      <a:pt x="587" y="382"/>
                      <a:pt x="585" y="383"/>
                    </a:cubicBezTo>
                    <a:cubicBezTo>
                      <a:pt x="584" y="385"/>
                      <a:pt x="580" y="385"/>
                      <a:pt x="580" y="387"/>
                    </a:cubicBezTo>
                    <a:cubicBezTo>
                      <a:pt x="581" y="389"/>
                      <a:pt x="585" y="392"/>
                      <a:pt x="585" y="395"/>
                    </a:cubicBezTo>
                    <a:cubicBezTo>
                      <a:pt x="585" y="395"/>
                      <a:pt x="582" y="395"/>
                      <a:pt x="583" y="396"/>
                    </a:cubicBezTo>
                    <a:cubicBezTo>
                      <a:pt x="585" y="398"/>
                      <a:pt x="589" y="397"/>
                      <a:pt x="591" y="400"/>
                    </a:cubicBezTo>
                    <a:cubicBezTo>
                      <a:pt x="591" y="398"/>
                      <a:pt x="593" y="397"/>
                      <a:pt x="595" y="396"/>
                    </a:cubicBezTo>
                    <a:cubicBezTo>
                      <a:pt x="596" y="391"/>
                      <a:pt x="592" y="391"/>
                      <a:pt x="591" y="387"/>
                    </a:cubicBezTo>
                    <a:cubicBezTo>
                      <a:pt x="594" y="386"/>
                      <a:pt x="597" y="384"/>
                      <a:pt x="596" y="380"/>
                    </a:cubicBezTo>
                    <a:cubicBezTo>
                      <a:pt x="593" y="380"/>
                      <a:pt x="592" y="378"/>
                      <a:pt x="595" y="376"/>
                    </a:cubicBezTo>
                    <a:cubicBezTo>
                      <a:pt x="592" y="377"/>
                      <a:pt x="589" y="376"/>
                      <a:pt x="587" y="378"/>
                    </a:cubicBezTo>
                    <a:close/>
                    <a:moveTo>
                      <a:pt x="343" y="428"/>
                    </a:moveTo>
                    <a:cubicBezTo>
                      <a:pt x="342" y="436"/>
                      <a:pt x="356" y="431"/>
                      <a:pt x="356" y="428"/>
                    </a:cubicBezTo>
                    <a:cubicBezTo>
                      <a:pt x="351" y="426"/>
                      <a:pt x="348" y="426"/>
                      <a:pt x="343" y="428"/>
                    </a:cubicBezTo>
                    <a:close/>
                    <a:moveTo>
                      <a:pt x="386" y="775"/>
                    </a:moveTo>
                    <a:cubicBezTo>
                      <a:pt x="388" y="768"/>
                      <a:pt x="399" y="768"/>
                      <a:pt x="397" y="756"/>
                    </a:cubicBezTo>
                    <a:cubicBezTo>
                      <a:pt x="392" y="761"/>
                      <a:pt x="382" y="752"/>
                      <a:pt x="377" y="758"/>
                    </a:cubicBezTo>
                    <a:cubicBezTo>
                      <a:pt x="385" y="759"/>
                      <a:pt x="375" y="760"/>
                      <a:pt x="375" y="762"/>
                    </a:cubicBezTo>
                    <a:cubicBezTo>
                      <a:pt x="375" y="760"/>
                      <a:pt x="377" y="766"/>
                      <a:pt x="377" y="767"/>
                    </a:cubicBezTo>
                    <a:cubicBezTo>
                      <a:pt x="377" y="770"/>
                      <a:pt x="377" y="773"/>
                      <a:pt x="375" y="773"/>
                    </a:cubicBezTo>
                    <a:cubicBezTo>
                      <a:pt x="375" y="772"/>
                      <a:pt x="373" y="771"/>
                      <a:pt x="373" y="773"/>
                    </a:cubicBezTo>
                    <a:cubicBezTo>
                      <a:pt x="375" y="776"/>
                      <a:pt x="381" y="775"/>
                      <a:pt x="386" y="775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7" name="Freeform 87"/>
              <p:cNvSpPr/>
              <p:nvPr/>
            </p:nvSpPr>
            <p:spPr>
              <a:xfrm>
                <a:off x="4137527" y="707649"/>
                <a:ext cx="47627" cy="25214"/>
              </a:xfrm>
              <a:custGeom>
                <a:avLst/>
                <a:gdLst/>
                <a:ahLst/>
                <a:cxnLst/>
                <a:rect l="l" t="t" r="r" b="b"/>
                <a:pathLst>
                  <a:path w="23" h="12">
                    <a:moveTo>
                      <a:pt x="16" y="0"/>
                    </a:moveTo>
                    <a:cubicBezTo>
                      <a:pt x="16" y="5"/>
                      <a:pt x="23" y="4"/>
                      <a:pt x="20" y="11"/>
                    </a:cubicBezTo>
                    <a:cubicBezTo>
                      <a:pt x="10" y="12"/>
                      <a:pt x="4" y="10"/>
                      <a:pt x="0" y="6"/>
                    </a:cubicBezTo>
                    <a:cubicBezTo>
                      <a:pt x="3" y="1"/>
                      <a:pt x="10" y="1"/>
                      <a:pt x="16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8" name="Freeform 88"/>
              <p:cNvSpPr/>
              <p:nvPr/>
            </p:nvSpPr>
            <p:spPr>
              <a:xfrm>
                <a:off x="4234180" y="755276"/>
                <a:ext cx="466461" cy="32638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57">
                    <a:moveTo>
                      <a:pt x="9" y="11"/>
                    </a:moveTo>
                    <a:cubicBezTo>
                      <a:pt x="12" y="16"/>
                      <a:pt x="19" y="4"/>
                      <a:pt x="22" y="9"/>
                    </a:cubicBezTo>
                    <a:cubicBezTo>
                      <a:pt x="24" y="9"/>
                      <a:pt x="23" y="5"/>
                      <a:pt x="24" y="5"/>
                    </a:cubicBezTo>
                    <a:cubicBezTo>
                      <a:pt x="26" y="4"/>
                      <a:pt x="27" y="7"/>
                      <a:pt x="29" y="7"/>
                    </a:cubicBezTo>
                    <a:cubicBezTo>
                      <a:pt x="32" y="7"/>
                      <a:pt x="32" y="0"/>
                      <a:pt x="37" y="5"/>
                    </a:cubicBezTo>
                    <a:cubicBezTo>
                      <a:pt x="36" y="13"/>
                      <a:pt x="32" y="7"/>
                      <a:pt x="29" y="11"/>
                    </a:cubicBezTo>
                    <a:cubicBezTo>
                      <a:pt x="28" y="12"/>
                      <a:pt x="33" y="12"/>
                      <a:pt x="33" y="12"/>
                    </a:cubicBezTo>
                    <a:cubicBezTo>
                      <a:pt x="32" y="15"/>
                      <a:pt x="30" y="15"/>
                      <a:pt x="29" y="18"/>
                    </a:cubicBezTo>
                    <a:cubicBezTo>
                      <a:pt x="29" y="21"/>
                      <a:pt x="31" y="22"/>
                      <a:pt x="31" y="24"/>
                    </a:cubicBezTo>
                    <a:cubicBezTo>
                      <a:pt x="32" y="27"/>
                      <a:pt x="30" y="33"/>
                      <a:pt x="35" y="33"/>
                    </a:cubicBezTo>
                    <a:cubicBezTo>
                      <a:pt x="39" y="32"/>
                      <a:pt x="35" y="22"/>
                      <a:pt x="37" y="18"/>
                    </a:cubicBezTo>
                    <a:cubicBezTo>
                      <a:pt x="46" y="20"/>
                      <a:pt x="45" y="13"/>
                      <a:pt x="48" y="9"/>
                    </a:cubicBezTo>
                    <a:cubicBezTo>
                      <a:pt x="50" y="13"/>
                      <a:pt x="55" y="5"/>
                      <a:pt x="57" y="11"/>
                    </a:cubicBezTo>
                    <a:cubicBezTo>
                      <a:pt x="61" y="11"/>
                      <a:pt x="59" y="5"/>
                      <a:pt x="65" y="7"/>
                    </a:cubicBezTo>
                    <a:cubicBezTo>
                      <a:pt x="64" y="14"/>
                      <a:pt x="69" y="15"/>
                      <a:pt x="74" y="16"/>
                    </a:cubicBezTo>
                    <a:cubicBezTo>
                      <a:pt x="72" y="22"/>
                      <a:pt x="73" y="21"/>
                      <a:pt x="76" y="25"/>
                    </a:cubicBezTo>
                    <a:cubicBezTo>
                      <a:pt x="78" y="23"/>
                      <a:pt x="80" y="23"/>
                      <a:pt x="83" y="25"/>
                    </a:cubicBezTo>
                    <a:cubicBezTo>
                      <a:pt x="87" y="27"/>
                      <a:pt x="87" y="23"/>
                      <a:pt x="89" y="22"/>
                    </a:cubicBezTo>
                    <a:cubicBezTo>
                      <a:pt x="91" y="21"/>
                      <a:pt x="94" y="23"/>
                      <a:pt x="94" y="20"/>
                    </a:cubicBezTo>
                    <a:cubicBezTo>
                      <a:pt x="100" y="22"/>
                      <a:pt x="102" y="22"/>
                      <a:pt x="107" y="20"/>
                    </a:cubicBezTo>
                    <a:cubicBezTo>
                      <a:pt x="107" y="24"/>
                      <a:pt x="112" y="22"/>
                      <a:pt x="111" y="22"/>
                    </a:cubicBezTo>
                    <a:cubicBezTo>
                      <a:pt x="113" y="23"/>
                      <a:pt x="113" y="26"/>
                      <a:pt x="115" y="27"/>
                    </a:cubicBezTo>
                    <a:cubicBezTo>
                      <a:pt x="116" y="28"/>
                      <a:pt x="119" y="29"/>
                      <a:pt x="120" y="29"/>
                    </a:cubicBezTo>
                    <a:cubicBezTo>
                      <a:pt x="121" y="30"/>
                      <a:pt x="120" y="31"/>
                      <a:pt x="122" y="31"/>
                    </a:cubicBezTo>
                    <a:cubicBezTo>
                      <a:pt x="126" y="31"/>
                      <a:pt x="121" y="34"/>
                      <a:pt x="124" y="37"/>
                    </a:cubicBezTo>
                    <a:cubicBezTo>
                      <a:pt x="125" y="38"/>
                      <a:pt x="126" y="34"/>
                      <a:pt x="126" y="33"/>
                    </a:cubicBezTo>
                    <a:cubicBezTo>
                      <a:pt x="129" y="35"/>
                      <a:pt x="129" y="38"/>
                      <a:pt x="133" y="39"/>
                    </a:cubicBezTo>
                    <a:cubicBezTo>
                      <a:pt x="137" y="39"/>
                      <a:pt x="139" y="37"/>
                      <a:pt x="143" y="37"/>
                    </a:cubicBezTo>
                    <a:cubicBezTo>
                      <a:pt x="142" y="44"/>
                      <a:pt x="154" y="40"/>
                      <a:pt x="154" y="46"/>
                    </a:cubicBezTo>
                    <a:cubicBezTo>
                      <a:pt x="156" y="46"/>
                      <a:pt x="157" y="46"/>
                      <a:pt x="158" y="44"/>
                    </a:cubicBezTo>
                    <a:cubicBezTo>
                      <a:pt x="160" y="45"/>
                      <a:pt x="161" y="48"/>
                      <a:pt x="161" y="52"/>
                    </a:cubicBezTo>
                    <a:cubicBezTo>
                      <a:pt x="163" y="52"/>
                      <a:pt x="163" y="51"/>
                      <a:pt x="163" y="50"/>
                    </a:cubicBezTo>
                    <a:cubicBezTo>
                      <a:pt x="166" y="52"/>
                      <a:pt x="168" y="56"/>
                      <a:pt x="174" y="55"/>
                    </a:cubicBezTo>
                    <a:cubicBezTo>
                      <a:pt x="173" y="57"/>
                      <a:pt x="172" y="59"/>
                      <a:pt x="174" y="59"/>
                    </a:cubicBezTo>
                    <a:cubicBezTo>
                      <a:pt x="176" y="62"/>
                      <a:pt x="169" y="65"/>
                      <a:pt x="174" y="66"/>
                    </a:cubicBezTo>
                    <a:cubicBezTo>
                      <a:pt x="172" y="69"/>
                      <a:pt x="167" y="69"/>
                      <a:pt x="167" y="74"/>
                    </a:cubicBezTo>
                    <a:cubicBezTo>
                      <a:pt x="171" y="81"/>
                      <a:pt x="180" y="72"/>
                      <a:pt x="182" y="80"/>
                    </a:cubicBezTo>
                    <a:cubicBezTo>
                      <a:pt x="184" y="79"/>
                      <a:pt x="183" y="77"/>
                      <a:pt x="184" y="76"/>
                    </a:cubicBezTo>
                    <a:cubicBezTo>
                      <a:pt x="186" y="76"/>
                      <a:pt x="185" y="80"/>
                      <a:pt x="186" y="81"/>
                    </a:cubicBezTo>
                    <a:cubicBezTo>
                      <a:pt x="186" y="81"/>
                      <a:pt x="188" y="85"/>
                      <a:pt x="188" y="85"/>
                    </a:cubicBezTo>
                    <a:cubicBezTo>
                      <a:pt x="190" y="85"/>
                      <a:pt x="192" y="81"/>
                      <a:pt x="191" y="89"/>
                    </a:cubicBezTo>
                    <a:cubicBezTo>
                      <a:pt x="196" y="89"/>
                      <a:pt x="197" y="86"/>
                      <a:pt x="202" y="87"/>
                    </a:cubicBezTo>
                    <a:cubicBezTo>
                      <a:pt x="203" y="88"/>
                      <a:pt x="204" y="90"/>
                      <a:pt x="204" y="93"/>
                    </a:cubicBezTo>
                    <a:cubicBezTo>
                      <a:pt x="208" y="93"/>
                      <a:pt x="214" y="91"/>
                      <a:pt x="212" y="96"/>
                    </a:cubicBezTo>
                    <a:cubicBezTo>
                      <a:pt x="219" y="93"/>
                      <a:pt x="215" y="97"/>
                      <a:pt x="221" y="98"/>
                    </a:cubicBezTo>
                    <a:cubicBezTo>
                      <a:pt x="224" y="102"/>
                      <a:pt x="215" y="104"/>
                      <a:pt x="216" y="104"/>
                    </a:cubicBezTo>
                    <a:cubicBezTo>
                      <a:pt x="214" y="105"/>
                      <a:pt x="217" y="106"/>
                      <a:pt x="217" y="106"/>
                    </a:cubicBezTo>
                    <a:cubicBezTo>
                      <a:pt x="213" y="111"/>
                      <a:pt x="209" y="110"/>
                      <a:pt x="206" y="117"/>
                    </a:cubicBezTo>
                    <a:cubicBezTo>
                      <a:pt x="204" y="117"/>
                      <a:pt x="203" y="117"/>
                      <a:pt x="202" y="119"/>
                    </a:cubicBezTo>
                    <a:cubicBezTo>
                      <a:pt x="201" y="118"/>
                      <a:pt x="193" y="118"/>
                      <a:pt x="193" y="115"/>
                    </a:cubicBezTo>
                    <a:cubicBezTo>
                      <a:pt x="193" y="111"/>
                      <a:pt x="184" y="115"/>
                      <a:pt x="186" y="107"/>
                    </a:cubicBezTo>
                    <a:cubicBezTo>
                      <a:pt x="182" y="108"/>
                      <a:pt x="182" y="106"/>
                      <a:pt x="182" y="104"/>
                    </a:cubicBezTo>
                    <a:cubicBezTo>
                      <a:pt x="179" y="104"/>
                      <a:pt x="177" y="104"/>
                      <a:pt x="174" y="104"/>
                    </a:cubicBezTo>
                    <a:cubicBezTo>
                      <a:pt x="170" y="103"/>
                      <a:pt x="174" y="110"/>
                      <a:pt x="173" y="113"/>
                    </a:cubicBezTo>
                    <a:cubicBezTo>
                      <a:pt x="173" y="117"/>
                      <a:pt x="178" y="117"/>
                      <a:pt x="178" y="121"/>
                    </a:cubicBezTo>
                    <a:cubicBezTo>
                      <a:pt x="182" y="118"/>
                      <a:pt x="185" y="125"/>
                      <a:pt x="186" y="121"/>
                    </a:cubicBezTo>
                    <a:cubicBezTo>
                      <a:pt x="188" y="123"/>
                      <a:pt x="189" y="127"/>
                      <a:pt x="189" y="132"/>
                    </a:cubicBezTo>
                    <a:cubicBezTo>
                      <a:pt x="189" y="134"/>
                      <a:pt x="193" y="133"/>
                      <a:pt x="193" y="134"/>
                    </a:cubicBezTo>
                    <a:cubicBezTo>
                      <a:pt x="196" y="138"/>
                      <a:pt x="191" y="147"/>
                      <a:pt x="191" y="150"/>
                    </a:cubicBezTo>
                    <a:cubicBezTo>
                      <a:pt x="187" y="152"/>
                      <a:pt x="189" y="148"/>
                      <a:pt x="188" y="147"/>
                    </a:cubicBezTo>
                    <a:cubicBezTo>
                      <a:pt x="185" y="145"/>
                      <a:pt x="179" y="146"/>
                      <a:pt x="178" y="141"/>
                    </a:cubicBezTo>
                    <a:cubicBezTo>
                      <a:pt x="171" y="142"/>
                      <a:pt x="172" y="135"/>
                      <a:pt x="163" y="137"/>
                    </a:cubicBezTo>
                    <a:cubicBezTo>
                      <a:pt x="164" y="141"/>
                      <a:pt x="170" y="138"/>
                      <a:pt x="171" y="141"/>
                    </a:cubicBezTo>
                    <a:cubicBezTo>
                      <a:pt x="164" y="147"/>
                      <a:pt x="177" y="144"/>
                      <a:pt x="171" y="147"/>
                    </a:cubicBezTo>
                    <a:cubicBezTo>
                      <a:pt x="171" y="149"/>
                      <a:pt x="176" y="149"/>
                      <a:pt x="178" y="150"/>
                    </a:cubicBezTo>
                    <a:cubicBezTo>
                      <a:pt x="179" y="151"/>
                      <a:pt x="178" y="152"/>
                      <a:pt x="180" y="152"/>
                    </a:cubicBezTo>
                    <a:cubicBezTo>
                      <a:pt x="183" y="152"/>
                      <a:pt x="184" y="153"/>
                      <a:pt x="184" y="156"/>
                    </a:cubicBezTo>
                    <a:cubicBezTo>
                      <a:pt x="178" y="157"/>
                      <a:pt x="175" y="155"/>
                      <a:pt x="171" y="152"/>
                    </a:cubicBezTo>
                    <a:cubicBezTo>
                      <a:pt x="168" y="151"/>
                      <a:pt x="163" y="151"/>
                      <a:pt x="160" y="148"/>
                    </a:cubicBezTo>
                    <a:cubicBezTo>
                      <a:pt x="157" y="147"/>
                      <a:pt x="153" y="145"/>
                      <a:pt x="150" y="145"/>
                    </a:cubicBezTo>
                    <a:cubicBezTo>
                      <a:pt x="148" y="145"/>
                      <a:pt x="148" y="142"/>
                      <a:pt x="147" y="141"/>
                    </a:cubicBezTo>
                    <a:cubicBezTo>
                      <a:pt x="144" y="140"/>
                      <a:pt x="141" y="141"/>
                      <a:pt x="139" y="139"/>
                    </a:cubicBezTo>
                    <a:cubicBezTo>
                      <a:pt x="137" y="138"/>
                      <a:pt x="139" y="135"/>
                      <a:pt x="137" y="134"/>
                    </a:cubicBezTo>
                    <a:cubicBezTo>
                      <a:pt x="136" y="132"/>
                      <a:pt x="132" y="134"/>
                      <a:pt x="133" y="130"/>
                    </a:cubicBezTo>
                    <a:cubicBezTo>
                      <a:pt x="125" y="130"/>
                      <a:pt x="125" y="122"/>
                      <a:pt x="120" y="119"/>
                    </a:cubicBezTo>
                    <a:cubicBezTo>
                      <a:pt x="122" y="118"/>
                      <a:pt x="120" y="112"/>
                      <a:pt x="122" y="109"/>
                    </a:cubicBezTo>
                    <a:cubicBezTo>
                      <a:pt x="123" y="109"/>
                      <a:pt x="126" y="110"/>
                      <a:pt x="126" y="109"/>
                    </a:cubicBezTo>
                    <a:cubicBezTo>
                      <a:pt x="126" y="108"/>
                      <a:pt x="123" y="106"/>
                      <a:pt x="124" y="104"/>
                    </a:cubicBezTo>
                    <a:cubicBezTo>
                      <a:pt x="124" y="103"/>
                      <a:pt x="128" y="104"/>
                      <a:pt x="128" y="104"/>
                    </a:cubicBezTo>
                    <a:cubicBezTo>
                      <a:pt x="129" y="103"/>
                      <a:pt x="127" y="98"/>
                      <a:pt x="128" y="96"/>
                    </a:cubicBezTo>
                    <a:cubicBezTo>
                      <a:pt x="128" y="96"/>
                      <a:pt x="131" y="97"/>
                      <a:pt x="132" y="96"/>
                    </a:cubicBezTo>
                    <a:cubicBezTo>
                      <a:pt x="134" y="94"/>
                      <a:pt x="131" y="89"/>
                      <a:pt x="133" y="87"/>
                    </a:cubicBezTo>
                    <a:cubicBezTo>
                      <a:pt x="133" y="85"/>
                      <a:pt x="130" y="85"/>
                      <a:pt x="128" y="85"/>
                    </a:cubicBezTo>
                    <a:cubicBezTo>
                      <a:pt x="128" y="82"/>
                      <a:pt x="128" y="79"/>
                      <a:pt x="128" y="76"/>
                    </a:cubicBezTo>
                    <a:cubicBezTo>
                      <a:pt x="126" y="76"/>
                      <a:pt x="125" y="76"/>
                      <a:pt x="124" y="78"/>
                    </a:cubicBezTo>
                    <a:cubicBezTo>
                      <a:pt x="121" y="76"/>
                      <a:pt x="123" y="72"/>
                      <a:pt x="120" y="70"/>
                    </a:cubicBezTo>
                    <a:cubicBezTo>
                      <a:pt x="120" y="70"/>
                      <a:pt x="118" y="72"/>
                      <a:pt x="117" y="72"/>
                    </a:cubicBezTo>
                    <a:cubicBezTo>
                      <a:pt x="117" y="72"/>
                      <a:pt x="115" y="70"/>
                      <a:pt x="115" y="70"/>
                    </a:cubicBezTo>
                    <a:cubicBezTo>
                      <a:pt x="114" y="70"/>
                      <a:pt x="112" y="67"/>
                      <a:pt x="111" y="66"/>
                    </a:cubicBezTo>
                    <a:cubicBezTo>
                      <a:pt x="110" y="66"/>
                      <a:pt x="109" y="69"/>
                      <a:pt x="107" y="68"/>
                    </a:cubicBezTo>
                    <a:cubicBezTo>
                      <a:pt x="107" y="68"/>
                      <a:pt x="104" y="64"/>
                      <a:pt x="100" y="65"/>
                    </a:cubicBezTo>
                    <a:cubicBezTo>
                      <a:pt x="108" y="56"/>
                      <a:pt x="90" y="61"/>
                      <a:pt x="92" y="52"/>
                    </a:cubicBezTo>
                    <a:cubicBezTo>
                      <a:pt x="88" y="52"/>
                      <a:pt x="83" y="52"/>
                      <a:pt x="83" y="57"/>
                    </a:cubicBezTo>
                    <a:cubicBezTo>
                      <a:pt x="80" y="59"/>
                      <a:pt x="78" y="55"/>
                      <a:pt x="78" y="55"/>
                    </a:cubicBezTo>
                    <a:cubicBezTo>
                      <a:pt x="76" y="55"/>
                      <a:pt x="75" y="57"/>
                      <a:pt x="72" y="57"/>
                    </a:cubicBezTo>
                    <a:cubicBezTo>
                      <a:pt x="69" y="57"/>
                      <a:pt x="68" y="55"/>
                      <a:pt x="65" y="55"/>
                    </a:cubicBezTo>
                    <a:cubicBezTo>
                      <a:pt x="61" y="55"/>
                      <a:pt x="61" y="57"/>
                      <a:pt x="57" y="57"/>
                    </a:cubicBezTo>
                    <a:cubicBezTo>
                      <a:pt x="53" y="57"/>
                      <a:pt x="52" y="56"/>
                      <a:pt x="50" y="55"/>
                    </a:cubicBezTo>
                    <a:cubicBezTo>
                      <a:pt x="41" y="55"/>
                      <a:pt x="34" y="56"/>
                      <a:pt x="25" y="53"/>
                    </a:cubicBezTo>
                    <a:cubicBezTo>
                      <a:pt x="24" y="53"/>
                      <a:pt x="22" y="50"/>
                      <a:pt x="22" y="50"/>
                    </a:cubicBezTo>
                    <a:cubicBezTo>
                      <a:pt x="18" y="49"/>
                      <a:pt x="15" y="51"/>
                      <a:pt x="16" y="46"/>
                    </a:cubicBezTo>
                    <a:cubicBezTo>
                      <a:pt x="13" y="46"/>
                      <a:pt x="7" y="48"/>
                      <a:pt x="9" y="42"/>
                    </a:cubicBezTo>
                    <a:cubicBezTo>
                      <a:pt x="15" y="44"/>
                      <a:pt x="16" y="40"/>
                      <a:pt x="20" y="39"/>
                    </a:cubicBezTo>
                    <a:cubicBezTo>
                      <a:pt x="17" y="35"/>
                      <a:pt x="7" y="38"/>
                      <a:pt x="5" y="33"/>
                    </a:cubicBezTo>
                    <a:cubicBezTo>
                      <a:pt x="3" y="33"/>
                      <a:pt x="3" y="34"/>
                      <a:pt x="3" y="35"/>
                    </a:cubicBezTo>
                    <a:cubicBezTo>
                      <a:pt x="0" y="34"/>
                      <a:pt x="5" y="27"/>
                      <a:pt x="7" y="25"/>
                    </a:cubicBezTo>
                    <a:cubicBezTo>
                      <a:pt x="5" y="19"/>
                      <a:pt x="10" y="17"/>
                      <a:pt x="9" y="11"/>
                    </a:cubicBezTo>
                    <a:close/>
                    <a:moveTo>
                      <a:pt x="145" y="107"/>
                    </a:moveTo>
                    <a:cubicBezTo>
                      <a:pt x="145" y="103"/>
                      <a:pt x="154" y="107"/>
                      <a:pt x="158" y="106"/>
                    </a:cubicBezTo>
                    <a:cubicBezTo>
                      <a:pt x="158" y="102"/>
                      <a:pt x="155" y="102"/>
                      <a:pt x="154" y="100"/>
                    </a:cubicBezTo>
                    <a:cubicBezTo>
                      <a:pt x="152" y="97"/>
                      <a:pt x="147" y="99"/>
                      <a:pt x="143" y="96"/>
                    </a:cubicBezTo>
                    <a:cubicBezTo>
                      <a:pt x="144" y="100"/>
                      <a:pt x="141" y="107"/>
                      <a:pt x="145" y="107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lnSpcReduction="1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9" name="Freeform 89"/>
              <p:cNvSpPr/>
              <p:nvPr/>
            </p:nvSpPr>
            <p:spPr>
              <a:xfrm>
                <a:off x="3778927" y="772085"/>
                <a:ext cx="287161" cy="145681"/>
              </a:xfrm>
              <a:custGeom>
                <a:avLst/>
                <a:gdLst/>
                <a:ahLst/>
                <a:cxnLst/>
                <a:rect l="l" t="t" r="r" b="b"/>
                <a:pathLst>
                  <a:path w="138" h="70">
                    <a:moveTo>
                      <a:pt x="15" y="53"/>
                    </a:moveTo>
                    <a:cubicBezTo>
                      <a:pt x="11" y="53"/>
                      <a:pt x="16" y="48"/>
                      <a:pt x="17" y="47"/>
                    </a:cubicBezTo>
                    <a:cubicBezTo>
                      <a:pt x="17" y="45"/>
                      <a:pt x="22" y="46"/>
                      <a:pt x="24" y="45"/>
                    </a:cubicBezTo>
                    <a:cubicBezTo>
                      <a:pt x="26" y="45"/>
                      <a:pt x="26" y="44"/>
                      <a:pt x="28" y="44"/>
                    </a:cubicBezTo>
                    <a:cubicBezTo>
                      <a:pt x="35" y="43"/>
                      <a:pt x="44" y="46"/>
                      <a:pt x="49" y="42"/>
                    </a:cubicBezTo>
                    <a:cubicBezTo>
                      <a:pt x="47" y="37"/>
                      <a:pt x="35" y="42"/>
                      <a:pt x="28" y="40"/>
                    </a:cubicBezTo>
                    <a:cubicBezTo>
                      <a:pt x="27" y="40"/>
                      <a:pt x="26" y="38"/>
                      <a:pt x="26" y="38"/>
                    </a:cubicBezTo>
                    <a:cubicBezTo>
                      <a:pt x="25" y="38"/>
                      <a:pt x="23" y="40"/>
                      <a:pt x="21" y="40"/>
                    </a:cubicBezTo>
                    <a:cubicBezTo>
                      <a:pt x="17" y="40"/>
                      <a:pt x="13" y="37"/>
                      <a:pt x="10" y="38"/>
                    </a:cubicBezTo>
                    <a:cubicBezTo>
                      <a:pt x="5" y="32"/>
                      <a:pt x="19" y="34"/>
                      <a:pt x="19" y="31"/>
                    </a:cubicBezTo>
                    <a:cubicBezTo>
                      <a:pt x="19" y="27"/>
                      <a:pt x="23" y="30"/>
                      <a:pt x="24" y="31"/>
                    </a:cubicBezTo>
                    <a:cubicBezTo>
                      <a:pt x="24" y="20"/>
                      <a:pt x="13" y="30"/>
                      <a:pt x="4" y="27"/>
                    </a:cubicBezTo>
                    <a:cubicBezTo>
                      <a:pt x="0" y="24"/>
                      <a:pt x="8" y="21"/>
                      <a:pt x="0" y="21"/>
                    </a:cubicBezTo>
                    <a:cubicBezTo>
                      <a:pt x="2" y="18"/>
                      <a:pt x="2" y="12"/>
                      <a:pt x="10" y="14"/>
                    </a:cubicBezTo>
                    <a:cubicBezTo>
                      <a:pt x="12" y="14"/>
                      <a:pt x="10" y="11"/>
                      <a:pt x="10" y="12"/>
                    </a:cubicBezTo>
                    <a:cubicBezTo>
                      <a:pt x="13" y="7"/>
                      <a:pt x="21" y="6"/>
                      <a:pt x="28" y="4"/>
                    </a:cubicBezTo>
                    <a:cubicBezTo>
                      <a:pt x="30" y="3"/>
                      <a:pt x="30" y="0"/>
                      <a:pt x="34" y="1"/>
                    </a:cubicBezTo>
                    <a:cubicBezTo>
                      <a:pt x="34" y="3"/>
                      <a:pt x="36" y="2"/>
                      <a:pt x="37" y="3"/>
                    </a:cubicBezTo>
                    <a:cubicBezTo>
                      <a:pt x="37" y="7"/>
                      <a:pt x="34" y="10"/>
                      <a:pt x="41" y="10"/>
                    </a:cubicBezTo>
                    <a:cubicBezTo>
                      <a:pt x="41" y="12"/>
                      <a:pt x="39" y="11"/>
                      <a:pt x="37" y="12"/>
                    </a:cubicBezTo>
                    <a:cubicBezTo>
                      <a:pt x="37" y="13"/>
                      <a:pt x="40" y="14"/>
                      <a:pt x="41" y="14"/>
                    </a:cubicBezTo>
                    <a:cubicBezTo>
                      <a:pt x="43" y="13"/>
                      <a:pt x="42" y="10"/>
                      <a:pt x="43" y="10"/>
                    </a:cubicBezTo>
                    <a:cubicBezTo>
                      <a:pt x="47" y="8"/>
                      <a:pt x="50" y="9"/>
                      <a:pt x="54" y="8"/>
                    </a:cubicBezTo>
                    <a:cubicBezTo>
                      <a:pt x="56" y="11"/>
                      <a:pt x="60" y="12"/>
                      <a:pt x="60" y="17"/>
                    </a:cubicBezTo>
                    <a:cubicBezTo>
                      <a:pt x="64" y="17"/>
                      <a:pt x="62" y="12"/>
                      <a:pt x="67" y="14"/>
                    </a:cubicBezTo>
                    <a:cubicBezTo>
                      <a:pt x="69" y="12"/>
                      <a:pt x="71" y="10"/>
                      <a:pt x="73" y="8"/>
                    </a:cubicBezTo>
                    <a:cubicBezTo>
                      <a:pt x="74" y="9"/>
                      <a:pt x="76" y="10"/>
                      <a:pt x="79" y="10"/>
                    </a:cubicBezTo>
                    <a:cubicBezTo>
                      <a:pt x="80" y="13"/>
                      <a:pt x="79" y="15"/>
                      <a:pt x="80" y="17"/>
                    </a:cubicBezTo>
                    <a:cubicBezTo>
                      <a:pt x="81" y="20"/>
                      <a:pt x="86" y="20"/>
                      <a:pt x="84" y="25"/>
                    </a:cubicBezTo>
                    <a:cubicBezTo>
                      <a:pt x="88" y="24"/>
                      <a:pt x="88" y="20"/>
                      <a:pt x="92" y="19"/>
                    </a:cubicBezTo>
                    <a:cubicBezTo>
                      <a:pt x="91" y="17"/>
                      <a:pt x="87" y="17"/>
                      <a:pt x="86" y="16"/>
                    </a:cubicBezTo>
                    <a:cubicBezTo>
                      <a:pt x="84" y="12"/>
                      <a:pt x="87" y="9"/>
                      <a:pt x="86" y="4"/>
                    </a:cubicBezTo>
                    <a:cubicBezTo>
                      <a:pt x="89" y="5"/>
                      <a:pt x="90" y="2"/>
                      <a:pt x="93" y="3"/>
                    </a:cubicBezTo>
                    <a:cubicBezTo>
                      <a:pt x="94" y="6"/>
                      <a:pt x="98" y="11"/>
                      <a:pt x="101" y="16"/>
                    </a:cubicBezTo>
                    <a:cubicBezTo>
                      <a:pt x="101" y="16"/>
                      <a:pt x="105" y="24"/>
                      <a:pt x="106" y="19"/>
                    </a:cubicBezTo>
                    <a:cubicBezTo>
                      <a:pt x="109" y="20"/>
                      <a:pt x="107" y="25"/>
                      <a:pt x="110" y="25"/>
                    </a:cubicBezTo>
                    <a:cubicBezTo>
                      <a:pt x="110" y="28"/>
                      <a:pt x="110" y="30"/>
                      <a:pt x="108" y="31"/>
                    </a:cubicBezTo>
                    <a:cubicBezTo>
                      <a:pt x="109" y="34"/>
                      <a:pt x="116" y="32"/>
                      <a:pt x="114" y="38"/>
                    </a:cubicBezTo>
                    <a:cubicBezTo>
                      <a:pt x="121" y="34"/>
                      <a:pt x="121" y="41"/>
                      <a:pt x="131" y="40"/>
                    </a:cubicBezTo>
                    <a:cubicBezTo>
                      <a:pt x="127" y="47"/>
                      <a:pt x="135" y="44"/>
                      <a:pt x="136" y="45"/>
                    </a:cubicBezTo>
                    <a:cubicBezTo>
                      <a:pt x="137" y="46"/>
                      <a:pt x="133" y="51"/>
                      <a:pt x="138" y="49"/>
                    </a:cubicBezTo>
                    <a:cubicBezTo>
                      <a:pt x="135" y="58"/>
                      <a:pt x="131" y="47"/>
                      <a:pt x="123" y="49"/>
                    </a:cubicBezTo>
                    <a:cubicBezTo>
                      <a:pt x="121" y="56"/>
                      <a:pt x="130" y="54"/>
                      <a:pt x="127" y="62"/>
                    </a:cubicBezTo>
                    <a:cubicBezTo>
                      <a:pt x="120" y="64"/>
                      <a:pt x="112" y="66"/>
                      <a:pt x="106" y="62"/>
                    </a:cubicBezTo>
                    <a:cubicBezTo>
                      <a:pt x="100" y="58"/>
                      <a:pt x="88" y="57"/>
                      <a:pt x="80" y="62"/>
                    </a:cubicBezTo>
                    <a:cubicBezTo>
                      <a:pt x="78" y="63"/>
                      <a:pt x="76" y="62"/>
                      <a:pt x="71" y="64"/>
                    </a:cubicBezTo>
                    <a:cubicBezTo>
                      <a:pt x="69" y="65"/>
                      <a:pt x="69" y="66"/>
                      <a:pt x="69" y="68"/>
                    </a:cubicBezTo>
                    <a:cubicBezTo>
                      <a:pt x="64" y="65"/>
                      <a:pt x="54" y="70"/>
                      <a:pt x="45" y="68"/>
                    </a:cubicBezTo>
                    <a:cubicBezTo>
                      <a:pt x="43" y="64"/>
                      <a:pt x="40" y="61"/>
                      <a:pt x="37" y="57"/>
                    </a:cubicBezTo>
                    <a:cubicBezTo>
                      <a:pt x="32" y="56"/>
                      <a:pt x="23" y="59"/>
                      <a:pt x="23" y="53"/>
                    </a:cubicBezTo>
                    <a:cubicBezTo>
                      <a:pt x="21" y="53"/>
                      <a:pt x="21" y="54"/>
                      <a:pt x="21" y="55"/>
                    </a:cubicBezTo>
                    <a:cubicBezTo>
                      <a:pt x="18" y="54"/>
                      <a:pt x="19" y="51"/>
                      <a:pt x="21" y="51"/>
                    </a:cubicBezTo>
                    <a:cubicBezTo>
                      <a:pt x="21" y="47"/>
                      <a:pt x="15" y="51"/>
                      <a:pt x="15" y="5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0" name="Freeform 90"/>
              <p:cNvSpPr/>
              <p:nvPr/>
            </p:nvSpPr>
            <p:spPr>
              <a:xfrm>
                <a:off x="3011298" y="807105"/>
                <a:ext cx="2054948" cy="2382731"/>
              </a:xfrm>
              <a:custGeom>
                <a:avLst/>
                <a:gdLst/>
                <a:ahLst/>
                <a:cxnLst/>
                <a:rect l="l" t="t" r="r" b="b"/>
                <a:pathLst>
                  <a:path w="988" h="1146">
                    <a:moveTo>
                      <a:pt x="602" y="62"/>
                    </a:moveTo>
                    <a:cubicBezTo>
                      <a:pt x="603" y="66"/>
                      <a:pt x="608" y="59"/>
                      <a:pt x="606" y="68"/>
                    </a:cubicBezTo>
                    <a:cubicBezTo>
                      <a:pt x="608" y="68"/>
                      <a:pt x="610" y="68"/>
                      <a:pt x="612" y="68"/>
                    </a:cubicBezTo>
                    <a:cubicBezTo>
                      <a:pt x="614" y="66"/>
                      <a:pt x="616" y="63"/>
                      <a:pt x="615" y="58"/>
                    </a:cubicBezTo>
                    <a:cubicBezTo>
                      <a:pt x="618" y="57"/>
                      <a:pt x="619" y="56"/>
                      <a:pt x="619" y="53"/>
                    </a:cubicBezTo>
                    <a:cubicBezTo>
                      <a:pt x="625" y="55"/>
                      <a:pt x="620" y="47"/>
                      <a:pt x="626" y="49"/>
                    </a:cubicBezTo>
                    <a:cubicBezTo>
                      <a:pt x="626" y="45"/>
                      <a:pt x="626" y="40"/>
                      <a:pt x="626" y="36"/>
                    </a:cubicBezTo>
                    <a:cubicBezTo>
                      <a:pt x="633" y="35"/>
                      <a:pt x="636" y="34"/>
                      <a:pt x="641" y="36"/>
                    </a:cubicBezTo>
                    <a:cubicBezTo>
                      <a:pt x="643" y="37"/>
                      <a:pt x="642" y="40"/>
                      <a:pt x="643" y="41"/>
                    </a:cubicBezTo>
                    <a:cubicBezTo>
                      <a:pt x="644" y="42"/>
                      <a:pt x="646" y="41"/>
                      <a:pt x="647" y="41"/>
                    </a:cubicBezTo>
                    <a:cubicBezTo>
                      <a:pt x="649" y="42"/>
                      <a:pt x="650" y="45"/>
                      <a:pt x="653" y="45"/>
                    </a:cubicBezTo>
                    <a:cubicBezTo>
                      <a:pt x="653" y="51"/>
                      <a:pt x="650" y="53"/>
                      <a:pt x="647" y="55"/>
                    </a:cubicBezTo>
                    <a:cubicBezTo>
                      <a:pt x="651" y="57"/>
                      <a:pt x="649" y="64"/>
                      <a:pt x="654" y="66"/>
                    </a:cubicBezTo>
                    <a:cubicBezTo>
                      <a:pt x="653" y="70"/>
                      <a:pt x="648" y="71"/>
                      <a:pt x="647" y="75"/>
                    </a:cubicBezTo>
                    <a:cubicBezTo>
                      <a:pt x="644" y="75"/>
                      <a:pt x="642" y="78"/>
                      <a:pt x="641" y="75"/>
                    </a:cubicBezTo>
                    <a:cubicBezTo>
                      <a:pt x="638" y="77"/>
                      <a:pt x="638" y="82"/>
                      <a:pt x="636" y="84"/>
                    </a:cubicBezTo>
                    <a:cubicBezTo>
                      <a:pt x="634" y="83"/>
                      <a:pt x="637" y="79"/>
                      <a:pt x="628" y="81"/>
                    </a:cubicBezTo>
                    <a:cubicBezTo>
                      <a:pt x="628" y="79"/>
                      <a:pt x="631" y="79"/>
                      <a:pt x="632" y="79"/>
                    </a:cubicBezTo>
                    <a:cubicBezTo>
                      <a:pt x="628" y="73"/>
                      <a:pt x="621" y="81"/>
                      <a:pt x="615" y="79"/>
                    </a:cubicBezTo>
                    <a:cubicBezTo>
                      <a:pt x="617" y="85"/>
                      <a:pt x="615" y="83"/>
                      <a:pt x="615" y="90"/>
                    </a:cubicBezTo>
                    <a:cubicBezTo>
                      <a:pt x="613" y="90"/>
                      <a:pt x="614" y="88"/>
                      <a:pt x="613" y="86"/>
                    </a:cubicBezTo>
                    <a:cubicBezTo>
                      <a:pt x="609" y="87"/>
                      <a:pt x="610" y="93"/>
                      <a:pt x="604" y="92"/>
                    </a:cubicBezTo>
                    <a:cubicBezTo>
                      <a:pt x="605" y="94"/>
                      <a:pt x="608" y="93"/>
                      <a:pt x="608" y="96"/>
                    </a:cubicBezTo>
                    <a:cubicBezTo>
                      <a:pt x="608" y="99"/>
                      <a:pt x="606" y="100"/>
                      <a:pt x="606" y="103"/>
                    </a:cubicBezTo>
                    <a:cubicBezTo>
                      <a:pt x="602" y="99"/>
                      <a:pt x="596" y="110"/>
                      <a:pt x="595" y="109"/>
                    </a:cubicBezTo>
                    <a:cubicBezTo>
                      <a:pt x="594" y="108"/>
                      <a:pt x="591" y="106"/>
                      <a:pt x="591" y="112"/>
                    </a:cubicBezTo>
                    <a:cubicBezTo>
                      <a:pt x="589" y="112"/>
                      <a:pt x="586" y="112"/>
                      <a:pt x="584" y="112"/>
                    </a:cubicBezTo>
                    <a:cubicBezTo>
                      <a:pt x="581" y="113"/>
                      <a:pt x="582" y="117"/>
                      <a:pt x="582" y="120"/>
                    </a:cubicBezTo>
                    <a:cubicBezTo>
                      <a:pt x="579" y="118"/>
                      <a:pt x="578" y="118"/>
                      <a:pt x="578" y="122"/>
                    </a:cubicBezTo>
                    <a:cubicBezTo>
                      <a:pt x="574" y="118"/>
                      <a:pt x="573" y="121"/>
                      <a:pt x="569" y="122"/>
                    </a:cubicBezTo>
                    <a:cubicBezTo>
                      <a:pt x="570" y="123"/>
                      <a:pt x="571" y="126"/>
                      <a:pt x="571" y="129"/>
                    </a:cubicBezTo>
                    <a:cubicBezTo>
                      <a:pt x="566" y="125"/>
                      <a:pt x="568" y="130"/>
                      <a:pt x="565" y="135"/>
                    </a:cubicBezTo>
                    <a:cubicBezTo>
                      <a:pt x="563" y="139"/>
                      <a:pt x="558" y="143"/>
                      <a:pt x="557" y="151"/>
                    </a:cubicBezTo>
                    <a:cubicBezTo>
                      <a:pt x="553" y="154"/>
                      <a:pt x="551" y="159"/>
                      <a:pt x="548" y="163"/>
                    </a:cubicBezTo>
                    <a:cubicBezTo>
                      <a:pt x="548" y="166"/>
                      <a:pt x="550" y="163"/>
                      <a:pt x="550" y="163"/>
                    </a:cubicBezTo>
                    <a:cubicBezTo>
                      <a:pt x="552" y="163"/>
                      <a:pt x="551" y="164"/>
                      <a:pt x="552" y="165"/>
                    </a:cubicBezTo>
                    <a:cubicBezTo>
                      <a:pt x="553" y="165"/>
                      <a:pt x="555" y="168"/>
                      <a:pt x="556" y="168"/>
                    </a:cubicBezTo>
                    <a:cubicBezTo>
                      <a:pt x="557" y="169"/>
                      <a:pt x="559" y="164"/>
                      <a:pt x="563" y="168"/>
                    </a:cubicBezTo>
                    <a:cubicBezTo>
                      <a:pt x="564" y="169"/>
                      <a:pt x="565" y="170"/>
                      <a:pt x="567" y="170"/>
                    </a:cubicBezTo>
                    <a:cubicBezTo>
                      <a:pt x="567" y="173"/>
                      <a:pt x="567" y="175"/>
                      <a:pt x="567" y="178"/>
                    </a:cubicBezTo>
                    <a:cubicBezTo>
                      <a:pt x="567" y="180"/>
                      <a:pt x="570" y="179"/>
                      <a:pt x="571" y="181"/>
                    </a:cubicBezTo>
                    <a:cubicBezTo>
                      <a:pt x="572" y="183"/>
                      <a:pt x="575" y="183"/>
                      <a:pt x="574" y="187"/>
                    </a:cubicBezTo>
                    <a:cubicBezTo>
                      <a:pt x="584" y="186"/>
                      <a:pt x="591" y="189"/>
                      <a:pt x="597" y="187"/>
                    </a:cubicBezTo>
                    <a:cubicBezTo>
                      <a:pt x="598" y="194"/>
                      <a:pt x="606" y="192"/>
                      <a:pt x="610" y="196"/>
                    </a:cubicBezTo>
                    <a:cubicBezTo>
                      <a:pt x="611" y="197"/>
                      <a:pt x="611" y="196"/>
                      <a:pt x="612" y="198"/>
                    </a:cubicBezTo>
                    <a:cubicBezTo>
                      <a:pt x="612" y="201"/>
                      <a:pt x="614" y="198"/>
                      <a:pt x="613" y="198"/>
                    </a:cubicBezTo>
                    <a:cubicBezTo>
                      <a:pt x="616" y="198"/>
                      <a:pt x="616" y="201"/>
                      <a:pt x="617" y="202"/>
                    </a:cubicBezTo>
                    <a:cubicBezTo>
                      <a:pt x="620" y="203"/>
                      <a:pt x="624" y="201"/>
                      <a:pt x="623" y="206"/>
                    </a:cubicBezTo>
                    <a:cubicBezTo>
                      <a:pt x="633" y="205"/>
                      <a:pt x="638" y="209"/>
                      <a:pt x="647" y="209"/>
                    </a:cubicBezTo>
                    <a:cubicBezTo>
                      <a:pt x="647" y="215"/>
                      <a:pt x="646" y="221"/>
                      <a:pt x="649" y="224"/>
                    </a:cubicBezTo>
                    <a:cubicBezTo>
                      <a:pt x="649" y="224"/>
                      <a:pt x="651" y="227"/>
                      <a:pt x="651" y="226"/>
                    </a:cubicBezTo>
                    <a:cubicBezTo>
                      <a:pt x="651" y="228"/>
                      <a:pt x="649" y="230"/>
                      <a:pt x="649" y="230"/>
                    </a:cubicBezTo>
                    <a:cubicBezTo>
                      <a:pt x="650" y="232"/>
                      <a:pt x="651" y="230"/>
                      <a:pt x="653" y="232"/>
                    </a:cubicBezTo>
                    <a:cubicBezTo>
                      <a:pt x="653" y="232"/>
                      <a:pt x="649" y="237"/>
                      <a:pt x="654" y="235"/>
                    </a:cubicBezTo>
                    <a:cubicBezTo>
                      <a:pt x="653" y="237"/>
                      <a:pt x="652" y="238"/>
                      <a:pt x="653" y="241"/>
                    </a:cubicBezTo>
                    <a:cubicBezTo>
                      <a:pt x="653" y="243"/>
                      <a:pt x="654" y="242"/>
                      <a:pt x="654" y="241"/>
                    </a:cubicBezTo>
                    <a:cubicBezTo>
                      <a:pt x="657" y="241"/>
                      <a:pt x="655" y="244"/>
                      <a:pt x="656" y="245"/>
                    </a:cubicBezTo>
                    <a:cubicBezTo>
                      <a:pt x="657" y="245"/>
                      <a:pt x="659" y="244"/>
                      <a:pt x="660" y="245"/>
                    </a:cubicBezTo>
                    <a:cubicBezTo>
                      <a:pt x="662" y="247"/>
                      <a:pt x="669" y="247"/>
                      <a:pt x="675" y="245"/>
                    </a:cubicBezTo>
                    <a:cubicBezTo>
                      <a:pt x="677" y="237"/>
                      <a:pt x="677" y="233"/>
                      <a:pt x="675" y="226"/>
                    </a:cubicBezTo>
                    <a:cubicBezTo>
                      <a:pt x="676" y="224"/>
                      <a:pt x="672" y="225"/>
                      <a:pt x="671" y="224"/>
                    </a:cubicBezTo>
                    <a:cubicBezTo>
                      <a:pt x="669" y="221"/>
                      <a:pt x="674" y="215"/>
                      <a:pt x="667" y="217"/>
                    </a:cubicBezTo>
                    <a:cubicBezTo>
                      <a:pt x="669" y="215"/>
                      <a:pt x="672" y="215"/>
                      <a:pt x="671" y="211"/>
                    </a:cubicBezTo>
                    <a:cubicBezTo>
                      <a:pt x="679" y="213"/>
                      <a:pt x="678" y="207"/>
                      <a:pt x="684" y="207"/>
                    </a:cubicBezTo>
                    <a:cubicBezTo>
                      <a:pt x="687" y="208"/>
                      <a:pt x="685" y="203"/>
                      <a:pt x="686" y="202"/>
                    </a:cubicBezTo>
                    <a:cubicBezTo>
                      <a:pt x="686" y="202"/>
                      <a:pt x="691" y="204"/>
                      <a:pt x="692" y="202"/>
                    </a:cubicBezTo>
                    <a:cubicBezTo>
                      <a:pt x="687" y="194"/>
                      <a:pt x="694" y="186"/>
                      <a:pt x="690" y="181"/>
                    </a:cubicBezTo>
                    <a:cubicBezTo>
                      <a:pt x="690" y="179"/>
                      <a:pt x="687" y="181"/>
                      <a:pt x="688" y="181"/>
                    </a:cubicBezTo>
                    <a:cubicBezTo>
                      <a:pt x="685" y="179"/>
                      <a:pt x="688" y="175"/>
                      <a:pt x="682" y="176"/>
                    </a:cubicBezTo>
                    <a:cubicBezTo>
                      <a:pt x="683" y="172"/>
                      <a:pt x="680" y="172"/>
                      <a:pt x="680" y="168"/>
                    </a:cubicBezTo>
                    <a:cubicBezTo>
                      <a:pt x="680" y="164"/>
                      <a:pt x="682" y="162"/>
                      <a:pt x="686" y="163"/>
                    </a:cubicBezTo>
                    <a:cubicBezTo>
                      <a:pt x="683" y="161"/>
                      <a:pt x="688" y="150"/>
                      <a:pt x="680" y="150"/>
                    </a:cubicBezTo>
                    <a:cubicBezTo>
                      <a:pt x="682" y="148"/>
                      <a:pt x="682" y="147"/>
                      <a:pt x="682" y="144"/>
                    </a:cubicBezTo>
                    <a:cubicBezTo>
                      <a:pt x="682" y="144"/>
                      <a:pt x="680" y="143"/>
                      <a:pt x="680" y="142"/>
                    </a:cubicBezTo>
                    <a:cubicBezTo>
                      <a:pt x="681" y="142"/>
                      <a:pt x="683" y="142"/>
                      <a:pt x="682" y="140"/>
                    </a:cubicBezTo>
                    <a:cubicBezTo>
                      <a:pt x="682" y="139"/>
                      <a:pt x="680" y="138"/>
                      <a:pt x="680" y="137"/>
                    </a:cubicBezTo>
                    <a:cubicBezTo>
                      <a:pt x="680" y="134"/>
                      <a:pt x="684" y="130"/>
                      <a:pt x="680" y="129"/>
                    </a:cubicBezTo>
                    <a:cubicBezTo>
                      <a:pt x="681" y="126"/>
                      <a:pt x="696" y="125"/>
                      <a:pt x="694" y="131"/>
                    </a:cubicBezTo>
                    <a:cubicBezTo>
                      <a:pt x="701" y="131"/>
                      <a:pt x="711" y="133"/>
                      <a:pt x="714" y="127"/>
                    </a:cubicBezTo>
                    <a:cubicBezTo>
                      <a:pt x="718" y="132"/>
                      <a:pt x="728" y="132"/>
                      <a:pt x="727" y="142"/>
                    </a:cubicBezTo>
                    <a:cubicBezTo>
                      <a:pt x="732" y="142"/>
                      <a:pt x="737" y="142"/>
                      <a:pt x="742" y="142"/>
                    </a:cubicBezTo>
                    <a:cubicBezTo>
                      <a:pt x="741" y="145"/>
                      <a:pt x="743" y="146"/>
                      <a:pt x="746" y="146"/>
                    </a:cubicBezTo>
                    <a:cubicBezTo>
                      <a:pt x="746" y="150"/>
                      <a:pt x="745" y="153"/>
                      <a:pt x="746" y="157"/>
                    </a:cubicBezTo>
                    <a:cubicBezTo>
                      <a:pt x="746" y="161"/>
                      <a:pt x="751" y="165"/>
                      <a:pt x="748" y="166"/>
                    </a:cubicBezTo>
                    <a:cubicBezTo>
                      <a:pt x="748" y="169"/>
                      <a:pt x="751" y="168"/>
                      <a:pt x="753" y="168"/>
                    </a:cubicBezTo>
                    <a:cubicBezTo>
                      <a:pt x="752" y="174"/>
                      <a:pt x="760" y="171"/>
                      <a:pt x="755" y="176"/>
                    </a:cubicBezTo>
                    <a:cubicBezTo>
                      <a:pt x="763" y="177"/>
                      <a:pt x="765" y="173"/>
                      <a:pt x="772" y="174"/>
                    </a:cubicBezTo>
                    <a:cubicBezTo>
                      <a:pt x="772" y="172"/>
                      <a:pt x="771" y="171"/>
                      <a:pt x="770" y="170"/>
                    </a:cubicBezTo>
                    <a:cubicBezTo>
                      <a:pt x="771" y="166"/>
                      <a:pt x="773" y="166"/>
                      <a:pt x="776" y="168"/>
                    </a:cubicBezTo>
                    <a:cubicBezTo>
                      <a:pt x="773" y="162"/>
                      <a:pt x="780" y="163"/>
                      <a:pt x="781" y="161"/>
                    </a:cubicBezTo>
                    <a:cubicBezTo>
                      <a:pt x="782" y="159"/>
                      <a:pt x="779" y="159"/>
                      <a:pt x="779" y="159"/>
                    </a:cubicBezTo>
                    <a:cubicBezTo>
                      <a:pt x="779" y="157"/>
                      <a:pt x="783" y="156"/>
                      <a:pt x="787" y="155"/>
                    </a:cubicBezTo>
                    <a:cubicBezTo>
                      <a:pt x="783" y="159"/>
                      <a:pt x="786" y="159"/>
                      <a:pt x="790" y="165"/>
                    </a:cubicBezTo>
                    <a:cubicBezTo>
                      <a:pt x="793" y="167"/>
                      <a:pt x="795" y="172"/>
                      <a:pt x="802" y="172"/>
                    </a:cubicBezTo>
                    <a:cubicBezTo>
                      <a:pt x="801" y="174"/>
                      <a:pt x="798" y="173"/>
                      <a:pt x="798" y="176"/>
                    </a:cubicBezTo>
                    <a:cubicBezTo>
                      <a:pt x="799" y="178"/>
                      <a:pt x="802" y="178"/>
                      <a:pt x="802" y="181"/>
                    </a:cubicBezTo>
                    <a:cubicBezTo>
                      <a:pt x="804" y="182"/>
                      <a:pt x="803" y="178"/>
                      <a:pt x="804" y="178"/>
                    </a:cubicBezTo>
                    <a:cubicBezTo>
                      <a:pt x="808" y="176"/>
                      <a:pt x="802" y="185"/>
                      <a:pt x="809" y="183"/>
                    </a:cubicBezTo>
                    <a:cubicBezTo>
                      <a:pt x="806" y="188"/>
                      <a:pt x="810" y="190"/>
                      <a:pt x="805" y="194"/>
                    </a:cubicBezTo>
                    <a:cubicBezTo>
                      <a:pt x="806" y="198"/>
                      <a:pt x="811" y="196"/>
                      <a:pt x="813" y="198"/>
                    </a:cubicBezTo>
                    <a:cubicBezTo>
                      <a:pt x="813" y="199"/>
                      <a:pt x="810" y="201"/>
                      <a:pt x="811" y="202"/>
                    </a:cubicBezTo>
                    <a:cubicBezTo>
                      <a:pt x="812" y="203"/>
                      <a:pt x="815" y="203"/>
                      <a:pt x="817" y="204"/>
                    </a:cubicBezTo>
                    <a:cubicBezTo>
                      <a:pt x="818" y="204"/>
                      <a:pt x="819" y="207"/>
                      <a:pt x="820" y="207"/>
                    </a:cubicBezTo>
                    <a:cubicBezTo>
                      <a:pt x="823" y="209"/>
                      <a:pt x="827" y="210"/>
                      <a:pt x="830" y="213"/>
                    </a:cubicBezTo>
                    <a:cubicBezTo>
                      <a:pt x="832" y="214"/>
                      <a:pt x="834" y="206"/>
                      <a:pt x="835" y="211"/>
                    </a:cubicBezTo>
                    <a:cubicBezTo>
                      <a:pt x="835" y="216"/>
                      <a:pt x="831" y="216"/>
                      <a:pt x="826" y="217"/>
                    </a:cubicBezTo>
                    <a:cubicBezTo>
                      <a:pt x="829" y="220"/>
                      <a:pt x="835" y="222"/>
                      <a:pt x="841" y="222"/>
                    </a:cubicBezTo>
                    <a:cubicBezTo>
                      <a:pt x="840" y="225"/>
                      <a:pt x="842" y="226"/>
                      <a:pt x="845" y="226"/>
                    </a:cubicBezTo>
                    <a:cubicBezTo>
                      <a:pt x="844" y="230"/>
                      <a:pt x="845" y="232"/>
                      <a:pt x="848" y="232"/>
                    </a:cubicBezTo>
                    <a:cubicBezTo>
                      <a:pt x="847" y="234"/>
                      <a:pt x="846" y="237"/>
                      <a:pt x="846" y="241"/>
                    </a:cubicBezTo>
                    <a:cubicBezTo>
                      <a:pt x="843" y="242"/>
                      <a:pt x="839" y="242"/>
                      <a:pt x="835" y="245"/>
                    </a:cubicBezTo>
                    <a:cubicBezTo>
                      <a:pt x="834" y="245"/>
                      <a:pt x="835" y="246"/>
                      <a:pt x="833" y="247"/>
                    </a:cubicBezTo>
                    <a:cubicBezTo>
                      <a:pt x="831" y="247"/>
                      <a:pt x="830" y="247"/>
                      <a:pt x="830" y="248"/>
                    </a:cubicBezTo>
                    <a:cubicBezTo>
                      <a:pt x="829" y="252"/>
                      <a:pt x="825" y="249"/>
                      <a:pt x="826" y="248"/>
                    </a:cubicBezTo>
                    <a:cubicBezTo>
                      <a:pt x="825" y="249"/>
                      <a:pt x="823" y="251"/>
                      <a:pt x="822" y="252"/>
                    </a:cubicBezTo>
                    <a:cubicBezTo>
                      <a:pt x="822" y="253"/>
                      <a:pt x="821" y="257"/>
                      <a:pt x="820" y="258"/>
                    </a:cubicBezTo>
                    <a:cubicBezTo>
                      <a:pt x="819" y="259"/>
                      <a:pt x="812" y="257"/>
                      <a:pt x="817" y="260"/>
                    </a:cubicBezTo>
                    <a:cubicBezTo>
                      <a:pt x="814" y="263"/>
                      <a:pt x="808" y="261"/>
                      <a:pt x="805" y="261"/>
                    </a:cubicBezTo>
                    <a:cubicBezTo>
                      <a:pt x="801" y="262"/>
                      <a:pt x="798" y="262"/>
                      <a:pt x="794" y="261"/>
                    </a:cubicBezTo>
                    <a:cubicBezTo>
                      <a:pt x="791" y="261"/>
                      <a:pt x="791" y="260"/>
                      <a:pt x="789" y="260"/>
                    </a:cubicBezTo>
                    <a:cubicBezTo>
                      <a:pt x="780" y="258"/>
                      <a:pt x="772" y="260"/>
                      <a:pt x="764" y="261"/>
                    </a:cubicBezTo>
                    <a:cubicBezTo>
                      <a:pt x="758" y="264"/>
                      <a:pt x="756" y="271"/>
                      <a:pt x="748" y="273"/>
                    </a:cubicBezTo>
                    <a:cubicBezTo>
                      <a:pt x="752" y="277"/>
                      <a:pt x="744" y="277"/>
                      <a:pt x="742" y="280"/>
                    </a:cubicBezTo>
                    <a:cubicBezTo>
                      <a:pt x="743" y="282"/>
                      <a:pt x="744" y="283"/>
                      <a:pt x="744" y="286"/>
                    </a:cubicBezTo>
                    <a:cubicBezTo>
                      <a:pt x="747" y="284"/>
                      <a:pt x="747" y="280"/>
                      <a:pt x="749" y="278"/>
                    </a:cubicBezTo>
                    <a:cubicBezTo>
                      <a:pt x="751" y="277"/>
                      <a:pt x="757" y="278"/>
                      <a:pt x="757" y="274"/>
                    </a:cubicBezTo>
                    <a:cubicBezTo>
                      <a:pt x="757" y="268"/>
                      <a:pt x="760" y="279"/>
                      <a:pt x="761" y="271"/>
                    </a:cubicBezTo>
                    <a:cubicBezTo>
                      <a:pt x="763" y="269"/>
                      <a:pt x="764" y="273"/>
                      <a:pt x="764" y="273"/>
                    </a:cubicBezTo>
                    <a:cubicBezTo>
                      <a:pt x="766" y="272"/>
                      <a:pt x="765" y="269"/>
                      <a:pt x="766" y="269"/>
                    </a:cubicBezTo>
                    <a:cubicBezTo>
                      <a:pt x="770" y="268"/>
                      <a:pt x="773" y="269"/>
                      <a:pt x="779" y="269"/>
                    </a:cubicBezTo>
                    <a:cubicBezTo>
                      <a:pt x="780" y="271"/>
                      <a:pt x="781" y="270"/>
                      <a:pt x="781" y="269"/>
                    </a:cubicBezTo>
                    <a:cubicBezTo>
                      <a:pt x="784" y="268"/>
                      <a:pt x="784" y="279"/>
                      <a:pt x="779" y="276"/>
                    </a:cubicBezTo>
                    <a:cubicBezTo>
                      <a:pt x="784" y="281"/>
                      <a:pt x="776" y="282"/>
                      <a:pt x="777" y="289"/>
                    </a:cubicBezTo>
                    <a:cubicBezTo>
                      <a:pt x="778" y="291"/>
                      <a:pt x="779" y="292"/>
                      <a:pt x="779" y="295"/>
                    </a:cubicBezTo>
                    <a:cubicBezTo>
                      <a:pt x="781" y="294"/>
                      <a:pt x="783" y="293"/>
                      <a:pt x="783" y="295"/>
                    </a:cubicBezTo>
                    <a:cubicBezTo>
                      <a:pt x="783" y="297"/>
                      <a:pt x="785" y="296"/>
                      <a:pt x="787" y="297"/>
                    </a:cubicBezTo>
                    <a:cubicBezTo>
                      <a:pt x="788" y="297"/>
                      <a:pt x="790" y="300"/>
                      <a:pt x="790" y="301"/>
                    </a:cubicBezTo>
                    <a:cubicBezTo>
                      <a:pt x="791" y="301"/>
                      <a:pt x="793" y="300"/>
                      <a:pt x="794" y="301"/>
                    </a:cubicBezTo>
                    <a:cubicBezTo>
                      <a:pt x="795" y="301"/>
                      <a:pt x="796" y="302"/>
                      <a:pt x="796" y="302"/>
                    </a:cubicBezTo>
                    <a:cubicBezTo>
                      <a:pt x="799" y="303"/>
                      <a:pt x="801" y="298"/>
                      <a:pt x="804" y="302"/>
                    </a:cubicBezTo>
                    <a:cubicBezTo>
                      <a:pt x="806" y="303"/>
                      <a:pt x="804" y="299"/>
                      <a:pt x="805" y="299"/>
                    </a:cubicBezTo>
                    <a:cubicBezTo>
                      <a:pt x="806" y="298"/>
                      <a:pt x="809" y="299"/>
                      <a:pt x="809" y="299"/>
                    </a:cubicBezTo>
                    <a:cubicBezTo>
                      <a:pt x="810" y="297"/>
                      <a:pt x="808" y="295"/>
                      <a:pt x="809" y="293"/>
                    </a:cubicBezTo>
                    <a:cubicBezTo>
                      <a:pt x="812" y="292"/>
                      <a:pt x="813" y="295"/>
                      <a:pt x="813" y="297"/>
                    </a:cubicBezTo>
                    <a:cubicBezTo>
                      <a:pt x="814" y="300"/>
                      <a:pt x="819" y="298"/>
                      <a:pt x="817" y="304"/>
                    </a:cubicBezTo>
                    <a:cubicBezTo>
                      <a:pt x="814" y="305"/>
                      <a:pt x="813" y="302"/>
                      <a:pt x="811" y="302"/>
                    </a:cubicBezTo>
                    <a:cubicBezTo>
                      <a:pt x="808" y="303"/>
                      <a:pt x="808" y="307"/>
                      <a:pt x="805" y="308"/>
                    </a:cubicBezTo>
                    <a:cubicBezTo>
                      <a:pt x="804" y="309"/>
                      <a:pt x="801" y="308"/>
                      <a:pt x="800" y="308"/>
                    </a:cubicBezTo>
                    <a:cubicBezTo>
                      <a:pt x="796" y="309"/>
                      <a:pt x="797" y="313"/>
                      <a:pt x="790" y="312"/>
                    </a:cubicBezTo>
                    <a:cubicBezTo>
                      <a:pt x="787" y="311"/>
                      <a:pt x="788" y="316"/>
                      <a:pt x="787" y="317"/>
                    </a:cubicBezTo>
                    <a:cubicBezTo>
                      <a:pt x="786" y="318"/>
                      <a:pt x="784" y="316"/>
                      <a:pt x="785" y="315"/>
                    </a:cubicBezTo>
                    <a:cubicBezTo>
                      <a:pt x="781" y="318"/>
                      <a:pt x="782" y="322"/>
                      <a:pt x="776" y="321"/>
                    </a:cubicBezTo>
                    <a:cubicBezTo>
                      <a:pt x="779" y="317"/>
                      <a:pt x="775" y="319"/>
                      <a:pt x="776" y="314"/>
                    </a:cubicBezTo>
                    <a:cubicBezTo>
                      <a:pt x="779" y="312"/>
                      <a:pt x="781" y="308"/>
                      <a:pt x="785" y="312"/>
                    </a:cubicBezTo>
                    <a:cubicBezTo>
                      <a:pt x="786" y="306"/>
                      <a:pt x="782" y="306"/>
                      <a:pt x="779" y="304"/>
                    </a:cubicBezTo>
                    <a:cubicBezTo>
                      <a:pt x="775" y="303"/>
                      <a:pt x="772" y="310"/>
                      <a:pt x="768" y="310"/>
                    </a:cubicBezTo>
                    <a:cubicBezTo>
                      <a:pt x="768" y="310"/>
                      <a:pt x="763" y="311"/>
                      <a:pt x="762" y="312"/>
                    </a:cubicBezTo>
                    <a:cubicBezTo>
                      <a:pt x="761" y="313"/>
                      <a:pt x="761" y="313"/>
                      <a:pt x="761" y="315"/>
                    </a:cubicBezTo>
                    <a:cubicBezTo>
                      <a:pt x="750" y="314"/>
                      <a:pt x="751" y="321"/>
                      <a:pt x="742" y="317"/>
                    </a:cubicBezTo>
                    <a:cubicBezTo>
                      <a:pt x="745" y="320"/>
                      <a:pt x="747" y="321"/>
                      <a:pt x="738" y="321"/>
                    </a:cubicBezTo>
                    <a:cubicBezTo>
                      <a:pt x="734" y="324"/>
                      <a:pt x="733" y="334"/>
                      <a:pt x="738" y="336"/>
                    </a:cubicBezTo>
                    <a:cubicBezTo>
                      <a:pt x="738" y="340"/>
                      <a:pt x="733" y="338"/>
                      <a:pt x="735" y="343"/>
                    </a:cubicBezTo>
                    <a:cubicBezTo>
                      <a:pt x="733" y="344"/>
                      <a:pt x="731" y="343"/>
                      <a:pt x="729" y="343"/>
                    </a:cubicBezTo>
                    <a:cubicBezTo>
                      <a:pt x="727" y="344"/>
                      <a:pt x="727" y="346"/>
                      <a:pt x="725" y="347"/>
                    </a:cubicBezTo>
                    <a:cubicBezTo>
                      <a:pt x="722" y="349"/>
                      <a:pt x="717" y="348"/>
                      <a:pt x="714" y="351"/>
                    </a:cubicBezTo>
                    <a:cubicBezTo>
                      <a:pt x="713" y="352"/>
                      <a:pt x="711" y="353"/>
                      <a:pt x="710" y="355"/>
                    </a:cubicBezTo>
                    <a:cubicBezTo>
                      <a:pt x="708" y="357"/>
                      <a:pt x="708" y="361"/>
                      <a:pt x="705" y="364"/>
                    </a:cubicBezTo>
                    <a:cubicBezTo>
                      <a:pt x="703" y="366"/>
                      <a:pt x="699" y="366"/>
                      <a:pt x="701" y="373"/>
                    </a:cubicBezTo>
                    <a:cubicBezTo>
                      <a:pt x="697" y="373"/>
                      <a:pt x="697" y="368"/>
                      <a:pt x="694" y="368"/>
                    </a:cubicBezTo>
                    <a:cubicBezTo>
                      <a:pt x="692" y="368"/>
                      <a:pt x="692" y="371"/>
                      <a:pt x="690" y="371"/>
                    </a:cubicBezTo>
                    <a:cubicBezTo>
                      <a:pt x="697" y="379"/>
                      <a:pt x="696" y="385"/>
                      <a:pt x="697" y="396"/>
                    </a:cubicBezTo>
                    <a:cubicBezTo>
                      <a:pt x="693" y="394"/>
                      <a:pt x="695" y="398"/>
                      <a:pt x="694" y="399"/>
                    </a:cubicBezTo>
                    <a:cubicBezTo>
                      <a:pt x="693" y="400"/>
                      <a:pt x="690" y="399"/>
                      <a:pt x="690" y="399"/>
                    </a:cubicBezTo>
                    <a:cubicBezTo>
                      <a:pt x="688" y="401"/>
                      <a:pt x="688" y="402"/>
                      <a:pt x="686" y="403"/>
                    </a:cubicBezTo>
                    <a:cubicBezTo>
                      <a:pt x="684" y="405"/>
                      <a:pt x="682" y="408"/>
                      <a:pt x="680" y="409"/>
                    </a:cubicBezTo>
                    <a:cubicBezTo>
                      <a:pt x="678" y="410"/>
                      <a:pt x="675" y="408"/>
                      <a:pt x="673" y="411"/>
                    </a:cubicBezTo>
                    <a:cubicBezTo>
                      <a:pt x="669" y="412"/>
                      <a:pt x="667" y="416"/>
                      <a:pt x="666" y="420"/>
                    </a:cubicBezTo>
                    <a:cubicBezTo>
                      <a:pt x="661" y="420"/>
                      <a:pt x="662" y="426"/>
                      <a:pt x="656" y="425"/>
                    </a:cubicBezTo>
                    <a:cubicBezTo>
                      <a:pt x="658" y="432"/>
                      <a:pt x="652" y="446"/>
                      <a:pt x="660" y="446"/>
                    </a:cubicBezTo>
                    <a:cubicBezTo>
                      <a:pt x="656" y="453"/>
                      <a:pt x="663" y="453"/>
                      <a:pt x="662" y="463"/>
                    </a:cubicBezTo>
                    <a:cubicBezTo>
                      <a:pt x="662" y="465"/>
                      <a:pt x="664" y="464"/>
                      <a:pt x="666" y="465"/>
                    </a:cubicBezTo>
                    <a:cubicBezTo>
                      <a:pt x="663" y="470"/>
                      <a:pt x="666" y="470"/>
                      <a:pt x="666" y="478"/>
                    </a:cubicBezTo>
                    <a:cubicBezTo>
                      <a:pt x="662" y="478"/>
                      <a:pt x="659" y="479"/>
                      <a:pt x="658" y="481"/>
                    </a:cubicBezTo>
                    <a:cubicBezTo>
                      <a:pt x="655" y="481"/>
                      <a:pt x="657" y="478"/>
                      <a:pt x="656" y="476"/>
                    </a:cubicBezTo>
                    <a:cubicBezTo>
                      <a:pt x="655" y="474"/>
                      <a:pt x="652" y="475"/>
                      <a:pt x="651" y="474"/>
                    </a:cubicBezTo>
                    <a:cubicBezTo>
                      <a:pt x="650" y="473"/>
                      <a:pt x="651" y="469"/>
                      <a:pt x="647" y="470"/>
                    </a:cubicBezTo>
                    <a:cubicBezTo>
                      <a:pt x="648" y="466"/>
                      <a:pt x="650" y="462"/>
                      <a:pt x="643" y="461"/>
                    </a:cubicBezTo>
                    <a:cubicBezTo>
                      <a:pt x="646" y="452"/>
                      <a:pt x="642" y="453"/>
                      <a:pt x="641" y="444"/>
                    </a:cubicBezTo>
                    <a:cubicBezTo>
                      <a:pt x="640" y="444"/>
                      <a:pt x="639" y="446"/>
                      <a:pt x="638" y="446"/>
                    </a:cubicBezTo>
                    <a:cubicBezTo>
                      <a:pt x="638" y="445"/>
                      <a:pt x="638" y="443"/>
                      <a:pt x="638" y="442"/>
                    </a:cubicBezTo>
                    <a:cubicBezTo>
                      <a:pt x="635" y="443"/>
                      <a:pt x="625" y="445"/>
                      <a:pt x="623" y="442"/>
                    </a:cubicBezTo>
                    <a:cubicBezTo>
                      <a:pt x="621" y="441"/>
                      <a:pt x="621" y="439"/>
                      <a:pt x="619" y="439"/>
                    </a:cubicBezTo>
                    <a:cubicBezTo>
                      <a:pt x="618" y="438"/>
                      <a:pt x="615" y="441"/>
                      <a:pt x="612" y="440"/>
                    </a:cubicBezTo>
                    <a:cubicBezTo>
                      <a:pt x="612" y="440"/>
                      <a:pt x="619" y="434"/>
                      <a:pt x="612" y="437"/>
                    </a:cubicBezTo>
                    <a:cubicBezTo>
                      <a:pt x="611" y="437"/>
                      <a:pt x="612" y="438"/>
                      <a:pt x="610" y="439"/>
                    </a:cubicBezTo>
                    <a:cubicBezTo>
                      <a:pt x="605" y="439"/>
                      <a:pt x="597" y="439"/>
                      <a:pt x="593" y="437"/>
                    </a:cubicBezTo>
                    <a:cubicBezTo>
                      <a:pt x="589" y="436"/>
                      <a:pt x="592" y="443"/>
                      <a:pt x="591" y="446"/>
                    </a:cubicBezTo>
                    <a:cubicBezTo>
                      <a:pt x="581" y="444"/>
                      <a:pt x="569" y="444"/>
                      <a:pt x="557" y="442"/>
                    </a:cubicBezTo>
                    <a:cubicBezTo>
                      <a:pt x="556" y="443"/>
                      <a:pt x="556" y="444"/>
                      <a:pt x="554" y="444"/>
                    </a:cubicBezTo>
                    <a:cubicBezTo>
                      <a:pt x="552" y="445"/>
                      <a:pt x="552" y="448"/>
                      <a:pt x="550" y="448"/>
                    </a:cubicBezTo>
                    <a:cubicBezTo>
                      <a:pt x="548" y="448"/>
                      <a:pt x="549" y="450"/>
                      <a:pt x="548" y="452"/>
                    </a:cubicBezTo>
                    <a:cubicBezTo>
                      <a:pt x="546" y="452"/>
                      <a:pt x="543" y="451"/>
                      <a:pt x="541" y="452"/>
                    </a:cubicBezTo>
                    <a:cubicBezTo>
                      <a:pt x="539" y="452"/>
                      <a:pt x="539" y="456"/>
                      <a:pt x="535" y="455"/>
                    </a:cubicBezTo>
                    <a:cubicBezTo>
                      <a:pt x="536" y="459"/>
                      <a:pt x="533" y="468"/>
                      <a:pt x="537" y="468"/>
                    </a:cubicBezTo>
                    <a:cubicBezTo>
                      <a:pt x="535" y="471"/>
                      <a:pt x="534" y="474"/>
                      <a:pt x="531" y="476"/>
                    </a:cubicBezTo>
                    <a:cubicBezTo>
                      <a:pt x="532" y="481"/>
                      <a:pt x="531" y="486"/>
                      <a:pt x="531" y="491"/>
                    </a:cubicBezTo>
                    <a:cubicBezTo>
                      <a:pt x="532" y="493"/>
                      <a:pt x="533" y="494"/>
                      <a:pt x="533" y="496"/>
                    </a:cubicBezTo>
                    <a:cubicBezTo>
                      <a:pt x="533" y="501"/>
                      <a:pt x="535" y="506"/>
                      <a:pt x="531" y="509"/>
                    </a:cubicBezTo>
                    <a:cubicBezTo>
                      <a:pt x="531" y="512"/>
                      <a:pt x="536" y="510"/>
                      <a:pt x="537" y="511"/>
                    </a:cubicBezTo>
                    <a:cubicBezTo>
                      <a:pt x="537" y="512"/>
                      <a:pt x="535" y="514"/>
                      <a:pt x="535" y="515"/>
                    </a:cubicBezTo>
                    <a:cubicBezTo>
                      <a:pt x="535" y="514"/>
                      <a:pt x="537" y="517"/>
                      <a:pt x="537" y="517"/>
                    </a:cubicBezTo>
                    <a:cubicBezTo>
                      <a:pt x="538" y="519"/>
                      <a:pt x="540" y="517"/>
                      <a:pt x="541" y="519"/>
                    </a:cubicBezTo>
                    <a:cubicBezTo>
                      <a:pt x="541" y="519"/>
                      <a:pt x="540" y="522"/>
                      <a:pt x="541" y="522"/>
                    </a:cubicBezTo>
                    <a:cubicBezTo>
                      <a:pt x="541" y="523"/>
                      <a:pt x="542" y="522"/>
                      <a:pt x="543" y="522"/>
                    </a:cubicBezTo>
                    <a:cubicBezTo>
                      <a:pt x="543" y="523"/>
                      <a:pt x="542" y="526"/>
                      <a:pt x="543" y="526"/>
                    </a:cubicBezTo>
                    <a:cubicBezTo>
                      <a:pt x="544" y="527"/>
                      <a:pt x="548" y="530"/>
                      <a:pt x="548" y="534"/>
                    </a:cubicBezTo>
                    <a:cubicBezTo>
                      <a:pt x="563" y="535"/>
                      <a:pt x="571" y="531"/>
                      <a:pt x="578" y="534"/>
                    </a:cubicBezTo>
                    <a:cubicBezTo>
                      <a:pt x="580" y="533"/>
                      <a:pt x="580" y="531"/>
                      <a:pt x="582" y="530"/>
                    </a:cubicBezTo>
                    <a:cubicBezTo>
                      <a:pt x="583" y="528"/>
                      <a:pt x="586" y="525"/>
                      <a:pt x="587" y="521"/>
                    </a:cubicBezTo>
                    <a:cubicBezTo>
                      <a:pt x="588" y="519"/>
                      <a:pt x="590" y="517"/>
                      <a:pt x="587" y="517"/>
                    </a:cubicBezTo>
                    <a:cubicBezTo>
                      <a:pt x="592" y="511"/>
                      <a:pt x="605" y="507"/>
                      <a:pt x="615" y="511"/>
                    </a:cubicBezTo>
                    <a:cubicBezTo>
                      <a:pt x="611" y="516"/>
                      <a:pt x="610" y="523"/>
                      <a:pt x="606" y="528"/>
                    </a:cubicBezTo>
                    <a:cubicBezTo>
                      <a:pt x="604" y="533"/>
                      <a:pt x="609" y="533"/>
                      <a:pt x="608" y="537"/>
                    </a:cubicBezTo>
                    <a:cubicBezTo>
                      <a:pt x="604" y="538"/>
                      <a:pt x="602" y="542"/>
                      <a:pt x="600" y="547"/>
                    </a:cubicBezTo>
                    <a:cubicBezTo>
                      <a:pt x="600" y="548"/>
                      <a:pt x="600" y="549"/>
                      <a:pt x="598" y="548"/>
                    </a:cubicBezTo>
                    <a:cubicBezTo>
                      <a:pt x="598" y="553"/>
                      <a:pt x="607" y="547"/>
                      <a:pt x="604" y="554"/>
                    </a:cubicBezTo>
                    <a:cubicBezTo>
                      <a:pt x="608" y="554"/>
                      <a:pt x="610" y="551"/>
                      <a:pt x="615" y="552"/>
                    </a:cubicBezTo>
                    <a:cubicBezTo>
                      <a:pt x="614" y="556"/>
                      <a:pt x="619" y="555"/>
                      <a:pt x="619" y="558"/>
                    </a:cubicBezTo>
                    <a:cubicBezTo>
                      <a:pt x="629" y="554"/>
                      <a:pt x="630" y="561"/>
                      <a:pt x="641" y="560"/>
                    </a:cubicBezTo>
                    <a:cubicBezTo>
                      <a:pt x="637" y="564"/>
                      <a:pt x="644" y="570"/>
                      <a:pt x="638" y="573"/>
                    </a:cubicBezTo>
                    <a:cubicBezTo>
                      <a:pt x="641" y="577"/>
                      <a:pt x="639" y="588"/>
                      <a:pt x="638" y="593"/>
                    </a:cubicBezTo>
                    <a:cubicBezTo>
                      <a:pt x="638" y="596"/>
                      <a:pt x="641" y="597"/>
                      <a:pt x="645" y="597"/>
                    </a:cubicBezTo>
                    <a:cubicBezTo>
                      <a:pt x="644" y="601"/>
                      <a:pt x="649" y="600"/>
                      <a:pt x="649" y="603"/>
                    </a:cubicBezTo>
                    <a:cubicBezTo>
                      <a:pt x="649" y="605"/>
                      <a:pt x="655" y="603"/>
                      <a:pt x="654" y="606"/>
                    </a:cubicBezTo>
                    <a:cubicBezTo>
                      <a:pt x="661" y="601"/>
                      <a:pt x="672" y="607"/>
                      <a:pt x="677" y="604"/>
                    </a:cubicBezTo>
                    <a:cubicBezTo>
                      <a:pt x="677" y="606"/>
                      <a:pt x="677" y="607"/>
                      <a:pt x="677" y="608"/>
                    </a:cubicBezTo>
                    <a:cubicBezTo>
                      <a:pt x="680" y="608"/>
                      <a:pt x="686" y="604"/>
                      <a:pt x="686" y="610"/>
                    </a:cubicBezTo>
                    <a:cubicBezTo>
                      <a:pt x="688" y="609"/>
                      <a:pt x="689" y="608"/>
                      <a:pt x="692" y="608"/>
                    </a:cubicBezTo>
                    <a:cubicBezTo>
                      <a:pt x="693" y="607"/>
                      <a:pt x="694" y="606"/>
                      <a:pt x="695" y="604"/>
                    </a:cubicBezTo>
                    <a:cubicBezTo>
                      <a:pt x="696" y="603"/>
                      <a:pt x="697" y="605"/>
                      <a:pt x="697" y="603"/>
                    </a:cubicBezTo>
                    <a:cubicBezTo>
                      <a:pt x="697" y="600"/>
                      <a:pt x="700" y="604"/>
                      <a:pt x="701" y="601"/>
                    </a:cubicBezTo>
                    <a:cubicBezTo>
                      <a:pt x="701" y="600"/>
                      <a:pt x="701" y="597"/>
                      <a:pt x="701" y="597"/>
                    </a:cubicBezTo>
                    <a:cubicBezTo>
                      <a:pt x="702" y="596"/>
                      <a:pt x="703" y="599"/>
                      <a:pt x="703" y="599"/>
                    </a:cubicBezTo>
                    <a:cubicBezTo>
                      <a:pt x="704" y="598"/>
                      <a:pt x="705" y="596"/>
                      <a:pt x="707" y="595"/>
                    </a:cubicBezTo>
                    <a:cubicBezTo>
                      <a:pt x="708" y="594"/>
                      <a:pt x="711" y="592"/>
                      <a:pt x="714" y="589"/>
                    </a:cubicBezTo>
                    <a:cubicBezTo>
                      <a:pt x="715" y="589"/>
                      <a:pt x="716" y="588"/>
                      <a:pt x="716" y="586"/>
                    </a:cubicBezTo>
                    <a:cubicBezTo>
                      <a:pt x="718" y="588"/>
                      <a:pt x="737" y="589"/>
                      <a:pt x="727" y="591"/>
                    </a:cubicBezTo>
                    <a:cubicBezTo>
                      <a:pt x="728" y="594"/>
                      <a:pt x="732" y="593"/>
                      <a:pt x="735" y="593"/>
                    </a:cubicBezTo>
                    <a:cubicBezTo>
                      <a:pt x="736" y="593"/>
                      <a:pt x="736" y="591"/>
                      <a:pt x="736" y="589"/>
                    </a:cubicBezTo>
                    <a:cubicBezTo>
                      <a:pt x="741" y="589"/>
                      <a:pt x="746" y="589"/>
                      <a:pt x="751" y="589"/>
                    </a:cubicBezTo>
                    <a:cubicBezTo>
                      <a:pt x="749" y="595"/>
                      <a:pt x="759" y="593"/>
                      <a:pt x="764" y="595"/>
                    </a:cubicBezTo>
                    <a:cubicBezTo>
                      <a:pt x="765" y="595"/>
                      <a:pt x="764" y="597"/>
                      <a:pt x="766" y="597"/>
                    </a:cubicBezTo>
                    <a:cubicBezTo>
                      <a:pt x="768" y="597"/>
                      <a:pt x="768" y="599"/>
                      <a:pt x="770" y="599"/>
                    </a:cubicBezTo>
                    <a:cubicBezTo>
                      <a:pt x="774" y="599"/>
                      <a:pt x="775" y="597"/>
                      <a:pt x="777" y="597"/>
                    </a:cubicBezTo>
                    <a:cubicBezTo>
                      <a:pt x="787" y="596"/>
                      <a:pt x="796" y="598"/>
                      <a:pt x="805" y="599"/>
                    </a:cubicBezTo>
                    <a:cubicBezTo>
                      <a:pt x="805" y="602"/>
                      <a:pt x="807" y="606"/>
                      <a:pt x="807" y="603"/>
                    </a:cubicBezTo>
                    <a:cubicBezTo>
                      <a:pt x="809" y="603"/>
                      <a:pt x="808" y="604"/>
                      <a:pt x="807" y="604"/>
                    </a:cubicBezTo>
                    <a:cubicBezTo>
                      <a:pt x="807" y="609"/>
                      <a:pt x="812" y="605"/>
                      <a:pt x="815" y="608"/>
                    </a:cubicBezTo>
                    <a:cubicBezTo>
                      <a:pt x="815" y="609"/>
                      <a:pt x="814" y="612"/>
                      <a:pt x="815" y="612"/>
                    </a:cubicBezTo>
                    <a:cubicBezTo>
                      <a:pt x="817" y="613"/>
                      <a:pt x="820" y="611"/>
                      <a:pt x="822" y="612"/>
                    </a:cubicBezTo>
                    <a:cubicBezTo>
                      <a:pt x="821" y="616"/>
                      <a:pt x="823" y="617"/>
                      <a:pt x="826" y="619"/>
                    </a:cubicBezTo>
                    <a:cubicBezTo>
                      <a:pt x="829" y="622"/>
                      <a:pt x="832" y="624"/>
                      <a:pt x="833" y="629"/>
                    </a:cubicBezTo>
                    <a:cubicBezTo>
                      <a:pt x="845" y="628"/>
                      <a:pt x="850" y="634"/>
                      <a:pt x="859" y="630"/>
                    </a:cubicBezTo>
                    <a:cubicBezTo>
                      <a:pt x="857" y="638"/>
                      <a:pt x="870" y="630"/>
                      <a:pt x="867" y="638"/>
                    </a:cubicBezTo>
                    <a:cubicBezTo>
                      <a:pt x="873" y="635"/>
                      <a:pt x="873" y="643"/>
                      <a:pt x="878" y="644"/>
                    </a:cubicBezTo>
                    <a:cubicBezTo>
                      <a:pt x="880" y="644"/>
                      <a:pt x="880" y="649"/>
                      <a:pt x="884" y="647"/>
                    </a:cubicBezTo>
                    <a:cubicBezTo>
                      <a:pt x="878" y="652"/>
                      <a:pt x="886" y="651"/>
                      <a:pt x="885" y="657"/>
                    </a:cubicBezTo>
                    <a:cubicBezTo>
                      <a:pt x="885" y="660"/>
                      <a:pt x="889" y="659"/>
                      <a:pt x="891" y="660"/>
                    </a:cubicBezTo>
                    <a:cubicBezTo>
                      <a:pt x="892" y="661"/>
                      <a:pt x="891" y="666"/>
                      <a:pt x="895" y="664"/>
                    </a:cubicBezTo>
                    <a:cubicBezTo>
                      <a:pt x="888" y="671"/>
                      <a:pt x="904" y="673"/>
                      <a:pt x="899" y="679"/>
                    </a:cubicBezTo>
                    <a:cubicBezTo>
                      <a:pt x="902" y="678"/>
                      <a:pt x="904" y="679"/>
                      <a:pt x="904" y="683"/>
                    </a:cubicBezTo>
                    <a:cubicBezTo>
                      <a:pt x="914" y="681"/>
                      <a:pt x="926" y="684"/>
                      <a:pt x="930" y="692"/>
                    </a:cubicBezTo>
                    <a:cubicBezTo>
                      <a:pt x="939" y="692"/>
                      <a:pt x="944" y="695"/>
                      <a:pt x="954" y="694"/>
                    </a:cubicBezTo>
                    <a:cubicBezTo>
                      <a:pt x="955" y="695"/>
                      <a:pt x="951" y="696"/>
                      <a:pt x="951" y="696"/>
                    </a:cubicBezTo>
                    <a:cubicBezTo>
                      <a:pt x="953" y="699"/>
                      <a:pt x="965" y="697"/>
                      <a:pt x="971" y="698"/>
                    </a:cubicBezTo>
                    <a:cubicBezTo>
                      <a:pt x="971" y="699"/>
                      <a:pt x="974" y="699"/>
                      <a:pt x="975" y="699"/>
                    </a:cubicBezTo>
                    <a:cubicBezTo>
                      <a:pt x="975" y="703"/>
                      <a:pt x="979" y="702"/>
                      <a:pt x="981" y="703"/>
                    </a:cubicBezTo>
                    <a:cubicBezTo>
                      <a:pt x="981" y="704"/>
                      <a:pt x="980" y="706"/>
                      <a:pt x="981" y="707"/>
                    </a:cubicBezTo>
                    <a:cubicBezTo>
                      <a:pt x="981" y="708"/>
                      <a:pt x="984" y="706"/>
                      <a:pt x="984" y="707"/>
                    </a:cubicBezTo>
                    <a:cubicBezTo>
                      <a:pt x="986" y="708"/>
                      <a:pt x="984" y="712"/>
                      <a:pt x="988" y="711"/>
                    </a:cubicBezTo>
                    <a:cubicBezTo>
                      <a:pt x="988" y="730"/>
                      <a:pt x="988" y="749"/>
                      <a:pt x="988" y="768"/>
                    </a:cubicBezTo>
                    <a:cubicBezTo>
                      <a:pt x="980" y="766"/>
                      <a:pt x="988" y="779"/>
                      <a:pt x="981" y="776"/>
                    </a:cubicBezTo>
                    <a:cubicBezTo>
                      <a:pt x="980" y="782"/>
                      <a:pt x="979" y="788"/>
                      <a:pt x="979" y="795"/>
                    </a:cubicBezTo>
                    <a:cubicBezTo>
                      <a:pt x="979" y="798"/>
                      <a:pt x="982" y="805"/>
                      <a:pt x="981" y="813"/>
                    </a:cubicBezTo>
                    <a:cubicBezTo>
                      <a:pt x="981" y="813"/>
                      <a:pt x="979" y="814"/>
                      <a:pt x="979" y="815"/>
                    </a:cubicBezTo>
                    <a:cubicBezTo>
                      <a:pt x="978" y="816"/>
                      <a:pt x="979" y="818"/>
                      <a:pt x="979" y="819"/>
                    </a:cubicBezTo>
                    <a:cubicBezTo>
                      <a:pt x="978" y="820"/>
                      <a:pt x="973" y="821"/>
                      <a:pt x="975" y="828"/>
                    </a:cubicBezTo>
                    <a:cubicBezTo>
                      <a:pt x="971" y="829"/>
                      <a:pt x="969" y="832"/>
                      <a:pt x="966" y="834"/>
                    </a:cubicBezTo>
                    <a:cubicBezTo>
                      <a:pt x="965" y="835"/>
                      <a:pt x="967" y="838"/>
                      <a:pt x="966" y="839"/>
                    </a:cubicBezTo>
                    <a:cubicBezTo>
                      <a:pt x="965" y="840"/>
                      <a:pt x="962" y="839"/>
                      <a:pt x="962" y="839"/>
                    </a:cubicBezTo>
                    <a:cubicBezTo>
                      <a:pt x="961" y="840"/>
                      <a:pt x="963" y="843"/>
                      <a:pt x="962" y="843"/>
                    </a:cubicBezTo>
                    <a:cubicBezTo>
                      <a:pt x="960" y="844"/>
                      <a:pt x="955" y="843"/>
                      <a:pt x="954" y="847"/>
                    </a:cubicBezTo>
                    <a:cubicBezTo>
                      <a:pt x="954" y="849"/>
                      <a:pt x="951" y="848"/>
                      <a:pt x="947" y="850"/>
                    </a:cubicBezTo>
                    <a:cubicBezTo>
                      <a:pt x="946" y="851"/>
                      <a:pt x="944" y="854"/>
                      <a:pt x="943" y="854"/>
                    </a:cubicBezTo>
                    <a:cubicBezTo>
                      <a:pt x="942" y="854"/>
                      <a:pt x="941" y="852"/>
                      <a:pt x="940" y="852"/>
                    </a:cubicBezTo>
                    <a:cubicBezTo>
                      <a:pt x="940" y="852"/>
                      <a:pt x="939" y="854"/>
                      <a:pt x="938" y="854"/>
                    </a:cubicBezTo>
                    <a:cubicBezTo>
                      <a:pt x="935" y="854"/>
                      <a:pt x="934" y="855"/>
                      <a:pt x="934" y="858"/>
                    </a:cubicBezTo>
                    <a:cubicBezTo>
                      <a:pt x="927" y="855"/>
                      <a:pt x="923" y="863"/>
                      <a:pt x="919" y="865"/>
                    </a:cubicBezTo>
                    <a:cubicBezTo>
                      <a:pt x="918" y="866"/>
                      <a:pt x="916" y="865"/>
                      <a:pt x="915" y="865"/>
                    </a:cubicBezTo>
                    <a:cubicBezTo>
                      <a:pt x="914" y="866"/>
                      <a:pt x="912" y="868"/>
                      <a:pt x="912" y="869"/>
                    </a:cubicBezTo>
                    <a:cubicBezTo>
                      <a:pt x="911" y="870"/>
                      <a:pt x="908" y="872"/>
                      <a:pt x="908" y="873"/>
                    </a:cubicBezTo>
                    <a:cubicBezTo>
                      <a:pt x="907" y="874"/>
                      <a:pt x="911" y="878"/>
                      <a:pt x="906" y="877"/>
                    </a:cubicBezTo>
                    <a:cubicBezTo>
                      <a:pt x="907" y="885"/>
                      <a:pt x="903" y="889"/>
                      <a:pt x="904" y="897"/>
                    </a:cubicBezTo>
                    <a:cubicBezTo>
                      <a:pt x="899" y="895"/>
                      <a:pt x="902" y="901"/>
                      <a:pt x="900" y="903"/>
                    </a:cubicBezTo>
                    <a:cubicBezTo>
                      <a:pt x="900" y="903"/>
                      <a:pt x="897" y="902"/>
                      <a:pt x="897" y="903"/>
                    </a:cubicBezTo>
                    <a:cubicBezTo>
                      <a:pt x="896" y="904"/>
                      <a:pt x="900" y="906"/>
                      <a:pt x="897" y="906"/>
                    </a:cubicBezTo>
                    <a:cubicBezTo>
                      <a:pt x="894" y="906"/>
                      <a:pt x="894" y="914"/>
                      <a:pt x="889" y="914"/>
                    </a:cubicBezTo>
                    <a:cubicBezTo>
                      <a:pt x="889" y="914"/>
                      <a:pt x="886" y="917"/>
                      <a:pt x="885" y="918"/>
                    </a:cubicBezTo>
                    <a:cubicBezTo>
                      <a:pt x="883" y="920"/>
                      <a:pt x="881" y="926"/>
                      <a:pt x="876" y="929"/>
                    </a:cubicBezTo>
                    <a:cubicBezTo>
                      <a:pt x="876" y="931"/>
                      <a:pt x="876" y="934"/>
                      <a:pt x="876" y="936"/>
                    </a:cubicBezTo>
                    <a:cubicBezTo>
                      <a:pt x="873" y="938"/>
                      <a:pt x="870" y="939"/>
                      <a:pt x="871" y="944"/>
                    </a:cubicBezTo>
                    <a:cubicBezTo>
                      <a:pt x="867" y="944"/>
                      <a:pt x="864" y="944"/>
                      <a:pt x="861" y="944"/>
                    </a:cubicBezTo>
                    <a:cubicBezTo>
                      <a:pt x="861" y="945"/>
                      <a:pt x="864" y="945"/>
                      <a:pt x="865" y="946"/>
                    </a:cubicBezTo>
                    <a:cubicBezTo>
                      <a:pt x="865" y="948"/>
                      <a:pt x="862" y="947"/>
                      <a:pt x="859" y="947"/>
                    </a:cubicBezTo>
                    <a:cubicBezTo>
                      <a:pt x="857" y="949"/>
                      <a:pt x="856" y="951"/>
                      <a:pt x="856" y="955"/>
                    </a:cubicBezTo>
                    <a:cubicBezTo>
                      <a:pt x="853" y="953"/>
                      <a:pt x="852" y="953"/>
                      <a:pt x="852" y="957"/>
                    </a:cubicBezTo>
                    <a:cubicBezTo>
                      <a:pt x="850" y="957"/>
                      <a:pt x="851" y="954"/>
                      <a:pt x="850" y="953"/>
                    </a:cubicBezTo>
                    <a:cubicBezTo>
                      <a:pt x="847" y="953"/>
                      <a:pt x="845" y="953"/>
                      <a:pt x="845" y="951"/>
                    </a:cubicBezTo>
                    <a:cubicBezTo>
                      <a:pt x="843" y="952"/>
                      <a:pt x="843" y="955"/>
                      <a:pt x="839" y="955"/>
                    </a:cubicBezTo>
                    <a:cubicBezTo>
                      <a:pt x="838" y="959"/>
                      <a:pt x="842" y="960"/>
                      <a:pt x="843" y="964"/>
                    </a:cubicBezTo>
                    <a:cubicBezTo>
                      <a:pt x="843" y="969"/>
                      <a:pt x="836" y="972"/>
                      <a:pt x="841" y="975"/>
                    </a:cubicBezTo>
                    <a:cubicBezTo>
                      <a:pt x="840" y="980"/>
                      <a:pt x="831" y="975"/>
                      <a:pt x="830" y="979"/>
                    </a:cubicBezTo>
                    <a:cubicBezTo>
                      <a:pt x="827" y="979"/>
                      <a:pt x="829" y="982"/>
                      <a:pt x="828" y="983"/>
                    </a:cubicBezTo>
                    <a:cubicBezTo>
                      <a:pt x="826" y="984"/>
                      <a:pt x="819" y="983"/>
                      <a:pt x="820" y="988"/>
                    </a:cubicBezTo>
                    <a:cubicBezTo>
                      <a:pt x="816" y="985"/>
                      <a:pt x="803" y="985"/>
                      <a:pt x="802" y="990"/>
                    </a:cubicBezTo>
                    <a:cubicBezTo>
                      <a:pt x="802" y="992"/>
                      <a:pt x="804" y="991"/>
                      <a:pt x="804" y="990"/>
                    </a:cubicBezTo>
                    <a:cubicBezTo>
                      <a:pt x="808" y="990"/>
                      <a:pt x="803" y="995"/>
                      <a:pt x="800" y="994"/>
                    </a:cubicBezTo>
                    <a:cubicBezTo>
                      <a:pt x="801" y="998"/>
                      <a:pt x="794" y="1004"/>
                      <a:pt x="798" y="1005"/>
                    </a:cubicBezTo>
                    <a:cubicBezTo>
                      <a:pt x="798" y="1006"/>
                      <a:pt x="795" y="1007"/>
                      <a:pt x="794" y="1007"/>
                    </a:cubicBezTo>
                    <a:cubicBezTo>
                      <a:pt x="794" y="1007"/>
                      <a:pt x="792" y="1005"/>
                      <a:pt x="792" y="1005"/>
                    </a:cubicBezTo>
                    <a:cubicBezTo>
                      <a:pt x="791" y="1005"/>
                      <a:pt x="786" y="1010"/>
                      <a:pt x="787" y="1003"/>
                    </a:cubicBezTo>
                    <a:cubicBezTo>
                      <a:pt x="785" y="1004"/>
                      <a:pt x="784" y="1008"/>
                      <a:pt x="783" y="1005"/>
                    </a:cubicBezTo>
                    <a:cubicBezTo>
                      <a:pt x="780" y="1006"/>
                      <a:pt x="784" y="1016"/>
                      <a:pt x="785" y="1020"/>
                    </a:cubicBezTo>
                    <a:cubicBezTo>
                      <a:pt x="786" y="1025"/>
                      <a:pt x="782" y="1023"/>
                      <a:pt x="781" y="1028"/>
                    </a:cubicBezTo>
                    <a:cubicBezTo>
                      <a:pt x="781" y="1030"/>
                      <a:pt x="781" y="1034"/>
                      <a:pt x="776" y="1033"/>
                    </a:cubicBezTo>
                    <a:cubicBezTo>
                      <a:pt x="775" y="1035"/>
                      <a:pt x="779" y="1036"/>
                      <a:pt x="779" y="1037"/>
                    </a:cubicBezTo>
                    <a:cubicBezTo>
                      <a:pt x="780" y="1040"/>
                      <a:pt x="776" y="1036"/>
                      <a:pt x="776" y="1037"/>
                    </a:cubicBezTo>
                    <a:cubicBezTo>
                      <a:pt x="774" y="1038"/>
                      <a:pt x="774" y="1043"/>
                      <a:pt x="776" y="1042"/>
                    </a:cubicBezTo>
                    <a:cubicBezTo>
                      <a:pt x="775" y="1045"/>
                      <a:pt x="774" y="1043"/>
                      <a:pt x="772" y="1042"/>
                    </a:cubicBezTo>
                    <a:cubicBezTo>
                      <a:pt x="772" y="1042"/>
                      <a:pt x="771" y="1045"/>
                      <a:pt x="770" y="1044"/>
                    </a:cubicBezTo>
                    <a:cubicBezTo>
                      <a:pt x="767" y="1040"/>
                      <a:pt x="771" y="1045"/>
                      <a:pt x="768" y="1048"/>
                    </a:cubicBezTo>
                    <a:cubicBezTo>
                      <a:pt x="765" y="1051"/>
                      <a:pt x="764" y="1047"/>
                      <a:pt x="761" y="1050"/>
                    </a:cubicBezTo>
                    <a:cubicBezTo>
                      <a:pt x="758" y="1055"/>
                      <a:pt x="769" y="1054"/>
                      <a:pt x="762" y="1057"/>
                    </a:cubicBezTo>
                    <a:cubicBezTo>
                      <a:pt x="763" y="1059"/>
                      <a:pt x="766" y="1059"/>
                      <a:pt x="768" y="1059"/>
                    </a:cubicBezTo>
                    <a:cubicBezTo>
                      <a:pt x="767" y="1063"/>
                      <a:pt x="768" y="1065"/>
                      <a:pt x="772" y="1065"/>
                    </a:cubicBezTo>
                    <a:cubicBezTo>
                      <a:pt x="775" y="1069"/>
                      <a:pt x="768" y="1071"/>
                      <a:pt x="768" y="1072"/>
                    </a:cubicBezTo>
                    <a:cubicBezTo>
                      <a:pt x="768" y="1073"/>
                      <a:pt x="769" y="1075"/>
                      <a:pt x="770" y="1074"/>
                    </a:cubicBezTo>
                    <a:cubicBezTo>
                      <a:pt x="768" y="1077"/>
                      <a:pt x="769" y="1074"/>
                      <a:pt x="768" y="1074"/>
                    </a:cubicBezTo>
                    <a:cubicBezTo>
                      <a:pt x="765" y="1074"/>
                      <a:pt x="766" y="1078"/>
                      <a:pt x="761" y="1078"/>
                    </a:cubicBezTo>
                    <a:cubicBezTo>
                      <a:pt x="763" y="1081"/>
                      <a:pt x="762" y="1082"/>
                      <a:pt x="757" y="1082"/>
                    </a:cubicBezTo>
                    <a:cubicBezTo>
                      <a:pt x="758" y="1087"/>
                      <a:pt x="754" y="1086"/>
                      <a:pt x="755" y="1091"/>
                    </a:cubicBezTo>
                    <a:cubicBezTo>
                      <a:pt x="748" y="1092"/>
                      <a:pt x="756" y="1099"/>
                      <a:pt x="749" y="1095"/>
                    </a:cubicBezTo>
                    <a:cubicBezTo>
                      <a:pt x="750" y="1099"/>
                      <a:pt x="748" y="1103"/>
                      <a:pt x="749" y="1108"/>
                    </a:cubicBezTo>
                    <a:cubicBezTo>
                      <a:pt x="750" y="1109"/>
                      <a:pt x="751" y="1110"/>
                      <a:pt x="751" y="1110"/>
                    </a:cubicBezTo>
                    <a:cubicBezTo>
                      <a:pt x="751" y="1112"/>
                      <a:pt x="748" y="1113"/>
                      <a:pt x="751" y="1117"/>
                    </a:cubicBezTo>
                    <a:cubicBezTo>
                      <a:pt x="754" y="1119"/>
                      <a:pt x="751" y="1121"/>
                      <a:pt x="753" y="1126"/>
                    </a:cubicBezTo>
                    <a:cubicBezTo>
                      <a:pt x="755" y="1130"/>
                      <a:pt x="759" y="1132"/>
                      <a:pt x="761" y="1136"/>
                    </a:cubicBezTo>
                    <a:cubicBezTo>
                      <a:pt x="765" y="1139"/>
                      <a:pt x="768" y="1133"/>
                      <a:pt x="772" y="1137"/>
                    </a:cubicBezTo>
                    <a:cubicBezTo>
                      <a:pt x="773" y="1144"/>
                      <a:pt x="766" y="1140"/>
                      <a:pt x="762" y="1141"/>
                    </a:cubicBezTo>
                    <a:cubicBezTo>
                      <a:pt x="755" y="1143"/>
                      <a:pt x="746" y="1146"/>
                      <a:pt x="740" y="1145"/>
                    </a:cubicBezTo>
                    <a:cubicBezTo>
                      <a:pt x="740" y="1145"/>
                      <a:pt x="740" y="1142"/>
                      <a:pt x="740" y="1141"/>
                    </a:cubicBezTo>
                    <a:cubicBezTo>
                      <a:pt x="732" y="1143"/>
                      <a:pt x="730" y="1138"/>
                      <a:pt x="723" y="1137"/>
                    </a:cubicBezTo>
                    <a:cubicBezTo>
                      <a:pt x="723" y="1136"/>
                      <a:pt x="723" y="1134"/>
                      <a:pt x="723" y="1132"/>
                    </a:cubicBezTo>
                    <a:cubicBezTo>
                      <a:pt x="722" y="1127"/>
                      <a:pt x="716" y="1131"/>
                      <a:pt x="716" y="1126"/>
                    </a:cubicBezTo>
                    <a:cubicBezTo>
                      <a:pt x="716" y="1125"/>
                      <a:pt x="714" y="1124"/>
                      <a:pt x="714" y="1123"/>
                    </a:cubicBezTo>
                    <a:cubicBezTo>
                      <a:pt x="714" y="1121"/>
                      <a:pt x="712" y="1121"/>
                      <a:pt x="712" y="1121"/>
                    </a:cubicBezTo>
                    <a:cubicBezTo>
                      <a:pt x="712" y="1119"/>
                      <a:pt x="716" y="1115"/>
                      <a:pt x="712" y="1115"/>
                    </a:cubicBezTo>
                    <a:cubicBezTo>
                      <a:pt x="709" y="1115"/>
                      <a:pt x="712" y="1113"/>
                      <a:pt x="712" y="1111"/>
                    </a:cubicBezTo>
                    <a:cubicBezTo>
                      <a:pt x="712" y="1109"/>
                      <a:pt x="709" y="1109"/>
                      <a:pt x="708" y="1108"/>
                    </a:cubicBezTo>
                    <a:cubicBezTo>
                      <a:pt x="708" y="1106"/>
                      <a:pt x="711" y="1106"/>
                      <a:pt x="710" y="1104"/>
                    </a:cubicBezTo>
                    <a:cubicBezTo>
                      <a:pt x="710" y="1104"/>
                      <a:pt x="709" y="1103"/>
                      <a:pt x="708" y="1102"/>
                    </a:cubicBezTo>
                    <a:cubicBezTo>
                      <a:pt x="708" y="1100"/>
                      <a:pt x="707" y="1097"/>
                      <a:pt x="705" y="1096"/>
                    </a:cubicBezTo>
                    <a:cubicBezTo>
                      <a:pt x="704" y="1094"/>
                      <a:pt x="707" y="1093"/>
                      <a:pt x="707" y="1091"/>
                    </a:cubicBezTo>
                    <a:cubicBezTo>
                      <a:pt x="706" y="1090"/>
                      <a:pt x="703" y="1088"/>
                      <a:pt x="703" y="1089"/>
                    </a:cubicBezTo>
                    <a:cubicBezTo>
                      <a:pt x="703" y="1088"/>
                      <a:pt x="710" y="1085"/>
                      <a:pt x="705" y="1083"/>
                    </a:cubicBezTo>
                    <a:cubicBezTo>
                      <a:pt x="705" y="1082"/>
                      <a:pt x="707" y="1082"/>
                      <a:pt x="708" y="1082"/>
                    </a:cubicBezTo>
                    <a:cubicBezTo>
                      <a:pt x="708" y="1077"/>
                      <a:pt x="708" y="1073"/>
                      <a:pt x="708" y="1068"/>
                    </a:cubicBezTo>
                    <a:cubicBezTo>
                      <a:pt x="707" y="1067"/>
                      <a:pt x="705" y="1066"/>
                      <a:pt x="703" y="1065"/>
                    </a:cubicBezTo>
                    <a:cubicBezTo>
                      <a:pt x="705" y="1059"/>
                      <a:pt x="709" y="1054"/>
                      <a:pt x="707" y="1048"/>
                    </a:cubicBezTo>
                    <a:cubicBezTo>
                      <a:pt x="712" y="1050"/>
                      <a:pt x="711" y="1045"/>
                      <a:pt x="716" y="1046"/>
                    </a:cubicBezTo>
                    <a:cubicBezTo>
                      <a:pt x="716" y="1041"/>
                      <a:pt x="716" y="1035"/>
                      <a:pt x="716" y="1029"/>
                    </a:cubicBezTo>
                    <a:cubicBezTo>
                      <a:pt x="725" y="1030"/>
                      <a:pt x="721" y="1017"/>
                      <a:pt x="725" y="1013"/>
                    </a:cubicBezTo>
                    <a:cubicBezTo>
                      <a:pt x="724" y="1014"/>
                      <a:pt x="722" y="1015"/>
                      <a:pt x="721" y="1013"/>
                    </a:cubicBezTo>
                    <a:cubicBezTo>
                      <a:pt x="718" y="1014"/>
                      <a:pt x="716" y="1018"/>
                      <a:pt x="716" y="1024"/>
                    </a:cubicBezTo>
                    <a:cubicBezTo>
                      <a:pt x="713" y="1022"/>
                      <a:pt x="710" y="1021"/>
                      <a:pt x="710" y="1016"/>
                    </a:cubicBezTo>
                    <a:cubicBezTo>
                      <a:pt x="707" y="1014"/>
                      <a:pt x="716" y="1010"/>
                      <a:pt x="714" y="1009"/>
                    </a:cubicBezTo>
                    <a:cubicBezTo>
                      <a:pt x="710" y="1006"/>
                      <a:pt x="715" y="1010"/>
                      <a:pt x="718" y="1007"/>
                    </a:cubicBezTo>
                    <a:cubicBezTo>
                      <a:pt x="719" y="997"/>
                      <a:pt x="715" y="989"/>
                      <a:pt x="716" y="981"/>
                    </a:cubicBezTo>
                    <a:cubicBezTo>
                      <a:pt x="716" y="981"/>
                      <a:pt x="719" y="981"/>
                      <a:pt x="720" y="981"/>
                    </a:cubicBezTo>
                    <a:cubicBezTo>
                      <a:pt x="718" y="972"/>
                      <a:pt x="720" y="971"/>
                      <a:pt x="720" y="960"/>
                    </a:cubicBezTo>
                    <a:cubicBezTo>
                      <a:pt x="724" y="955"/>
                      <a:pt x="730" y="949"/>
                      <a:pt x="727" y="942"/>
                    </a:cubicBezTo>
                    <a:cubicBezTo>
                      <a:pt x="734" y="950"/>
                      <a:pt x="728" y="928"/>
                      <a:pt x="735" y="936"/>
                    </a:cubicBezTo>
                    <a:cubicBezTo>
                      <a:pt x="734" y="932"/>
                      <a:pt x="734" y="928"/>
                      <a:pt x="733" y="923"/>
                    </a:cubicBezTo>
                    <a:cubicBezTo>
                      <a:pt x="732" y="921"/>
                      <a:pt x="729" y="918"/>
                      <a:pt x="729" y="916"/>
                    </a:cubicBezTo>
                    <a:cubicBezTo>
                      <a:pt x="729" y="913"/>
                      <a:pt x="730" y="912"/>
                      <a:pt x="731" y="910"/>
                    </a:cubicBezTo>
                    <a:cubicBezTo>
                      <a:pt x="731" y="906"/>
                      <a:pt x="729" y="900"/>
                      <a:pt x="735" y="904"/>
                    </a:cubicBezTo>
                    <a:cubicBezTo>
                      <a:pt x="734" y="899"/>
                      <a:pt x="735" y="894"/>
                      <a:pt x="736" y="890"/>
                    </a:cubicBezTo>
                    <a:cubicBezTo>
                      <a:pt x="738" y="886"/>
                      <a:pt x="737" y="888"/>
                      <a:pt x="736" y="884"/>
                    </a:cubicBezTo>
                    <a:cubicBezTo>
                      <a:pt x="736" y="882"/>
                      <a:pt x="741" y="877"/>
                      <a:pt x="738" y="875"/>
                    </a:cubicBezTo>
                    <a:cubicBezTo>
                      <a:pt x="737" y="873"/>
                      <a:pt x="738" y="873"/>
                      <a:pt x="738" y="869"/>
                    </a:cubicBezTo>
                    <a:cubicBezTo>
                      <a:pt x="739" y="867"/>
                      <a:pt x="738" y="864"/>
                      <a:pt x="738" y="862"/>
                    </a:cubicBezTo>
                    <a:cubicBezTo>
                      <a:pt x="739" y="859"/>
                      <a:pt x="740" y="858"/>
                      <a:pt x="740" y="856"/>
                    </a:cubicBezTo>
                    <a:cubicBezTo>
                      <a:pt x="741" y="849"/>
                      <a:pt x="739" y="842"/>
                      <a:pt x="740" y="836"/>
                    </a:cubicBezTo>
                    <a:cubicBezTo>
                      <a:pt x="740" y="833"/>
                      <a:pt x="742" y="832"/>
                      <a:pt x="742" y="830"/>
                    </a:cubicBezTo>
                    <a:cubicBezTo>
                      <a:pt x="741" y="824"/>
                      <a:pt x="736" y="819"/>
                      <a:pt x="736" y="813"/>
                    </a:cubicBezTo>
                    <a:cubicBezTo>
                      <a:pt x="736" y="810"/>
                      <a:pt x="734" y="814"/>
                      <a:pt x="731" y="813"/>
                    </a:cubicBezTo>
                    <a:cubicBezTo>
                      <a:pt x="728" y="809"/>
                      <a:pt x="723" y="804"/>
                      <a:pt x="718" y="804"/>
                    </a:cubicBezTo>
                    <a:cubicBezTo>
                      <a:pt x="717" y="804"/>
                      <a:pt x="715" y="799"/>
                      <a:pt x="714" y="800"/>
                    </a:cubicBezTo>
                    <a:cubicBezTo>
                      <a:pt x="711" y="803"/>
                      <a:pt x="714" y="799"/>
                      <a:pt x="712" y="798"/>
                    </a:cubicBezTo>
                    <a:cubicBezTo>
                      <a:pt x="709" y="796"/>
                      <a:pt x="704" y="800"/>
                      <a:pt x="708" y="795"/>
                    </a:cubicBezTo>
                    <a:cubicBezTo>
                      <a:pt x="708" y="791"/>
                      <a:pt x="703" y="794"/>
                      <a:pt x="701" y="793"/>
                    </a:cubicBezTo>
                    <a:cubicBezTo>
                      <a:pt x="700" y="792"/>
                      <a:pt x="702" y="789"/>
                      <a:pt x="701" y="789"/>
                    </a:cubicBezTo>
                    <a:cubicBezTo>
                      <a:pt x="700" y="788"/>
                      <a:pt x="698" y="788"/>
                      <a:pt x="697" y="787"/>
                    </a:cubicBezTo>
                    <a:cubicBezTo>
                      <a:pt x="695" y="785"/>
                      <a:pt x="692" y="780"/>
                      <a:pt x="692" y="774"/>
                    </a:cubicBezTo>
                    <a:cubicBezTo>
                      <a:pt x="692" y="772"/>
                      <a:pt x="689" y="773"/>
                      <a:pt x="688" y="772"/>
                    </a:cubicBezTo>
                    <a:cubicBezTo>
                      <a:pt x="686" y="771"/>
                      <a:pt x="688" y="763"/>
                      <a:pt x="684" y="763"/>
                    </a:cubicBezTo>
                    <a:cubicBezTo>
                      <a:pt x="681" y="763"/>
                      <a:pt x="679" y="752"/>
                      <a:pt x="677" y="748"/>
                    </a:cubicBezTo>
                    <a:cubicBezTo>
                      <a:pt x="675" y="745"/>
                      <a:pt x="672" y="741"/>
                      <a:pt x="669" y="737"/>
                    </a:cubicBezTo>
                    <a:cubicBezTo>
                      <a:pt x="668" y="735"/>
                      <a:pt x="666" y="734"/>
                      <a:pt x="666" y="733"/>
                    </a:cubicBezTo>
                    <a:cubicBezTo>
                      <a:pt x="665" y="732"/>
                      <a:pt x="666" y="730"/>
                      <a:pt x="666" y="729"/>
                    </a:cubicBezTo>
                    <a:cubicBezTo>
                      <a:pt x="665" y="727"/>
                      <a:pt x="663" y="729"/>
                      <a:pt x="662" y="727"/>
                    </a:cubicBezTo>
                    <a:cubicBezTo>
                      <a:pt x="662" y="727"/>
                      <a:pt x="659" y="713"/>
                      <a:pt x="658" y="724"/>
                    </a:cubicBezTo>
                    <a:cubicBezTo>
                      <a:pt x="654" y="722"/>
                      <a:pt x="657" y="712"/>
                      <a:pt x="656" y="707"/>
                    </a:cubicBezTo>
                    <a:cubicBezTo>
                      <a:pt x="661" y="707"/>
                      <a:pt x="661" y="702"/>
                      <a:pt x="664" y="699"/>
                    </a:cubicBezTo>
                    <a:cubicBezTo>
                      <a:pt x="665" y="694"/>
                      <a:pt x="660" y="696"/>
                      <a:pt x="658" y="694"/>
                    </a:cubicBezTo>
                    <a:cubicBezTo>
                      <a:pt x="658" y="688"/>
                      <a:pt x="661" y="686"/>
                      <a:pt x="660" y="679"/>
                    </a:cubicBezTo>
                    <a:cubicBezTo>
                      <a:pt x="661" y="678"/>
                      <a:pt x="663" y="677"/>
                      <a:pt x="666" y="677"/>
                    </a:cubicBezTo>
                    <a:cubicBezTo>
                      <a:pt x="666" y="676"/>
                      <a:pt x="665" y="673"/>
                      <a:pt x="666" y="672"/>
                    </a:cubicBezTo>
                    <a:cubicBezTo>
                      <a:pt x="666" y="671"/>
                      <a:pt x="669" y="672"/>
                      <a:pt x="669" y="672"/>
                    </a:cubicBezTo>
                    <a:cubicBezTo>
                      <a:pt x="670" y="671"/>
                      <a:pt x="669" y="670"/>
                      <a:pt x="669" y="670"/>
                    </a:cubicBezTo>
                    <a:cubicBezTo>
                      <a:pt x="670" y="669"/>
                      <a:pt x="674" y="666"/>
                      <a:pt x="673" y="666"/>
                    </a:cubicBezTo>
                    <a:cubicBezTo>
                      <a:pt x="673" y="666"/>
                      <a:pt x="671" y="666"/>
                      <a:pt x="671" y="666"/>
                    </a:cubicBezTo>
                    <a:cubicBezTo>
                      <a:pt x="671" y="666"/>
                      <a:pt x="672" y="663"/>
                      <a:pt x="673" y="664"/>
                    </a:cubicBezTo>
                    <a:cubicBezTo>
                      <a:pt x="677" y="669"/>
                      <a:pt x="674" y="661"/>
                      <a:pt x="679" y="660"/>
                    </a:cubicBezTo>
                    <a:cubicBezTo>
                      <a:pt x="682" y="660"/>
                      <a:pt x="680" y="656"/>
                      <a:pt x="682" y="653"/>
                    </a:cubicBezTo>
                    <a:cubicBezTo>
                      <a:pt x="682" y="653"/>
                      <a:pt x="691" y="646"/>
                      <a:pt x="686" y="642"/>
                    </a:cubicBezTo>
                    <a:cubicBezTo>
                      <a:pt x="684" y="639"/>
                      <a:pt x="686" y="641"/>
                      <a:pt x="686" y="638"/>
                    </a:cubicBezTo>
                    <a:cubicBezTo>
                      <a:pt x="686" y="634"/>
                      <a:pt x="682" y="620"/>
                      <a:pt x="684" y="616"/>
                    </a:cubicBezTo>
                    <a:cubicBezTo>
                      <a:pt x="675" y="617"/>
                      <a:pt x="675" y="609"/>
                      <a:pt x="666" y="612"/>
                    </a:cubicBezTo>
                    <a:cubicBezTo>
                      <a:pt x="663" y="613"/>
                      <a:pt x="666" y="615"/>
                      <a:pt x="664" y="619"/>
                    </a:cubicBezTo>
                    <a:cubicBezTo>
                      <a:pt x="654" y="620"/>
                      <a:pt x="650" y="614"/>
                      <a:pt x="641" y="614"/>
                    </a:cubicBezTo>
                    <a:cubicBezTo>
                      <a:pt x="641" y="610"/>
                      <a:pt x="636" y="611"/>
                      <a:pt x="638" y="606"/>
                    </a:cubicBezTo>
                    <a:cubicBezTo>
                      <a:pt x="635" y="605"/>
                      <a:pt x="632" y="606"/>
                      <a:pt x="630" y="604"/>
                    </a:cubicBezTo>
                    <a:cubicBezTo>
                      <a:pt x="630" y="604"/>
                      <a:pt x="631" y="601"/>
                      <a:pt x="630" y="601"/>
                    </a:cubicBezTo>
                    <a:cubicBezTo>
                      <a:pt x="630" y="600"/>
                      <a:pt x="627" y="601"/>
                      <a:pt x="626" y="601"/>
                    </a:cubicBezTo>
                    <a:cubicBezTo>
                      <a:pt x="625" y="599"/>
                      <a:pt x="626" y="595"/>
                      <a:pt x="623" y="595"/>
                    </a:cubicBezTo>
                    <a:cubicBezTo>
                      <a:pt x="623" y="590"/>
                      <a:pt x="626" y="591"/>
                      <a:pt x="623" y="588"/>
                    </a:cubicBezTo>
                    <a:cubicBezTo>
                      <a:pt x="622" y="586"/>
                      <a:pt x="621" y="587"/>
                      <a:pt x="621" y="588"/>
                    </a:cubicBezTo>
                    <a:cubicBezTo>
                      <a:pt x="618" y="586"/>
                      <a:pt x="617" y="582"/>
                      <a:pt x="612" y="582"/>
                    </a:cubicBezTo>
                    <a:cubicBezTo>
                      <a:pt x="614" y="576"/>
                      <a:pt x="605" y="581"/>
                      <a:pt x="608" y="575"/>
                    </a:cubicBezTo>
                    <a:cubicBezTo>
                      <a:pt x="606" y="574"/>
                      <a:pt x="596" y="574"/>
                      <a:pt x="598" y="575"/>
                    </a:cubicBezTo>
                    <a:cubicBezTo>
                      <a:pt x="596" y="574"/>
                      <a:pt x="598" y="572"/>
                      <a:pt x="597" y="571"/>
                    </a:cubicBezTo>
                    <a:cubicBezTo>
                      <a:pt x="596" y="570"/>
                      <a:pt x="594" y="571"/>
                      <a:pt x="593" y="571"/>
                    </a:cubicBezTo>
                    <a:cubicBezTo>
                      <a:pt x="591" y="570"/>
                      <a:pt x="587" y="568"/>
                      <a:pt x="582" y="569"/>
                    </a:cubicBezTo>
                    <a:cubicBezTo>
                      <a:pt x="584" y="562"/>
                      <a:pt x="578" y="566"/>
                      <a:pt x="574" y="563"/>
                    </a:cubicBezTo>
                    <a:cubicBezTo>
                      <a:pt x="574" y="563"/>
                      <a:pt x="575" y="560"/>
                      <a:pt x="574" y="560"/>
                    </a:cubicBezTo>
                    <a:cubicBezTo>
                      <a:pt x="574" y="559"/>
                      <a:pt x="571" y="560"/>
                      <a:pt x="571" y="560"/>
                    </a:cubicBezTo>
                    <a:cubicBezTo>
                      <a:pt x="570" y="559"/>
                      <a:pt x="571" y="557"/>
                      <a:pt x="571" y="556"/>
                    </a:cubicBezTo>
                    <a:cubicBezTo>
                      <a:pt x="570" y="555"/>
                      <a:pt x="567" y="556"/>
                      <a:pt x="567" y="556"/>
                    </a:cubicBezTo>
                    <a:cubicBezTo>
                      <a:pt x="566" y="555"/>
                      <a:pt x="567" y="553"/>
                      <a:pt x="567" y="552"/>
                    </a:cubicBezTo>
                    <a:cubicBezTo>
                      <a:pt x="565" y="551"/>
                      <a:pt x="565" y="554"/>
                      <a:pt x="565" y="554"/>
                    </a:cubicBezTo>
                    <a:cubicBezTo>
                      <a:pt x="564" y="554"/>
                      <a:pt x="560" y="552"/>
                      <a:pt x="559" y="550"/>
                    </a:cubicBezTo>
                    <a:cubicBezTo>
                      <a:pt x="557" y="553"/>
                      <a:pt x="556" y="550"/>
                      <a:pt x="554" y="550"/>
                    </a:cubicBezTo>
                    <a:cubicBezTo>
                      <a:pt x="551" y="551"/>
                      <a:pt x="548" y="554"/>
                      <a:pt x="544" y="554"/>
                    </a:cubicBezTo>
                    <a:cubicBezTo>
                      <a:pt x="540" y="554"/>
                      <a:pt x="540" y="552"/>
                      <a:pt x="537" y="552"/>
                    </a:cubicBezTo>
                    <a:cubicBezTo>
                      <a:pt x="532" y="552"/>
                      <a:pt x="534" y="555"/>
                      <a:pt x="530" y="552"/>
                    </a:cubicBezTo>
                    <a:cubicBezTo>
                      <a:pt x="527" y="551"/>
                      <a:pt x="525" y="552"/>
                      <a:pt x="520" y="550"/>
                    </a:cubicBezTo>
                    <a:cubicBezTo>
                      <a:pt x="519" y="550"/>
                      <a:pt x="519" y="547"/>
                      <a:pt x="518" y="547"/>
                    </a:cubicBezTo>
                    <a:cubicBezTo>
                      <a:pt x="517" y="546"/>
                      <a:pt x="516" y="547"/>
                      <a:pt x="515" y="547"/>
                    </a:cubicBezTo>
                    <a:cubicBezTo>
                      <a:pt x="512" y="546"/>
                      <a:pt x="504" y="545"/>
                      <a:pt x="509" y="541"/>
                    </a:cubicBezTo>
                    <a:cubicBezTo>
                      <a:pt x="504" y="541"/>
                      <a:pt x="503" y="537"/>
                      <a:pt x="498" y="537"/>
                    </a:cubicBezTo>
                    <a:cubicBezTo>
                      <a:pt x="497" y="536"/>
                      <a:pt x="496" y="534"/>
                      <a:pt x="496" y="532"/>
                    </a:cubicBezTo>
                    <a:cubicBezTo>
                      <a:pt x="488" y="531"/>
                      <a:pt x="486" y="525"/>
                      <a:pt x="477" y="524"/>
                    </a:cubicBezTo>
                    <a:cubicBezTo>
                      <a:pt x="476" y="518"/>
                      <a:pt x="472" y="515"/>
                      <a:pt x="474" y="506"/>
                    </a:cubicBezTo>
                    <a:cubicBezTo>
                      <a:pt x="473" y="498"/>
                      <a:pt x="463" y="502"/>
                      <a:pt x="468" y="494"/>
                    </a:cubicBezTo>
                    <a:cubicBezTo>
                      <a:pt x="466" y="494"/>
                      <a:pt x="465" y="495"/>
                      <a:pt x="464" y="496"/>
                    </a:cubicBezTo>
                    <a:cubicBezTo>
                      <a:pt x="462" y="496"/>
                      <a:pt x="463" y="494"/>
                      <a:pt x="462" y="493"/>
                    </a:cubicBezTo>
                    <a:cubicBezTo>
                      <a:pt x="461" y="491"/>
                      <a:pt x="457" y="491"/>
                      <a:pt x="457" y="487"/>
                    </a:cubicBezTo>
                    <a:cubicBezTo>
                      <a:pt x="457" y="485"/>
                      <a:pt x="453" y="485"/>
                      <a:pt x="451" y="485"/>
                    </a:cubicBezTo>
                    <a:cubicBezTo>
                      <a:pt x="451" y="484"/>
                      <a:pt x="454" y="483"/>
                      <a:pt x="453" y="481"/>
                    </a:cubicBezTo>
                    <a:cubicBezTo>
                      <a:pt x="453" y="481"/>
                      <a:pt x="451" y="478"/>
                      <a:pt x="451" y="478"/>
                    </a:cubicBezTo>
                    <a:cubicBezTo>
                      <a:pt x="450" y="477"/>
                      <a:pt x="448" y="478"/>
                      <a:pt x="448" y="478"/>
                    </a:cubicBezTo>
                    <a:cubicBezTo>
                      <a:pt x="446" y="476"/>
                      <a:pt x="447" y="473"/>
                      <a:pt x="446" y="472"/>
                    </a:cubicBezTo>
                    <a:cubicBezTo>
                      <a:pt x="441" y="468"/>
                      <a:pt x="436" y="467"/>
                      <a:pt x="434" y="459"/>
                    </a:cubicBezTo>
                    <a:cubicBezTo>
                      <a:pt x="431" y="456"/>
                      <a:pt x="431" y="460"/>
                      <a:pt x="427" y="457"/>
                    </a:cubicBezTo>
                    <a:cubicBezTo>
                      <a:pt x="428" y="453"/>
                      <a:pt x="424" y="453"/>
                      <a:pt x="423" y="452"/>
                    </a:cubicBezTo>
                    <a:cubicBezTo>
                      <a:pt x="422" y="449"/>
                      <a:pt x="424" y="442"/>
                      <a:pt x="418" y="442"/>
                    </a:cubicBezTo>
                    <a:cubicBezTo>
                      <a:pt x="419" y="433"/>
                      <a:pt x="414" y="429"/>
                      <a:pt x="408" y="427"/>
                    </a:cubicBezTo>
                    <a:cubicBezTo>
                      <a:pt x="407" y="429"/>
                      <a:pt x="406" y="431"/>
                      <a:pt x="405" y="433"/>
                    </a:cubicBezTo>
                    <a:cubicBezTo>
                      <a:pt x="403" y="437"/>
                      <a:pt x="409" y="438"/>
                      <a:pt x="410" y="440"/>
                    </a:cubicBezTo>
                    <a:cubicBezTo>
                      <a:pt x="411" y="441"/>
                      <a:pt x="410" y="444"/>
                      <a:pt x="410" y="444"/>
                    </a:cubicBezTo>
                    <a:cubicBezTo>
                      <a:pt x="410" y="444"/>
                      <a:pt x="412" y="444"/>
                      <a:pt x="412" y="444"/>
                    </a:cubicBezTo>
                    <a:cubicBezTo>
                      <a:pt x="413" y="447"/>
                      <a:pt x="410" y="451"/>
                      <a:pt x="414" y="452"/>
                    </a:cubicBezTo>
                    <a:cubicBezTo>
                      <a:pt x="417" y="452"/>
                      <a:pt x="415" y="457"/>
                      <a:pt x="418" y="461"/>
                    </a:cubicBezTo>
                    <a:cubicBezTo>
                      <a:pt x="418" y="462"/>
                      <a:pt x="419" y="461"/>
                      <a:pt x="420" y="463"/>
                    </a:cubicBezTo>
                    <a:cubicBezTo>
                      <a:pt x="420" y="466"/>
                      <a:pt x="425" y="465"/>
                      <a:pt x="423" y="472"/>
                    </a:cubicBezTo>
                    <a:cubicBezTo>
                      <a:pt x="424" y="474"/>
                      <a:pt x="427" y="474"/>
                      <a:pt x="429" y="474"/>
                    </a:cubicBezTo>
                    <a:cubicBezTo>
                      <a:pt x="427" y="476"/>
                      <a:pt x="431" y="477"/>
                      <a:pt x="431" y="478"/>
                    </a:cubicBezTo>
                    <a:cubicBezTo>
                      <a:pt x="431" y="479"/>
                      <a:pt x="429" y="482"/>
                      <a:pt x="429" y="481"/>
                    </a:cubicBezTo>
                    <a:cubicBezTo>
                      <a:pt x="430" y="484"/>
                      <a:pt x="435" y="483"/>
                      <a:pt x="433" y="489"/>
                    </a:cubicBezTo>
                    <a:cubicBezTo>
                      <a:pt x="430" y="487"/>
                      <a:pt x="429" y="484"/>
                      <a:pt x="423" y="485"/>
                    </a:cubicBezTo>
                    <a:cubicBezTo>
                      <a:pt x="426" y="478"/>
                      <a:pt x="419" y="479"/>
                      <a:pt x="420" y="474"/>
                    </a:cubicBezTo>
                    <a:cubicBezTo>
                      <a:pt x="419" y="471"/>
                      <a:pt x="416" y="470"/>
                      <a:pt x="414" y="468"/>
                    </a:cubicBezTo>
                    <a:cubicBezTo>
                      <a:pt x="412" y="467"/>
                      <a:pt x="411" y="465"/>
                      <a:pt x="410" y="463"/>
                    </a:cubicBezTo>
                    <a:cubicBezTo>
                      <a:pt x="407" y="462"/>
                      <a:pt x="404" y="462"/>
                      <a:pt x="403" y="459"/>
                    </a:cubicBezTo>
                    <a:cubicBezTo>
                      <a:pt x="403" y="454"/>
                      <a:pt x="404" y="457"/>
                      <a:pt x="406" y="457"/>
                    </a:cubicBezTo>
                    <a:cubicBezTo>
                      <a:pt x="408" y="449"/>
                      <a:pt x="400" y="451"/>
                      <a:pt x="401" y="444"/>
                    </a:cubicBezTo>
                    <a:cubicBezTo>
                      <a:pt x="397" y="443"/>
                      <a:pt x="396" y="440"/>
                      <a:pt x="392" y="440"/>
                    </a:cubicBezTo>
                    <a:cubicBezTo>
                      <a:pt x="392" y="436"/>
                      <a:pt x="395" y="436"/>
                      <a:pt x="392" y="431"/>
                    </a:cubicBezTo>
                    <a:cubicBezTo>
                      <a:pt x="391" y="430"/>
                      <a:pt x="390" y="429"/>
                      <a:pt x="390" y="429"/>
                    </a:cubicBezTo>
                    <a:cubicBezTo>
                      <a:pt x="388" y="425"/>
                      <a:pt x="389" y="419"/>
                      <a:pt x="380" y="420"/>
                    </a:cubicBezTo>
                    <a:cubicBezTo>
                      <a:pt x="382" y="418"/>
                      <a:pt x="382" y="417"/>
                      <a:pt x="380" y="414"/>
                    </a:cubicBezTo>
                    <a:cubicBezTo>
                      <a:pt x="380" y="414"/>
                      <a:pt x="379" y="411"/>
                      <a:pt x="379" y="411"/>
                    </a:cubicBezTo>
                    <a:cubicBezTo>
                      <a:pt x="378" y="410"/>
                      <a:pt x="374" y="411"/>
                      <a:pt x="373" y="411"/>
                    </a:cubicBezTo>
                    <a:cubicBezTo>
                      <a:pt x="372" y="409"/>
                      <a:pt x="377" y="409"/>
                      <a:pt x="377" y="409"/>
                    </a:cubicBezTo>
                    <a:cubicBezTo>
                      <a:pt x="376" y="405"/>
                      <a:pt x="365" y="403"/>
                      <a:pt x="360" y="401"/>
                    </a:cubicBezTo>
                    <a:cubicBezTo>
                      <a:pt x="359" y="400"/>
                      <a:pt x="359" y="399"/>
                      <a:pt x="358" y="398"/>
                    </a:cubicBezTo>
                    <a:cubicBezTo>
                      <a:pt x="357" y="395"/>
                      <a:pt x="356" y="394"/>
                      <a:pt x="354" y="392"/>
                    </a:cubicBezTo>
                    <a:cubicBezTo>
                      <a:pt x="353" y="390"/>
                      <a:pt x="353" y="385"/>
                      <a:pt x="351" y="381"/>
                    </a:cubicBezTo>
                    <a:cubicBezTo>
                      <a:pt x="350" y="380"/>
                      <a:pt x="347" y="380"/>
                      <a:pt x="347" y="379"/>
                    </a:cubicBezTo>
                    <a:cubicBezTo>
                      <a:pt x="346" y="376"/>
                      <a:pt x="348" y="372"/>
                      <a:pt x="343" y="373"/>
                    </a:cubicBezTo>
                    <a:cubicBezTo>
                      <a:pt x="344" y="366"/>
                      <a:pt x="340" y="362"/>
                      <a:pt x="336" y="357"/>
                    </a:cubicBezTo>
                    <a:cubicBezTo>
                      <a:pt x="334" y="354"/>
                      <a:pt x="334" y="349"/>
                      <a:pt x="330" y="351"/>
                    </a:cubicBezTo>
                    <a:cubicBezTo>
                      <a:pt x="333" y="329"/>
                      <a:pt x="329" y="316"/>
                      <a:pt x="330" y="289"/>
                    </a:cubicBezTo>
                    <a:cubicBezTo>
                      <a:pt x="330" y="288"/>
                      <a:pt x="328" y="288"/>
                      <a:pt x="328" y="286"/>
                    </a:cubicBezTo>
                    <a:cubicBezTo>
                      <a:pt x="327" y="285"/>
                      <a:pt x="326" y="283"/>
                      <a:pt x="324" y="282"/>
                    </a:cubicBezTo>
                    <a:cubicBezTo>
                      <a:pt x="324" y="281"/>
                      <a:pt x="323" y="280"/>
                      <a:pt x="321" y="280"/>
                    </a:cubicBezTo>
                    <a:cubicBezTo>
                      <a:pt x="320" y="271"/>
                      <a:pt x="312" y="266"/>
                      <a:pt x="306" y="260"/>
                    </a:cubicBezTo>
                    <a:cubicBezTo>
                      <a:pt x="305" y="259"/>
                      <a:pt x="304" y="258"/>
                      <a:pt x="304" y="256"/>
                    </a:cubicBezTo>
                    <a:cubicBezTo>
                      <a:pt x="305" y="257"/>
                      <a:pt x="309" y="259"/>
                      <a:pt x="310" y="256"/>
                    </a:cubicBezTo>
                    <a:cubicBezTo>
                      <a:pt x="313" y="256"/>
                      <a:pt x="312" y="261"/>
                      <a:pt x="317" y="260"/>
                    </a:cubicBezTo>
                    <a:cubicBezTo>
                      <a:pt x="318" y="261"/>
                      <a:pt x="319" y="264"/>
                      <a:pt x="319" y="267"/>
                    </a:cubicBezTo>
                    <a:cubicBezTo>
                      <a:pt x="328" y="266"/>
                      <a:pt x="330" y="272"/>
                      <a:pt x="336" y="274"/>
                    </a:cubicBezTo>
                    <a:cubicBezTo>
                      <a:pt x="335" y="281"/>
                      <a:pt x="339" y="283"/>
                      <a:pt x="341" y="286"/>
                    </a:cubicBezTo>
                    <a:cubicBezTo>
                      <a:pt x="343" y="285"/>
                      <a:pt x="344" y="282"/>
                      <a:pt x="343" y="280"/>
                    </a:cubicBezTo>
                    <a:cubicBezTo>
                      <a:pt x="343" y="278"/>
                      <a:pt x="340" y="278"/>
                      <a:pt x="339" y="276"/>
                    </a:cubicBezTo>
                    <a:cubicBezTo>
                      <a:pt x="338" y="273"/>
                      <a:pt x="338" y="271"/>
                      <a:pt x="338" y="269"/>
                    </a:cubicBezTo>
                    <a:cubicBezTo>
                      <a:pt x="337" y="268"/>
                      <a:pt x="336" y="267"/>
                      <a:pt x="336" y="267"/>
                    </a:cubicBezTo>
                    <a:cubicBezTo>
                      <a:pt x="335" y="266"/>
                      <a:pt x="337" y="264"/>
                      <a:pt x="338" y="265"/>
                    </a:cubicBezTo>
                    <a:cubicBezTo>
                      <a:pt x="335" y="261"/>
                      <a:pt x="331" y="262"/>
                      <a:pt x="332" y="258"/>
                    </a:cubicBezTo>
                    <a:cubicBezTo>
                      <a:pt x="323" y="259"/>
                      <a:pt x="322" y="252"/>
                      <a:pt x="313" y="252"/>
                    </a:cubicBezTo>
                    <a:cubicBezTo>
                      <a:pt x="316" y="246"/>
                      <a:pt x="307" y="251"/>
                      <a:pt x="310" y="245"/>
                    </a:cubicBezTo>
                    <a:cubicBezTo>
                      <a:pt x="308" y="243"/>
                      <a:pt x="305" y="245"/>
                      <a:pt x="302" y="241"/>
                    </a:cubicBezTo>
                    <a:cubicBezTo>
                      <a:pt x="302" y="239"/>
                      <a:pt x="304" y="239"/>
                      <a:pt x="306" y="239"/>
                    </a:cubicBezTo>
                    <a:cubicBezTo>
                      <a:pt x="308" y="234"/>
                      <a:pt x="299" y="237"/>
                      <a:pt x="300" y="237"/>
                    </a:cubicBezTo>
                    <a:cubicBezTo>
                      <a:pt x="298" y="236"/>
                      <a:pt x="300" y="234"/>
                      <a:pt x="298" y="233"/>
                    </a:cubicBezTo>
                    <a:cubicBezTo>
                      <a:pt x="298" y="233"/>
                      <a:pt x="295" y="234"/>
                      <a:pt x="295" y="233"/>
                    </a:cubicBezTo>
                    <a:cubicBezTo>
                      <a:pt x="294" y="232"/>
                      <a:pt x="297" y="231"/>
                      <a:pt x="297" y="230"/>
                    </a:cubicBezTo>
                    <a:cubicBezTo>
                      <a:pt x="296" y="227"/>
                      <a:pt x="294" y="230"/>
                      <a:pt x="291" y="230"/>
                    </a:cubicBezTo>
                    <a:cubicBezTo>
                      <a:pt x="287" y="227"/>
                      <a:pt x="289" y="223"/>
                      <a:pt x="287" y="220"/>
                    </a:cubicBezTo>
                    <a:cubicBezTo>
                      <a:pt x="286" y="219"/>
                      <a:pt x="284" y="218"/>
                      <a:pt x="282" y="219"/>
                    </a:cubicBezTo>
                    <a:cubicBezTo>
                      <a:pt x="288" y="208"/>
                      <a:pt x="267" y="215"/>
                      <a:pt x="269" y="204"/>
                    </a:cubicBezTo>
                    <a:cubicBezTo>
                      <a:pt x="270" y="204"/>
                      <a:pt x="272" y="204"/>
                      <a:pt x="274" y="204"/>
                    </a:cubicBezTo>
                    <a:cubicBezTo>
                      <a:pt x="275" y="199"/>
                      <a:pt x="266" y="205"/>
                      <a:pt x="269" y="198"/>
                    </a:cubicBezTo>
                    <a:cubicBezTo>
                      <a:pt x="265" y="198"/>
                      <a:pt x="261" y="198"/>
                      <a:pt x="257" y="198"/>
                    </a:cubicBezTo>
                    <a:cubicBezTo>
                      <a:pt x="262" y="195"/>
                      <a:pt x="255" y="194"/>
                      <a:pt x="259" y="192"/>
                    </a:cubicBezTo>
                    <a:cubicBezTo>
                      <a:pt x="260" y="189"/>
                      <a:pt x="254" y="189"/>
                      <a:pt x="255" y="191"/>
                    </a:cubicBezTo>
                    <a:cubicBezTo>
                      <a:pt x="252" y="187"/>
                      <a:pt x="255" y="186"/>
                      <a:pt x="252" y="181"/>
                    </a:cubicBezTo>
                    <a:cubicBezTo>
                      <a:pt x="248" y="181"/>
                      <a:pt x="244" y="181"/>
                      <a:pt x="241" y="181"/>
                    </a:cubicBezTo>
                    <a:cubicBezTo>
                      <a:pt x="242" y="179"/>
                      <a:pt x="243" y="177"/>
                      <a:pt x="244" y="174"/>
                    </a:cubicBezTo>
                    <a:cubicBezTo>
                      <a:pt x="243" y="170"/>
                      <a:pt x="239" y="173"/>
                      <a:pt x="242" y="168"/>
                    </a:cubicBezTo>
                    <a:cubicBezTo>
                      <a:pt x="236" y="169"/>
                      <a:pt x="232" y="171"/>
                      <a:pt x="224" y="170"/>
                    </a:cubicBezTo>
                    <a:cubicBezTo>
                      <a:pt x="224" y="165"/>
                      <a:pt x="219" y="163"/>
                      <a:pt x="214" y="161"/>
                    </a:cubicBezTo>
                    <a:cubicBezTo>
                      <a:pt x="213" y="160"/>
                      <a:pt x="210" y="160"/>
                      <a:pt x="209" y="159"/>
                    </a:cubicBezTo>
                    <a:cubicBezTo>
                      <a:pt x="208" y="159"/>
                      <a:pt x="209" y="156"/>
                      <a:pt x="209" y="155"/>
                    </a:cubicBezTo>
                    <a:cubicBezTo>
                      <a:pt x="208" y="154"/>
                      <a:pt x="204" y="156"/>
                      <a:pt x="205" y="153"/>
                    </a:cubicBezTo>
                    <a:cubicBezTo>
                      <a:pt x="199" y="151"/>
                      <a:pt x="186" y="157"/>
                      <a:pt x="183" y="153"/>
                    </a:cubicBezTo>
                    <a:cubicBezTo>
                      <a:pt x="183" y="153"/>
                      <a:pt x="183" y="151"/>
                      <a:pt x="183" y="151"/>
                    </a:cubicBezTo>
                    <a:cubicBezTo>
                      <a:pt x="181" y="151"/>
                      <a:pt x="179" y="153"/>
                      <a:pt x="179" y="153"/>
                    </a:cubicBezTo>
                    <a:cubicBezTo>
                      <a:pt x="177" y="153"/>
                      <a:pt x="177" y="147"/>
                      <a:pt x="170" y="150"/>
                    </a:cubicBezTo>
                    <a:cubicBezTo>
                      <a:pt x="170" y="145"/>
                      <a:pt x="161" y="147"/>
                      <a:pt x="166" y="142"/>
                    </a:cubicBezTo>
                    <a:cubicBezTo>
                      <a:pt x="165" y="142"/>
                      <a:pt x="164" y="144"/>
                      <a:pt x="162" y="144"/>
                    </a:cubicBezTo>
                    <a:cubicBezTo>
                      <a:pt x="161" y="144"/>
                      <a:pt x="160" y="142"/>
                      <a:pt x="160" y="142"/>
                    </a:cubicBezTo>
                    <a:cubicBezTo>
                      <a:pt x="157" y="143"/>
                      <a:pt x="154" y="147"/>
                      <a:pt x="151" y="144"/>
                    </a:cubicBezTo>
                    <a:cubicBezTo>
                      <a:pt x="147" y="144"/>
                      <a:pt x="150" y="151"/>
                      <a:pt x="149" y="153"/>
                    </a:cubicBezTo>
                    <a:cubicBezTo>
                      <a:pt x="148" y="153"/>
                      <a:pt x="146" y="151"/>
                      <a:pt x="144" y="151"/>
                    </a:cubicBezTo>
                    <a:cubicBezTo>
                      <a:pt x="141" y="152"/>
                      <a:pt x="143" y="155"/>
                      <a:pt x="142" y="155"/>
                    </a:cubicBezTo>
                    <a:cubicBezTo>
                      <a:pt x="140" y="156"/>
                      <a:pt x="133" y="155"/>
                      <a:pt x="131" y="157"/>
                    </a:cubicBezTo>
                    <a:cubicBezTo>
                      <a:pt x="129" y="158"/>
                      <a:pt x="129" y="160"/>
                      <a:pt x="127" y="161"/>
                    </a:cubicBezTo>
                    <a:cubicBezTo>
                      <a:pt x="124" y="161"/>
                      <a:pt x="123" y="159"/>
                      <a:pt x="119" y="159"/>
                    </a:cubicBezTo>
                    <a:cubicBezTo>
                      <a:pt x="122" y="156"/>
                      <a:pt x="127" y="155"/>
                      <a:pt x="125" y="148"/>
                    </a:cubicBezTo>
                    <a:cubicBezTo>
                      <a:pt x="128" y="148"/>
                      <a:pt x="129" y="146"/>
                      <a:pt x="129" y="144"/>
                    </a:cubicBezTo>
                    <a:cubicBezTo>
                      <a:pt x="128" y="142"/>
                      <a:pt x="125" y="142"/>
                      <a:pt x="123" y="142"/>
                    </a:cubicBezTo>
                    <a:cubicBezTo>
                      <a:pt x="121" y="144"/>
                      <a:pt x="121" y="147"/>
                      <a:pt x="118" y="150"/>
                    </a:cubicBezTo>
                    <a:cubicBezTo>
                      <a:pt x="116" y="151"/>
                      <a:pt x="116" y="153"/>
                      <a:pt x="114" y="153"/>
                    </a:cubicBezTo>
                    <a:cubicBezTo>
                      <a:pt x="112" y="153"/>
                      <a:pt x="112" y="158"/>
                      <a:pt x="108" y="157"/>
                    </a:cubicBezTo>
                    <a:cubicBezTo>
                      <a:pt x="109" y="160"/>
                      <a:pt x="107" y="161"/>
                      <a:pt x="105" y="161"/>
                    </a:cubicBezTo>
                    <a:cubicBezTo>
                      <a:pt x="105" y="163"/>
                      <a:pt x="105" y="166"/>
                      <a:pt x="105" y="168"/>
                    </a:cubicBezTo>
                    <a:cubicBezTo>
                      <a:pt x="99" y="170"/>
                      <a:pt x="98" y="176"/>
                      <a:pt x="93" y="179"/>
                    </a:cubicBezTo>
                    <a:cubicBezTo>
                      <a:pt x="93" y="180"/>
                      <a:pt x="90" y="179"/>
                      <a:pt x="90" y="179"/>
                    </a:cubicBezTo>
                    <a:cubicBezTo>
                      <a:pt x="89" y="180"/>
                      <a:pt x="90" y="183"/>
                      <a:pt x="90" y="183"/>
                    </a:cubicBezTo>
                    <a:cubicBezTo>
                      <a:pt x="89" y="183"/>
                      <a:pt x="82" y="183"/>
                      <a:pt x="84" y="185"/>
                    </a:cubicBezTo>
                    <a:cubicBezTo>
                      <a:pt x="88" y="188"/>
                      <a:pt x="79" y="187"/>
                      <a:pt x="77" y="191"/>
                    </a:cubicBezTo>
                    <a:cubicBezTo>
                      <a:pt x="76" y="191"/>
                      <a:pt x="74" y="197"/>
                      <a:pt x="73" y="196"/>
                    </a:cubicBezTo>
                    <a:cubicBezTo>
                      <a:pt x="71" y="194"/>
                      <a:pt x="72" y="195"/>
                      <a:pt x="71" y="198"/>
                    </a:cubicBezTo>
                    <a:cubicBezTo>
                      <a:pt x="68" y="198"/>
                      <a:pt x="66" y="198"/>
                      <a:pt x="64" y="198"/>
                    </a:cubicBezTo>
                    <a:cubicBezTo>
                      <a:pt x="60" y="200"/>
                      <a:pt x="67" y="201"/>
                      <a:pt x="58" y="202"/>
                    </a:cubicBezTo>
                    <a:cubicBezTo>
                      <a:pt x="54" y="202"/>
                      <a:pt x="51" y="202"/>
                      <a:pt x="47" y="204"/>
                    </a:cubicBezTo>
                    <a:cubicBezTo>
                      <a:pt x="44" y="205"/>
                      <a:pt x="44" y="210"/>
                      <a:pt x="39" y="207"/>
                    </a:cubicBezTo>
                    <a:cubicBezTo>
                      <a:pt x="39" y="202"/>
                      <a:pt x="45" y="204"/>
                      <a:pt x="49" y="202"/>
                    </a:cubicBezTo>
                    <a:cubicBezTo>
                      <a:pt x="50" y="201"/>
                      <a:pt x="50" y="202"/>
                      <a:pt x="50" y="200"/>
                    </a:cubicBezTo>
                    <a:cubicBezTo>
                      <a:pt x="51" y="197"/>
                      <a:pt x="55" y="198"/>
                      <a:pt x="58" y="198"/>
                    </a:cubicBezTo>
                    <a:cubicBezTo>
                      <a:pt x="61" y="198"/>
                      <a:pt x="59" y="194"/>
                      <a:pt x="60" y="192"/>
                    </a:cubicBezTo>
                    <a:cubicBezTo>
                      <a:pt x="61" y="191"/>
                      <a:pt x="62" y="196"/>
                      <a:pt x="65" y="191"/>
                    </a:cubicBezTo>
                    <a:cubicBezTo>
                      <a:pt x="66" y="190"/>
                      <a:pt x="67" y="191"/>
                      <a:pt x="67" y="189"/>
                    </a:cubicBezTo>
                    <a:cubicBezTo>
                      <a:pt x="67" y="186"/>
                      <a:pt x="72" y="187"/>
                      <a:pt x="75" y="185"/>
                    </a:cubicBezTo>
                    <a:cubicBezTo>
                      <a:pt x="75" y="182"/>
                      <a:pt x="75" y="179"/>
                      <a:pt x="75" y="176"/>
                    </a:cubicBezTo>
                    <a:cubicBezTo>
                      <a:pt x="81" y="182"/>
                      <a:pt x="75" y="170"/>
                      <a:pt x="82" y="172"/>
                    </a:cubicBezTo>
                    <a:cubicBezTo>
                      <a:pt x="83" y="167"/>
                      <a:pt x="74" y="173"/>
                      <a:pt x="77" y="166"/>
                    </a:cubicBezTo>
                    <a:cubicBezTo>
                      <a:pt x="75" y="171"/>
                      <a:pt x="63" y="165"/>
                      <a:pt x="62" y="170"/>
                    </a:cubicBezTo>
                    <a:cubicBezTo>
                      <a:pt x="59" y="171"/>
                      <a:pt x="61" y="167"/>
                      <a:pt x="60" y="166"/>
                    </a:cubicBezTo>
                    <a:cubicBezTo>
                      <a:pt x="57" y="165"/>
                      <a:pt x="52" y="168"/>
                      <a:pt x="49" y="166"/>
                    </a:cubicBezTo>
                    <a:cubicBezTo>
                      <a:pt x="51" y="162"/>
                      <a:pt x="46" y="164"/>
                      <a:pt x="45" y="163"/>
                    </a:cubicBezTo>
                    <a:cubicBezTo>
                      <a:pt x="44" y="161"/>
                      <a:pt x="46" y="160"/>
                      <a:pt x="47" y="161"/>
                    </a:cubicBezTo>
                    <a:cubicBezTo>
                      <a:pt x="43" y="156"/>
                      <a:pt x="40" y="157"/>
                      <a:pt x="37" y="151"/>
                    </a:cubicBezTo>
                    <a:cubicBezTo>
                      <a:pt x="35" y="154"/>
                      <a:pt x="29" y="153"/>
                      <a:pt x="24" y="153"/>
                    </a:cubicBezTo>
                    <a:cubicBezTo>
                      <a:pt x="24" y="151"/>
                      <a:pt x="25" y="150"/>
                      <a:pt x="26" y="150"/>
                    </a:cubicBezTo>
                    <a:cubicBezTo>
                      <a:pt x="25" y="146"/>
                      <a:pt x="19" y="147"/>
                      <a:pt x="21" y="140"/>
                    </a:cubicBezTo>
                    <a:cubicBezTo>
                      <a:pt x="20" y="138"/>
                      <a:pt x="17" y="136"/>
                      <a:pt x="17" y="138"/>
                    </a:cubicBezTo>
                    <a:cubicBezTo>
                      <a:pt x="12" y="138"/>
                      <a:pt x="16" y="133"/>
                      <a:pt x="17" y="131"/>
                    </a:cubicBezTo>
                    <a:cubicBezTo>
                      <a:pt x="17" y="130"/>
                      <a:pt x="16" y="128"/>
                      <a:pt x="17" y="127"/>
                    </a:cubicBezTo>
                    <a:cubicBezTo>
                      <a:pt x="17" y="127"/>
                      <a:pt x="20" y="128"/>
                      <a:pt x="21" y="127"/>
                    </a:cubicBezTo>
                    <a:cubicBezTo>
                      <a:pt x="22" y="126"/>
                      <a:pt x="21" y="123"/>
                      <a:pt x="22" y="122"/>
                    </a:cubicBezTo>
                    <a:cubicBezTo>
                      <a:pt x="27" y="121"/>
                      <a:pt x="34" y="120"/>
                      <a:pt x="37" y="118"/>
                    </a:cubicBezTo>
                    <a:cubicBezTo>
                      <a:pt x="40" y="116"/>
                      <a:pt x="42" y="117"/>
                      <a:pt x="45" y="116"/>
                    </a:cubicBezTo>
                    <a:cubicBezTo>
                      <a:pt x="48" y="115"/>
                      <a:pt x="42" y="111"/>
                      <a:pt x="52" y="112"/>
                    </a:cubicBezTo>
                    <a:cubicBezTo>
                      <a:pt x="51" y="108"/>
                      <a:pt x="51" y="104"/>
                      <a:pt x="49" y="97"/>
                    </a:cubicBezTo>
                    <a:cubicBezTo>
                      <a:pt x="45" y="93"/>
                      <a:pt x="34" y="104"/>
                      <a:pt x="30" y="99"/>
                    </a:cubicBezTo>
                    <a:cubicBezTo>
                      <a:pt x="27" y="96"/>
                      <a:pt x="29" y="101"/>
                      <a:pt x="22" y="101"/>
                    </a:cubicBezTo>
                    <a:cubicBezTo>
                      <a:pt x="21" y="98"/>
                      <a:pt x="14" y="100"/>
                      <a:pt x="9" y="97"/>
                    </a:cubicBezTo>
                    <a:cubicBezTo>
                      <a:pt x="9" y="97"/>
                      <a:pt x="13" y="94"/>
                      <a:pt x="9" y="94"/>
                    </a:cubicBezTo>
                    <a:cubicBezTo>
                      <a:pt x="6" y="93"/>
                      <a:pt x="3" y="92"/>
                      <a:pt x="2" y="86"/>
                    </a:cubicBezTo>
                    <a:cubicBezTo>
                      <a:pt x="13" y="87"/>
                      <a:pt x="0" y="81"/>
                      <a:pt x="13" y="82"/>
                    </a:cubicBezTo>
                    <a:cubicBezTo>
                      <a:pt x="15" y="82"/>
                      <a:pt x="14" y="81"/>
                      <a:pt x="13" y="81"/>
                    </a:cubicBezTo>
                    <a:cubicBezTo>
                      <a:pt x="14" y="77"/>
                      <a:pt x="17" y="81"/>
                      <a:pt x="17" y="81"/>
                    </a:cubicBezTo>
                    <a:cubicBezTo>
                      <a:pt x="20" y="81"/>
                      <a:pt x="21" y="78"/>
                      <a:pt x="24" y="79"/>
                    </a:cubicBezTo>
                    <a:cubicBezTo>
                      <a:pt x="25" y="79"/>
                      <a:pt x="26" y="82"/>
                      <a:pt x="28" y="82"/>
                    </a:cubicBezTo>
                    <a:cubicBezTo>
                      <a:pt x="32" y="83"/>
                      <a:pt x="36" y="81"/>
                      <a:pt x="41" y="82"/>
                    </a:cubicBezTo>
                    <a:cubicBezTo>
                      <a:pt x="44" y="83"/>
                      <a:pt x="44" y="84"/>
                      <a:pt x="47" y="82"/>
                    </a:cubicBezTo>
                    <a:cubicBezTo>
                      <a:pt x="49" y="82"/>
                      <a:pt x="47" y="81"/>
                      <a:pt x="47" y="79"/>
                    </a:cubicBezTo>
                    <a:cubicBezTo>
                      <a:pt x="49" y="79"/>
                      <a:pt x="50" y="78"/>
                      <a:pt x="50" y="77"/>
                    </a:cubicBezTo>
                    <a:cubicBezTo>
                      <a:pt x="51" y="72"/>
                      <a:pt x="42" y="78"/>
                      <a:pt x="45" y="71"/>
                    </a:cubicBezTo>
                    <a:cubicBezTo>
                      <a:pt x="40" y="70"/>
                      <a:pt x="35" y="69"/>
                      <a:pt x="30" y="68"/>
                    </a:cubicBezTo>
                    <a:cubicBezTo>
                      <a:pt x="32" y="64"/>
                      <a:pt x="32" y="65"/>
                      <a:pt x="28" y="62"/>
                    </a:cubicBezTo>
                    <a:cubicBezTo>
                      <a:pt x="27" y="62"/>
                      <a:pt x="27" y="60"/>
                      <a:pt x="26" y="60"/>
                    </a:cubicBezTo>
                    <a:cubicBezTo>
                      <a:pt x="25" y="59"/>
                      <a:pt x="21" y="60"/>
                      <a:pt x="19" y="58"/>
                    </a:cubicBezTo>
                    <a:cubicBezTo>
                      <a:pt x="19" y="58"/>
                      <a:pt x="22" y="52"/>
                      <a:pt x="19" y="53"/>
                    </a:cubicBezTo>
                    <a:cubicBezTo>
                      <a:pt x="18" y="53"/>
                      <a:pt x="19" y="55"/>
                      <a:pt x="17" y="55"/>
                    </a:cubicBezTo>
                    <a:cubicBezTo>
                      <a:pt x="15" y="54"/>
                      <a:pt x="14" y="52"/>
                      <a:pt x="11" y="53"/>
                    </a:cubicBezTo>
                    <a:cubicBezTo>
                      <a:pt x="15" y="47"/>
                      <a:pt x="23" y="46"/>
                      <a:pt x="30" y="43"/>
                    </a:cubicBezTo>
                    <a:cubicBezTo>
                      <a:pt x="28" y="37"/>
                      <a:pt x="35" y="37"/>
                      <a:pt x="37" y="34"/>
                    </a:cubicBezTo>
                    <a:cubicBezTo>
                      <a:pt x="39" y="32"/>
                      <a:pt x="37" y="28"/>
                      <a:pt x="39" y="27"/>
                    </a:cubicBezTo>
                    <a:cubicBezTo>
                      <a:pt x="44" y="31"/>
                      <a:pt x="44" y="28"/>
                      <a:pt x="52" y="28"/>
                    </a:cubicBezTo>
                    <a:cubicBezTo>
                      <a:pt x="56" y="23"/>
                      <a:pt x="62" y="19"/>
                      <a:pt x="73" y="21"/>
                    </a:cubicBezTo>
                    <a:cubicBezTo>
                      <a:pt x="75" y="22"/>
                      <a:pt x="74" y="18"/>
                      <a:pt x="75" y="17"/>
                    </a:cubicBezTo>
                    <a:cubicBezTo>
                      <a:pt x="78" y="15"/>
                      <a:pt x="85" y="19"/>
                      <a:pt x="86" y="14"/>
                    </a:cubicBezTo>
                    <a:cubicBezTo>
                      <a:pt x="88" y="13"/>
                      <a:pt x="89" y="17"/>
                      <a:pt x="90" y="17"/>
                    </a:cubicBezTo>
                    <a:cubicBezTo>
                      <a:pt x="93" y="18"/>
                      <a:pt x="96" y="16"/>
                      <a:pt x="95" y="21"/>
                    </a:cubicBezTo>
                    <a:cubicBezTo>
                      <a:pt x="103" y="21"/>
                      <a:pt x="111" y="21"/>
                      <a:pt x="119" y="21"/>
                    </a:cubicBezTo>
                    <a:cubicBezTo>
                      <a:pt x="111" y="29"/>
                      <a:pt x="132" y="18"/>
                      <a:pt x="125" y="27"/>
                    </a:cubicBezTo>
                    <a:cubicBezTo>
                      <a:pt x="129" y="27"/>
                      <a:pt x="132" y="26"/>
                      <a:pt x="132" y="23"/>
                    </a:cubicBezTo>
                    <a:cubicBezTo>
                      <a:pt x="136" y="27"/>
                      <a:pt x="144" y="25"/>
                      <a:pt x="149" y="27"/>
                    </a:cubicBezTo>
                    <a:cubicBezTo>
                      <a:pt x="150" y="27"/>
                      <a:pt x="149" y="28"/>
                      <a:pt x="151" y="28"/>
                    </a:cubicBezTo>
                    <a:cubicBezTo>
                      <a:pt x="153" y="28"/>
                      <a:pt x="153" y="30"/>
                      <a:pt x="155" y="30"/>
                    </a:cubicBezTo>
                    <a:cubicBezTo>
                      <a:pt x="160" y="31"/>
                      <a:pt x="161" y="27"/>
                      <a:pt x="164" y="30"/>
                    </a:cubicBezTo>
                    <a:cubicBezTo>
                      <a:pt x="165" y="31"/>
                      <a:pt x="186" y="31"/>
                      <a:pt x="188" y="32"/>
                    </a:cubicBezTo>
                    <a:cubicBezTo>
                      <a:pt x="191" y="34"/>
                      <a:pt x="202" y="35"/>
                      <a:pt x="209" y="36"/>
                    </a:cubicBezTo>
                    <a:cubicBezTo>
                      <a:pt x="211" y="38"/>
                      <a:pt x="214" y="40"/>
                      <a:pt x="214" y="43"/>
                    </a:cubicBezTo>
                    <a:cubicBezTo>
                      <a:pt x="221" y="44"/>
                      <a:pt x="224" y="48"/>
                      <a:pt x="229" y="45"/>
                    </a:cubicBezTo>
                    <a:cubicBezTo>
                      <a:pt x="230" y="51"/>
                      <a:pt x="239" y="48"/>
                      <a:pt x="244" y="49"/>
                    </a:cubicBezTo>
                    <a:cubicBezTo>
                      <a:pt x="244" y="47"/>
                      <a:pt x="242" y="47"/>
                      <a:pt x="241" y="47"/>
                    </a:cubicBezTo>
                    <a:cubicBezTo>
                      <a:pt x="244" y="43"/>
                      <a:pt x="249" y="39"/>
                      <a:pt x="255" y="38"/>
                    </a:cubicBezTo>
                    <a:cubicBezTo>
                      <a:pt x="255" y="41"/>
                      <a:pt x="257" y="42"/>
                      <a:pt x="257" y="40"/>
                    </a:cubicBezTo>
                    <a:cubicBezTo>
                      <a:pt x="259" y="40"/>
                      <a:pt x="259" y="43"/>
                      <a:pt x="261" y="43"/>
                    </a:cubicBezTo>
                    <a:cubicBezTo>
                      <a:pt x="265" y="44"/>
                      <a:pt x="265" y="41"/>
                      <a:pt x="265" y="38"/>
                    </a:cubicBezTo>
                    <a:cubicBezTo>
                      <a:pt x="269" y="37"/>
                      <a:pt x="270" y="39"/>
                      <a:pt x="272" y="40"/>
                    </a:cubicBezTo>
                    <a:cubicBezTo>
                      <a:pt x="274" y="38"/>
                      <a:pt x="272" y="35"/>
                      <a:pt x="276" y="32"/>
                    </a:cubicBezTo>
                    <a:cubicBezTo>
                      <a:pt x="279" y="32"/>
                      <a:pt x="281" y="35"/>
                      <a:pt x="282" y="32"/>
                    </a:cubicBezTo>
                    <a:cubicBezTo>
                      <a:pt x="285" y="33"/>
                      <a:pt x="283" y="36"/>
                      <a:pt x="280" y="36"/>
                    </a:cubicBezTo>
                    <a:cubicBezTo>
                      <a:pt x="282" y="41"/>
                      <a:pt x="295" y="31"/>
                      <a:pt x="298" y="38"/>
                    </a:cubicBezTo>
                    <a:cubicBezTo>
                      <a:pt x="304" y="38"/>
                      <a:pt x="294" y="32"/>
                      <a:pt x="300" y="32"/>
                    </a:cubicBezTo>
                    <a:cubicBezTo>
                      <a:pt x="301" y="30"/>
                      <a:pt x="303" y="28"/>
                      <a:pt x="306" y="28"/>
                    </a:cubicBezTo>
                    <a:cubicBezTo>
                      <a:pt x="306" y="30"/>
                      <a:pt x="306" y="32"/>
                      <a:pt x="306" y="34"/>
                    </a:cubicBezTo>
                    <a:cubicBezTo>
                      <a:pt x="310" y="30"/>
                      <a:pt x="311" y="37"/>
                      <a:pt x="315" y="38"/>
                    </a:cubicBezTo>
                    <a:cubicBezTo>
                      <a:pt x="321" y="38"/>
                      <a:pt x="325" y="37"/>
                      <a:pt x="326" y="34"/>
                    </a:cubicBezTo>
                    <a:cubicBezTo>
                      <a:pt x="329" y="36"/>
                      <a:pt x="334" y="36"/>
                      <a:pt x="332" y="41"/>
                    </a:cubicBezTo>
                    <a:cubicBezTo>
                      <a:pt x="336" y="40"/>
                      <a:pt x="341" y="39"/>
                      <a:pt x="341" y="34"/>
                    </a:cubicBezTo>
                    <a:cubicBezTo>
                      <a:pt x="346" y="37"/>
                      <a:pt x="348" y="33"/>
                      <a:pt x="352" y="38"/>
                    </a:cubicBezTo>
                    <a:cubicBezTo>
                      <a:pt x="357" y="38"/>
                      <a:pt x="361" y="38"/>
                      <a:pt x="365" y="38"/>
                    </a:cubicBezTo>
                    <a:cubicBezTo>
                      <a:pt x="366" y="38"/>
                      <a:pt x="363" y="41"/>
                      <a:pt x="364" y="41"/>
                    </a:cubicBezTo>
                    <a:cubicBezTo>
                      <a:pt x="363" y="41"/>
                      <a:pt x="369" y="43"/>
                      <a:pt x="367" y="43"/>
                    </a:cubicBezTo>
                    <a:cubicBezTo>
                      <a:pt x="369" y="44"/>
                      <a:pt x="370" y="41"/>
                      <a:pt x="373" y="41"/>
                    </a:cubicBezTo>
                    <a:cubicBezTo>
                      <a:pt x="373" y="42"/>
                      <a:pt x="373" y="45"/>
                      <a:pt x="373" y="45"/>
                    </a:cubicBezTo>
                    <a:cubicBezTo>
                      <a:pt x="378" y="48"/>
                      <a:pt x="386" y="44"/>
                      <a:pt x="392" y="45"/>
                    </a:cubicBezTo>
                    <a:cubicBezTo>
                      <a:pt x="392" y="47"/>
                      <a:pt x="395" y="47"/>
                      <a:pt x="397" y="47"/>
                    </a:cubicBezTo>
                    <a:cubicBezTo>
                      <a:pt x="394" y="54"/>
                      <a:pt x="404" y="48"/>
                      <a:pt x="403" y="53"/>
                    </a:cubicBezTo>
                    <a:cubicBezTo>
                      <a:pt x="404" y="57"/>
                      <a:pt x="399" y="55"/>
                      <a:pt x="399" y="58"/>
                    </a:cubicBezTo>
                    <a:cubicBezTo>
                      <a:pt x="398" y="61"/>
                      <a:pt x="401" y="62"/>
                      <a:pt x="401" y="64"/>
                    </a:cubicBezTo>
                    <a:cubicBezTo>
                      <a:pt x="421" y="62"/>
                      <a:pt x="438" y="61"/>
                      <a:pt x="453" y="68"/>
                    </a:cubicBezTo>
                    <a:cubicBezTo>
                      <a:pt x="452" y="69"/>
                      <a:pt x="451" y="71"/>
                      <a:pt x="451" y="73"/>
                    </a:cubicBezTo>
                    <a:cubicBezTo>
                      <a:pt x="455" y="73"/>
                      <a:pt x="455" y="71"/>
                      <a:pt x="459" y="71"/>
                    </a:cubicBezTo>
                    <a:cubicBezTo>
                      <a:pt x="457" y="65"/>
                      <a:pt x="458" y="67"/>
                      <a:pt x="457" y="60"/>
                    </a:cubicBezTo>
                    <a:cubicBezTo>
                      <a:pt x="458" y="57"/>
                      <a:pt x="472" y="57"/>
                      <a:pt x="468" y="55"/>
                    </a:cubicBezTo>
                    <a:cubicBezTo>
                      <a:pt x="469" y="51"/>
                      <a:pt x="471" y="54"/>
                      <a:pt x="474" y="55"/>
                    </a:cubicBezTo>
                    <a:cubicBezTo>
                      <a:pt x="474" y="57"/>
                      <a:pt x="477" y="56"/>
                      <a:pt x="477" y="58"/>
                    </a:cubicBezTo>
                    <a:cubicBezTo>
                      <a:pt x="485" y="60"/>
                      <a:pt x="490" y="57"/>
                      <a:pt x="496" y="58"/>
                    </a:cubicBezTo>
                    <a:cubicBezTo>
                      <a:pt x="496" y="58"/>
                      <a:pt x="496" y="60"/>
                      <a:pt x="498" y="60"/>
                    </a:cubicBezTo>
                    <a:cubicBezTo>
                      <a:pt x="499" y="60"/>
                      <a:pt x="500" y="62"/>
                      <a:pt x="502" y="62"/>
                    </a:cubicBezTo>
                    <a:cubicBezTo>
                      <a:pt x="508" y="62"/>
                      <a:pt x="514" y="58"/>
                      <a:pt x="524" y="60"/>
                    </a:cubicBezTo>
                    <a:cubicBezTo>
                      <a:pt x="529" y="56"/>
                      <a:pt x="528" y="53"/>
                      <a:pt x="530" y="49"/>
                    </a:cubicBezTo>
                    <a:cubicBezTo>
                      <a:pt x="528" y="43"/>
                      <a:pt x="523" y="45"/>
                      <a:pt x="522" y="43"/>
                    </a:cubicBezTo>
                    <a:cubicBezTo>
                      <a:pt x="523" y="34"/>
                      <a:pt x="540" y="39"/>
                      <a:pt x="544" y="41"/>
                    </a:cubicBezTo>
                    <a:cubicBezTo>
                      <a:pt x="544" y="44"/>
                      <a:pt x="542" y="45"/>
                      <a:pt x="539" y="45"/>
                    </a:cubicBezTo>
                    <a:cubicBezTo>
                      <a:pt x="543" y="49"/>
                      <a:pt x="539" y="50"/>
                      <a:pt x="537" y="53"/>
                    </a:cubicBezTo>
                    <a:cubicBezTo>
                      <a:pt x="536" y="57"/>
                      <a:pt x="540" y="56"/>
                      <a:pt x="543" y="56"/>
                    </a:cubicBezTo>
                    <a:cubicBezTo>
                      <a:pt x="540" y="62"/>
                      <a:pt x="544" y="63"/>
                      <a:pt x="541" y="68"/>
                    </a:cubicBezTo>
                    <a:cubicBezTo>
                      <a:pt x="546" y="71"/>
                      <a:pt x="550" y="59"/>
                      <a:pt x="548" y="60"/>
                    </a:cubicBezTo>
                    <a:cubicBezTo>
                      <a:pt x="549" y="59"/>
                      <a:pt x="554" y="65"/>
                      <a:pt x="552" y="56"/>
                    </a:cubicBezTo>
                    <a:cubicBezTo>
                      <a:pt x="560" y="58"/>
                      <a:pt x="558" y="49"/>
                      <a:pt x="563" y="47"/>
                    </a:cubicBezTo>
                    <a:cubicBezTo>
                      <a:pt x="561" y="42"/>
                      <a:pt x="558" y="38"/>
                      <a:pt x="550" y="38"/>
                    </a:cubicBezTo>
                    <a:cubicBezTo>
                      <a:pt x="554" y="35"/>
                      <a:pt x="546" y="30"/>
                      <a:pt x="541" y="28"/>
                    </a:cubicBezTo>
                    <a:cubicBezTo>
                      <a:pt x="541" y="26"/>
                      <a:pt x="541" y="23"/>
                      <a:pt x="539" y="23"/>
                    </a:cubicBezTo>
                    <a:cubicBezTo>
                      <a:pt x="539" y="19"/>
                      <a:pt x="544" y="17"/>
                      <a:pt x="544" y="14"/>
                    </a:cubicBezTo>
                    <a:cubicBezTo>
                      <a:pt x="544" y="13"/>
                      <a:pt x="549" y="11"/>
                      <a:pt x="548" y="10"/>
                    </a:cubicBezTo>
                    <a:cubicBezTo>
                      <a:pt x="543" y="5"/>
                      <a:pt x="555" y="11"/>
                      <a:pt x="550" y="6"/>
                    </a:cubicBezTo>
                    <a:cubicBezTo>
                      <a:pt x="550" y="0"/>
                      <a:pt x="555" y="8"/>
                      <a:pt x="556" y="8"/>
                    </a:cubicBezTo>
                    <a:cubicBezTo>
                      <a:pt x="558" y="9"/>
                      <a:pt x="561" y="7"/>
                      <a:pt x="563" y="8"/>
                    </a:cubicBezTo>
                    <a:cubicBezTo>
                      <a:pt x="564" y="8"/>
                      <a:pt x="560" y="11"/>
                      <a:pt x="561" y="12"/>
                    </a:cubicBezTo>
                    <a:cubicBezTo>
                      <a:pt x="562" y="12"/>
                      <a:pt x="566" y="11"/>
                      <a:pt x="567" y="12"/>
                    </a:cubicBezTo>
                    <a:cubicBezTo>
                      <a:pt x="568" y="13"/>
                      <a:pt x="566" y="16"/>
                      <a:pt x="567" y="17"/>
                    </a:cubicBezTo>
                    <a:cubicBezTo>
                      <a:pt x="567" y="18"/>
                      <a:pt x="570" y="17"/>
                      <a:pt x="571" y="17"/>
                    </a:cubicBezTo>
                    <a:cubicBezTo>
                      <a:pt x="572" y="22"/>
                      <a:pt x="567" y="20"/>
                      <a:pt x="571" y="25"/>
                    </a:cubicBezTo>
                    <a:cubicBezTo>
                      <a:pt x="571" y="26"/>
                      <a:pt x="573" y="26"/>
                      <a:pt x="572" y="28"/>
                    </a:cubicBezTo>
                    <a:cubicBezTo>
                      <a:pt x="572" y="28"/>
                      <a:pt x="571" y="29"/>
                      <a:pt x="571" y="30"/>
                    </a:cubicBezTo>
                    <a:cubicBezTo>
                      <a:pt x="570" y="33"/>
                      <a:pt x="569" y="34"/>
                      <a:pt x="569" y="36"/>
                    </a:cubicBezTo>
                    <a:cubicBezTo>
                      <a:pt x="568" y="39"/>
                      <a:pt x="581" y="40"/>
                      <a:pt x="578" y="34"/>
                    </a:cubicBezTo>
                    <a:cubicBezTo>
                      <a:pt x="582" y="34"/>
                      <a:pt x="580" y="39"/>
                      <a:pt x="585" y="38"/>
                    </a:cubicBezTo>
                    <a:cubicBezTo>
                      <a:pt x="582" y="41"/>
                      <a:pt x="587" y="41"/>
                      <a:pt x="585" y="47"/>
                    </a:cubicBezTo>
                    <a:cubicBezTo>
                      <a:pt x="594" y="48"/>
                      <a:pt x="592" y="41"/>
                      <a:pt x="598" y="45"/>
                    </a:cubicBezTo>
                    <a:cubicBezTo>
                      <a:pt x="600" y="46"/>
                      <a:pt x="600" y="44"/>
                      <a:pt x="600" y="43"/>
                    </a:cubicBezTo>
                    <a:cubicBezTo>
                      <a:pt x="605" y="45"/>
                      <a:pt x="598" y="45"/>
                      <a:pt x="602" y="49"/>
                    </a:cubicBezTo>
                    <a:cubicBezTo>
                      <a:pt x="602" y="49"/>
                      <a:pt x="606" y="51"/>
                      <a:pt x="606" y="51"/>
                    </a:cubicBezTo>
                    <a:cubicBezTo>
                      <a:pt x="606" y="54"/>
                      <a:pt x="599" y="56"/>
                      <a:pt x="602" y="62"/>
                    </a:cubicBezTo>
                    <a:close/>
                    <a:moveTo>
                      <a:pt x="380" y="82"/>
                    </a:moveTo>
                    <a:cubicBezTo>
                      <a:pt x="380" y="79"/>
                      <a:pt x="383" y="78"/>
                      <a:pt x="380" y="77"/>
                    </a:cubicBezTo>
                    <a:cubicBezTo>
                      <a:pt x="380" y="78"/>
                      <a:pt x="380" y="79"/>
                      <a:pt x="379" y="79"/>
                    </a:cubicBezTo>
                    <a:cubicBezTo>
                      <a:pt x="378" y="77"/>
                      <a:pt x="379" y="73"/>
                      <a:pt x="377" y="73"/>
                    </a:cubicBezTo>
                    <a:cubicBezTo>
                      <a:pt x="374" y="76"/>
                      <a:pt x="366" y="82"/>
                      <a:pt x="362" y="77"/>
                    </a:cubicBezTo>
                    <a:cubicBezTo>
                      <a:pt x="361" y="72"/>
                      <a:pt x="370" y="78"/>
                      <a:pt x="367" y="71"/>
                    </a:cubicBezTo>
                    <a:cubicBezTo>
                      <a:pt x="366" y="71"/>
                      <a:pt x="364" y="71"/>
                      <a:pt x="364" y="69"/>
                    </a:cubicBezTo>
                    <a:cubicBezTo>
                      <a:pt x="360" y="68"/>
                      <a:pt x="359" y="72"/>
                      <a:pt x="356" y="73"/>
                    </a:cubicBezTo>
                    <a:cubicBezTo>
                      <a:pt x="352" y="74"/>
                      <a:pt x="348" y="74"/>
                      <a:pt x="343" y="75"/>
                    </a:cubicBezTo>
                    <a:cubicBezTo>
                      <a:pt x="343" y="75"/>
                      <a:pt x="343" y="77"/>
                      <a:pt x="341" y="77"/>
                    </a:cubicBezTo>
                    <a:cubicBezTo>
                      <a:pt x="335" y="79"/>
                      <a:pt x="329" y="79"/>
                      <a:pt x="323" y="79"/>
                    </a:cubicBezTo>
                    <a:cubicBezTo>
                      <a:pt x="323" y="82"/>
                      <a:pt x="320" y="84"/>
                      <a:pt x="323" y="84"/>
                    </a:cubicBezTo>
                    <a:cubicBezTo>
                      <a:pt x="323" y="82"/>
                      <a:pt x="325" y="83"/>
                      <a:pt x="324" y="86"/>
                    </a:cubicBezTo>
                    <a:cubicBezTo>
                      <a:pt x="333" y="87"/>
                      <a:pt x="344" y="79"/>
                      <a:pt x="347" y="86"/>
                    </a:cubicBezTo>
                    <a:cubicBezTo>
                      <a:pt x="343" y="82"/>
                      <a:pt x="345" y="87"/>
                      <a:pt x="341" y="88"/>
                    </a:cubicBezTo>
                    <a:cubicBezTo>
                      <a:pt x="338" y="88"/>
                      <a:pt x="335" y="89"/>
                      <a:pt x="334" y="92"/>
                    </a:cubicBezTo>
                    <a:cubicBezTo>
                      <a:pt x="344" y="93"/>
                      <a:pt x="349" y="90"/>
                      <a:pt x="358" y="90"/>
                    </a:cubicBezTo>
                    <a:cubicBezTo>
                      <a:pt x="358" y="92"/>
                      <a:pt x="358" y="95"/>
                      <a:pt x="360" y="96"/>
                    </a:cubicBezTo>
                    <a:cubicBezTo>
                      <a:pt x="360" y="93"/>
                      <a:pt x="363" y="94"/>
                      <a:pt x="365" y="94"/>
                    </a:cubicBezTo>
                    <a:cubicBezTo>
                      <a:pt x="366" y="90"/>
                      <a:pt x="367" y="87"/>
                      <a:pt x="369" y="86"/>
                    </a:cubicBezTo>
                    <a:cubicBezTo>
                      <a:pt x="373" y="83"/>
                      <a:pt x="372" y="86"/>
                      <a:pt x="377" y="86"/>
                    </a:cubicBezTo>
                    <a:cubicBezTo>
                      <a:pt x="377" y="84"/>
                      <a:pt x="377" y="82"/>
                      <a:pt x="380" y="82"/>
                    </a:cubicBezTo>
                    <a:close/>
                    <a:moveTo>
                      <a:pt x="393" y="146"/>
                    </a:moveTo>
                    <a:cubicBezTo>
                      <a:pt x="395" y="141"/>
                      <a:pt x="401" y="143"/>
                      <a:pt x="403" y="140"/>
                    </a:cubicBezTo>
                    <a:cubicBezTo>
                      <a:pt x="403" y="140"/>
                      <a:pt x="406" y="141"/>
                      <a:pt x="406" y="140"/>
                    </a:cubicBezTo>
                    <a:cubicBezTo>
                      <a:pt x="409" y="139"/>
                      <a:pt x="413" y="140"/>
                      <a:pt x="416" y="138"/>
                    </a:cubicBezTo>
                    <a:cubicBezTo>
                      <a:pt x="416" y="138"/>
                      <a:pt x="417" y="135"/>
                      <a:pt x="418" y="135"/>
                    </a:cubicBezTo>
                    <a:cubicBezTo>
                      <a:pt x="422" y="131"/>
                      <a:pt x="426" y="136"/>
                      <a:pt x="427" y="133"/>
                    </a:cubicBezTo>
                    <a:cubicBezTo>
                      <a:pt x="426" y="133"/>
                      <a:pt x="425" y="131"/>
                      <a:pt x="427" y="131"/>
                    </a:cubicBezTo>
                    <a:cubicBezTo>
                      <a:pt x="431" y="131"/>
                      <a:pt x="431" y="129"/>
                      <a:pt x="433" y="131"/>
                    </a:cubicBezTo>
                    <a:cubicBezTo>
                      <a:pt x="434" y="132"/>
                      <a:pt x="435" y="129"/>
                      <a:pt x="434" y="129"/>
                    </a:cubicBezTo>
                    <a:cubicBezTo>
                      <a:pt x="431" y="130"/>
                      <a:pt x="435" y="125"/>
                      <a:pt x="438" y="129"/>
                    </a:cubicBezTo>
                    <a:cubicBezTo>
                      <a:pt x="439" y="126"/>
                      <a:pt x="442" y="124"/>
                      <a:pt x="442" y="120"/>
                    </a:cubicBezTo>
                    <a:cubicBezTo>
                      <a:pt x="435" y="118"/>
                      <a:pt x="434" y="123"/>
                      <a:pt x="427" y="122"/>
                    </a:cubicBezTo>
                    <a:cubicBezTo>
                      <a:pt x="427" y="125"/>
                      <a:pt x="425" y="126"/>
                      <a:pt x="423" y="127"/>
                    </a:cubicBezTo>
                    <a:cubicBezTo>
                      <a:pt x="417" y="130"/>
                      <a:pt x="419" y="126"/>
                      <a:pt x="414" y="127"/>
                    </a:cubicBezTo>
                    <a:cubicBezTo>
                      <a:pt x="413" y="127"/>
                      <a:pt x="413" y="129"/>
                      <a:pt x="410" y="129"/>
                    </a:cubicBezTo>
                    <a:cubicBezTo>
                      <a:pt x="408" y="129"/>
                      <a:pt x="407" y="126"/>
                      <a:pt x="403" y="127"/>
                    </a:cubicBezTo>
                    <a:cubicBezTo>
                      <a:pt x="402" y="126"/>
                      <a:pt x="403" y="124"/>
                      <a:pt x="401" y="123"/>
                    </a:cubicBezTo>
                    <a:cubicBezTo>
                      <a:pt x="401" y="126"/>
                      <a:pt x="400" y="128"/>
                      <a:pt x="399" y="129"/>
                    </a:cubicBezTo>
                    <a:cubicBezTo>
                      <a:pt x="399" y="132"/>
                      <a:pt x="402" y="131"/>
                      <a:pt x="403" y="133"/>
                    </a:cubicBezTo>
                    <a:cubicBezTo>
                      <a:pt x="397" y="131"/>
                      <a:pt x="397" y="135"/>
                      <a:pt x="395" y="137"/>
                    </a:cubicBezTo>
                    <a:cubicBezTo>
                      <a:pt x="393" y="139"/>
                      <a:pt x="388" y="137"/>
                      <a:pt x="388" y="140"/>
                    </a:cubicBezTo>
                    <a:cubicBezTo>
                      <a:pt x="388" y="145"/>
                      <a:pt x="379" y="139"/>
                      <a:pt x="382" y="146"/>
                    </a:cubicBezTo>
                    <a:cubicBezTo>
                      <a:pt x="386" y="146"/>
                      <a:pt x="390" y="146"/>
                      <a:pt x="393" y="146"/>
                    </a:cubicBezTo>
                    <a:close/>
                    <a:moveTo>
                      <a:pt x="530" y="219"/>
                    </a:moveTo>
                    <a:cubicBezTo>
                      <a:pt x="528" y="219"/>
                      <a:pt x="528" y="220"/>
                      <a:pt x="528" y="220"/>
                    </a:cubicBezTo>
                    <a:cubicBezTo>
                      <a:pt x="527" y="221"/>
                      <a:pt x="522" y="222"/>
                      <a:pt x="522" y="222"/>
                    </a:cubicBezTo>
                    <a:cubicBezTo>
                      <a:pt x="521" y="224"/>
                      <a:pt x="524" y="230"/>
                      <a:pt x="520" y="230"/>
                    </a:cubicBezTo>
                    <a:cubicBezTo>
                      <a:pt x="520" y="228"/>
                      <a:pt x="521" y="224"/>
                      <a:pt x="518" y="224"/>
                    </a:cubicBezTo>
                    <a:cubicBezTo>
                      <a:pt x="518" y="227"/>
                      <a:pt x="518" y="229"/>
                      <a:pt x="518" y="232"/>
                    </a:cubicBezTo>
                    <a:cubicBezTo>
                      <a:pt x="521" y="232"/>
                      <a:pt x="525" y="232"/>
                      <a:pt x="528" y="232"/>
                    </a:cubicBezTo>
                    <a:cubicBezTo>
                      <a:pt x="526" y="234"/>
                      <a:pt x="531" y="237"/>
                      <a:pt x="531" y="239"/>
                    </a:cubicBezTo>
                    <a:cubicBezTo>
                      <a:pt x="533" y="245"/>
                      <a:pt x="534" y="243"/>
                      <a:pt x="537" y="247"/>
                    </a:cubicBezTo>
                    <a:cubicBezTo>
                      <a:pt x="535" y="247"/>
                      <a:pt x="533" y="247"/>
                      <a:pt x="533" y="250"/>
                    </a:cubicBezTo>
                    <a:cubicBezTo>
                      <a:pt x="533" y="253"/>
                      <a:pt x="536" y="253"/>
                      <a:pt x="535" y="256"/>
                    </a:cubicBezTo>
                    <a:cubicBezTo>
                      <a:pt x="538" y="256"/>
                      <a:pt x="540" y="256"/>
                      <a:pt x="543" y="256"/>
                    </a:cubicBezTo>
                    <a:cubicBezTo>
                      <a:pt x="545" y="254"/>
                      <a:pt x="545" y="249"/>
                      <a:pt x="544" y="245"/>
                    </a:cubicBezTo>
                    <a:cubicBezTo>
                      <a:pt x="542" y="244"/>
                      <a:pt x="540" y="243"/>
                      <a:pt x="539" y="241"/>
                    </a:cubicBezTo>
                    <a:cubicBezTo>
                      <a:pt x="542" y="231"/>
                      <a:pt x="539" y="236"/>
                      <a:pt x="537" y="233"/>
                    </a:cubicBezTo>
                    <a:cubicBezTo>
                      <a:pt x="534" y="230"/>
                      <a:pt x="535" y="223"/>
                      <a:pt x="533" y="219"/>
                    </a:cubicBezTo>
                    <a:cubicBezTo>
                      <a:pt x="532" y="219"/>
                      <a:pt x="531" y="218"/>
                      <a:pt x="530" y="219"/>
                    </a:cubicBezTo>
                    <a:close/>
                    <a:moveTo>
                      <a:pt x="602" y="276"/>
                    </a:moveTo>
                    <a:cubicBezTo>
                      <a:pt x="596" y="274"/>
                      <a:pt x="598" y="279"/>
                      <a:pt x="595" y="280"/>
                    </a:cubicBezTo>
                    <a:cubicBezTo>
                      <a:pt x="594" y="279"/>
                      <a:pt x="593" y="278"/>
                      <a:pt x="591" y="278"/>
                    </a:cubicBezTo>
                    <a:cubicBezTo>
                      <a:pt x="591" y="285"/>
                      <a:pt x="584" y="281"/>
                      <a:pt x="582" y="284"/>
                    </a:cubicBezTo>
                    <a:cubicBezTo>
                      <a:pt x="580" y="285"/>
                      <a:pt x="582" y="286"/>
                      <a:pt x="580" y="288"/>
                    </a:cubicBezTo>
                    <a:cubicBezTo>
                      <a:pt x="579" y="288"/>
                      <a:pt x="576" y="287"/>
                      <a:pt x="576" y="289"/>
                    </a:cubicBezTo>
                    <a:cubicBezTo>
                      <a:pt x="579" y="290"/>
                      <a:pt x="576" y="292"/>
                      <a:pt x="576" y="295"/>
                    </a:cubicBezTo>
                    <a:cubicBezTo>
                      <a:pt x="580" y="298"/>
                      <a:pt x="581" y="292"/>
                      <a:pt x="584" y="291"/>
                    </a:cubicBezTo>
                    <a:cubicBezTo>
                      <a:pt x="587" y="290"/>
                      <a:pt x="591" y="292"/>
                      <a:pt x="595" y="291"/>
                    </a:cubicBezTo>
                    <a:cubicBezTo>
                      <a:pt x="597" y="291"/>
                      <a:pt x="597" y="290"/>
                      <a:pt x="600" y="289"/>
                    </a:cubicBezTo>
                    <a:cubicBezTo>
                      <a:pt x="605" y="289"/>
                      <a:pt x="610" y="291"/>
                      <a:pt x="612" y="293"/>
                    </a:cubicBezTo>
                    <a:cubicBezTo>
                      <a:pt x="610" y="294"/>
                      <a:pt x="608" y="293"/>
                      <a:pt x="608" y="295"/>
                    </a:cubicBezTo>
                    <a:cubicBezTo>
                      <a:pt x="609" y="294"/>
                      <a:pt x="610" y="297"/>
                      <a:pt x="610" y="297"/>
                    </a:cubicBezTo>
                    <a:cubicBezTo>
                      <a:pt x="611" y="297"/>
                      <a:pt x="612" y="295"/>
                      <a:pt x="612" y="295"/>
                    </a:cubicBezTo>
                    <a:cubicBezTo>
                      <a:pt x="619" y="296"/>
                      <a:pt x="616" y="296"/>
                      <a:pt x="621" y="293"/>
                    </a:cubicBezTo>
                    <a:cubicBezTo>
                      <a:pt x="627" y="290"/>
                      <a:pt x="630" y="295"/>
                      <a:pt x="634" y="291"/>
                    </a:cubicBezTo>
                    <a:cubicBezTo>
                      <a:pt x="629" y="290"/>
                      <a:pt x="635" y="283"/>
                      <a:pt x="630" y="288"/>
                    </a:cubicBezTo>
                    <a:cubicBezTo>
                      <a:pt x="627" y="291"/>
                      <a:pt x="626" y="280"/>
                      <a:pt x="626" y="280"/>
                    </a:cubicBezTo>
                    <a:cubicBezTo>
                      <a:pt x="626" y="279"/>
                      <a:pt x="621" y="280"/>
                      <a:pt x="623" y="276"/>
                    </a:cubicBezTo>
                    <a:cubicBezTo>
                      <a:pt x="620" y="276"/>
                      <a:pt x="616" y="276"/>
                      <a:pt x="613" y="276"/>
                    </a:cubicBezTo>
                    <a:cubicBezTo>
                      <a:pt x="614" y="274"/>
                      <a:pt x="616" y="273"/>
                      <a:pt x="613" y="271"/>
                    </a:cubicBezTo>
                    <a:cubicBezTo>
                      <a:pt x="607" y="273"/>
                      <a:pt x="609" y="271"/>
                      <a:pt x="602" y="271"/>
                    </a:cubicBezTo>
                    <a:cubicBezTo>
                      <a:pt x="601" y="273"/>
                      <a:pt x="600" y="274"/>
                      <a:pt x="602" y="276"/>
                    </a:cubicBezTo>
                    <a:close/>
                    <a:moveTo>
                      <a:pt x="653" y="323"/>
                    </a:moveTo>
                    <a:cubicBezTo>
                      <a:pt x="651" y="323"/>
                      <a:pt x="650" y="323"/>
                      <a:pt x="651" y="321"/>
                    </a:cubicBezTo>
                    <a:cubicBezTo>
                      <a:pt x="659" y="323"/>
                      <a:pt x="651" y="309"/>
                      <a:pt x="658" y="310"/>
                    </a:cubicBezTo>
                    <a:cubicBezTo>
                      <a:pt x="662" y="314"/>
                      <a:pt x="663" y="309"/>
                      <a:pt x="669" y="310"/>
                    </a:cubicBezTo>
                    <a:cubicBezTo>
                      <a:pt x="666" y="299"/>
                      <a:pt x="653" y="297"/>
                      <a:pt x="641" y="299"/>
                    </a:cubicBezTo>
                    <a:cubicBezTo>
                      <a:pt x="640" y="298"/>
                      <a:pt x="639" y="297"/>
                      <a:pt x="639" y="295"/>
                    </a:cubicBezTo>
                    <a:cubicBezTo>
                      <a:pt x="635" y="294"/>
                      <a:pt x="634" y="299"/>
                      <a:pt x="630" y="299"/>
                    </a:cubicBezTo>
                    <a:cubicBezTo>
                      <a:pt x="628" y="299"/>
                      <a:pt x="627" y="296"/>
                      <a:pt x="625" y="297"/>
                    </a:cubicBezTo>
                    <a:cubicBezTo>
                      <a:pt x="622" y="298"/>
                      <a:pt x="621" y="300"/>
                      <a:pt x="619" y="301"/>
                    </a:cubicBezTo>
                    <a:cubicBezTo>
                      <a:pt x="616" y="302"/>
                      <a:pt x="614" y="301"/>
                      <a:pt x="612" y="302"/>
                    </a:cubicBezTo>
                    <a:cubicBezTo>
                      <a:pt x="612" y="306"/>
                      <a:pt x="610" y="307"/>
                      <a:pt x="608" y="308"/>
                    </a:cubicBezTo>
                    <a:cubicBezTo>
                      <a:pt x="608" y="323"/>
                      <a:pt x="605" y="324"/>
                      <a:pt x="606" y="340"/>
                    </a:cubicBezTo>
                    <a:cubicBezTo>
                      <a:pt x="613" y="342"/>
                      <a:pt x="609" y="335"/>
                      <a:pt x="615" y="336"/>
                    </a:cubicBezTo>
                    <a:cubicBezTo>
                      <a:pt x="615" y="333"/>
                      <a:pt x="616" y="330"/>
                      <a:pt x="617" y="329"/>
                    </a:cubicBezTo>
                    <a:cubicBezTo>
                      <a:pt x="620" y="324"/>
                      <a:pt x="618" y="319"/>
                      <a:pt x="619" y="314"/>
                    </a:cubicBezTo>
                    <a:cubicBezTo>
                      <a:pt x="619" y="313"/>
                      <a:pt x="622" y="311"/>
                      <a:pt x="623" y="310"/>
                    </a:cubicBezTo>
                    <a:cubicBezTo>
                      <a:pt x="624" y="308"/>
                      <a:pt x="622" y="304"/>
                      <a:pt x="625" y="304"/>
                    </a:cubicBezTo>
                    <a:cubicBezTo>
                      <a:pt x="628" y="304"/>
                      <a:pt x="630" y="304"/>
                      <a:pt x="632" y="302"/>
                    </a:cubicBezTo>
                    <a:cubicBezTo>
                      <a:pt x="629" y="309"/>
                      <a:pt x="638" y="304"/>
                      <a:pt x="638" y="308"/>
                    </a:cubicBezTo>
                    <a:cubicBezTo>
                      <a:pt x="639" y="314"/>
                      <a:pt x="639" y="312"/>
                      <a:pt x="638" y="317"/>
                    </a:cubicBezTo>
                    <a:cubicBezTo>
                      <a:pt x="639" y="318"/>
                      <a:pt x="641" y="317"/>
                      <a:pt x="641" y="319"/>
                    </a:cubicBezTo>
                    <a:cubicBezTo>
                      <a:pt x="640" y="320"/>
                      <a:pt x="638" y="319"/>
                      <a:pt x="638" y="321"/>
                    </a:cubicBezTo>
                    <a:cubicBezTo>
                      <a:pt x="644" y="319"/>
                      <a:pt x="650" y="327"/>
                      <a:pt x="653" y="323"/>
                    </a:cubicBezTo>
                    <a:close/>
                    <a:moveTo>
                      <a:pt x="686" y="315"/>
                    </a:moveTo>
                    <a:cubicBezTo>
                      <a:pt x="686" y="315"/>
                      <a:pt x="686" y="319"/>
                      <a:pt x="686" y="319"/>
                    </a:cubicBezTo>
                    <a:cubicBezTo>
                      <a:pt x="683" y="322"/>
                      <a:pt x="675" y="314"/>
                      <a:pt x="671" y="317"/>
                    </a:cubicBezTo>
                    <a:cubicBezTo>
                      <a:pt x="672" y="321"/>
                      <a:pt x="669" y="321"/>
                      <a:pt x="667" y="323"/>
                    </a:cubicBezTo>
                    <a:cubicBezTo>
                      <a:pt x="672" y="328"/>
                      <a:pt x="673" y="325"/>
                      <a:pt x="679" y="325"/>
                    </a:cubicBezTo>
                    <a:cubicBezTo>
                      <a:pt x="683" y="325"/>
                      <a:pt x="689" y="326"/>
                      <a:pt x="692" y="323"/>
                    </a:cubicBezTo>
                    <a:cubicBezTo>
                      <a:pt x="691" y="323"/>
                      <a:pt x="690" y="321"/>
                      <a:pt x="692" y="321"/>
                    </a:cubicBezTo>
                    <a:cubicBezTo>
                      <a:pt x="693" y="321"/>
                      <a:pt x="695" y="321"/>
                      <a:pt x="695" y="319"/>
                    </a:cubicBezTo>
                    <a:cubicBezTo>
                      <a:pt x="691" y="319"/>
                      <a:pt x="689" y="316"/>
                      <a:pt x="686" y="315"/>
                    </a:cubicBezTo>
                    <a:close/>
                    <a:moveTo>
                      <a:pt x="660" y="330"/>
                    </a:moveTo>
                    <a:cubicBezTo>
                      <a:pt x="659" y="330"/>
                      <a:pt x="659" y="327"/>
                      <a:pt x="656" y="329"/>
                    </a:cubicBezTo>
                    <a:cubicBezTo>
                      <a:pt x="656" y="329"/>
                      <a:pt x="657" y="332"/>
                      <a:pt x="656" y="332"/>
                    </a:cubicBezTo>
                    <a:cubicBezTo>
                      <a:pt x="653" y="332"/>
                      <a:pt x="650" y="332"/>
                      <a:pt x="647" y="332"/>
                    </a:cubicBezTo>
                    <a:cubicBezTo>
                      <a:pt x="650" y="339"/>
                      <a:pt x="641" y="333"/>
                      <a:pt x="641" y="338"/>
                    </a:cubicBezTo>
                    <a:cubicBezTo>
                      <a:pt x="643" y="338"/>
                      <a:pt x="645" y="338"/>
                      <a:pt x="647" y="338"/>
                    </a:cubicBezTo>
                    <a:cubicBezTo>
                      <a:pt x="647" y="340"/>
                      <a:pt x="645" y="340"/>
                      <a:pt x="645" y="342"/>
                    </a:cubicBezTo>
                    <a:cubicBezTo>
                      <a:pt x="650" y="343"/>
                      <a:pt x="649" y="338"/>
                      <a:pt x="653" y="338"/>
                    </a:cubicBezTo>
                    <a:cubicBezTo>
                      <a:pt x="655" y="339"/>
                      <a:pt x="658" y="340"/>
                      <a:pt x="662" y="340"/>
                    </a:cubicBezTo>
                    <a:cubicBezTo>
                      <a:pt x="661" y="332"/>
                      <a:pt x="674" y="338"/>
                      <a:pt x="671" y="329"/>
                    </a:cubicBezTo>
                    <a:cubicBezTo>
                      <a:pt x="665" y="327"/>
                      <a:pt x="662" y="331"/>
                      <a:pt x="660" y="33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1" name="Freeform 91"/>
              <p:cNvSpPr/>
              <p:nvPr/>
            </p:nvSpPr>
            <p:spPr>
              <a:xfrm>
                <a:off x="5559320" y="1164304"/>
                <a:ext cx="126070" cy="191908"/>
              </a:xfrm>
              <a:custGeom>
                <a:avLst/>
                <a:gdLst/>
                <a:ahLst/>
                <a:cxnLst/>
                <a:rect l="l" t="t" r="r" b="b"/>
                <a:pathLst>
                  <a:path w="60" h="92">
                    <a:moveTo>
                      <a:pt x="16" y="9"/>
                    </a:moveTo>
                    <a:cubicBezTo>
                      <a:pt x="18" y="13"/>
                      <a:pt x="26" y="7"/>
                      <a:pt x="30" y="7"/>
                    </a:cubicBezTo>
                    <a:cubicBezTo>
                      <a:pt x="32" y="10"/>
                      <a:pt x="32" y="14"/>
                      <a:pt x="31" y="19"/>
                    </a:cubicBezTo>
                    <a:cubicBezTo>
                      <a:pt x="27" y="19"/>
                      <a:pt x="23" y="21"/>
                      <a:pt x="22" y="24"/>
                    </a:cubicBezTo>
                    <a:cubicBezTo>
                      <a:pt x="24" y="28"/>
                      <a:pt x="28" y="30"/>
                      <a:pt x="33" y="30"/>
                    </a:cubicBezTo>
                    <a:cubicBezTo>
                      <a:pt x="33" y="37"/>
                      <a:pt x="41" y="35"/>
                      <a:pt x="39" y="43"/>
                    </a:cubicBezTo>
                    <a:cubicBezTo>
                      <a:pt x="39" y="45"/>
                      <a:pt x="43" y="44"/>
                      <a:pt x="43" y="47"/>
                    </a:cubicBezTo>
                    <a:cubicBezTo>
                      <a:pt x="43" y="50"/>
                      <a:pt x="49" y="48"/>
                      <a:pt x="50" y="50"/>
                    </a:cubicBezTo>
                    <a:cubicBezTo>
                      <a:pt x="49" y="53"/>
                      <a:pt x="47" y="55"/>
                      <a:pt x="46" y="58"/>
                    </a:cubicBezTo>
                    <a:cubicBezTo>
                      <a:pt x="51" y="57"/>
                      <a:pt x="55" y="57"/>
                      <a:pt x="58" y="60"/>
                    </a:cubicBezTo>
                    <a:cubicBezTo>
                      <a:pt x="55" y="62"/>
                      <a:pt x="60" y="68"/>
                      <a:pt x="58" y="71"/>
                    </a:cubicBezTo>
                    <a:cubicBezTo>
                      <a:pt x="57" y="71"/>
                      <a:pt x="54" y="70"/>
                      <a:pt x="54" y="71"/>
                    </a:cubicBezTo>
                    <a:cubicBezTo>
                      <a:pt x="53" y="73"/>
                      <a:pt x="56" y="72"/>
                      <a:pt x="58" y="73"/>
                    </a:cubicBezTo>
                    <a:cubicBezTo>
                      <a:pt x="56" y="75"/>
                      <a:pt x="53" y="75"/>
                      <a:pt x="54" y="78"/>
                    </a:cubicBezTo>
                    <a:cubicBezTo>
                      <a:pt x="51" y="79"/>
                      <a:pt x="51" y="82"/>
                      <a:pt x="48" y="82"/>
                    </a:cubicBezTo>
                    <a:cubicBezTo>
                      <a:pt x="42" y="81"/>
                      <a:pt x="38" y="79"/>
                      <a:pt x="30" y="80"/>
                    </a:cubicBezTo>
                    <a:cubicBezTo>
                      <a:pt x="26" y="84"/>
                      <a:pt x="28" y="84"/>
                      <a:pt x="22" y="82"/>
                    </a:cubicBezTo>
                    <a:cubicBezTo>
                      <a:pt x="20" y="86"/>
                      <a:pt x="9" y="92"/>
                      <a:pt x="9" y="82"/>
                    </a:cubicBezTo>
                    <a:cubicBezTo>
                      <a:pt x="11" y="83"/>
                      <a:pt x="12" y="80"/>
                      <a:pt x="13" y="80"/>
                    </a:cubicBezTo>
                    <a:cubicBezTo>
                      <a:pt x="14" y="80"/>
                      <a:pt x="15" y="82"/>
                      <a:pt x="15" y="82"/>
                    </a:cubicBezTo>
                    <a:cubicBezTo>
                      <a:pt x="17" y="81"/>
                      <a:pt x="15" y="79"/>
                      <a:pt x="16" y="78"/>
                    </a:cubicBezTo>
                    <a:cubicBezTo>
                      <a:pt x="19" y="76"/>
                      <a:pt x="23" y="78"/>
                      <a:pt x="28" y="76"/>
                    </a:cubicBezTo>
                    <a:cubicBezTo>
                      <a:pt x="26" y="67"/>
                      <a:pt x="18" y="74"/>
                      <a:pt x="13" y="71"/>
                    </a:cubicBezTo>
                    <a:cubicBezTo>
                      <a:pt x="13" y="67"/>
                      <a:pt x="13" y="63"/>
                      <a:pt x="13" y="60"/>
                    </a:cubicBezTo>
                    <a:cubicBezTo>
                      <a:pt x="16" y="60"/>
                      <a:pt x="20" y="58"/>
                      <a:pt x="16" y="58"/>
                    </a:cubicBezTo>
                    <a:cubicBezTo>
                      <a:pt x="18" y="52"/>
                      <a:pt x="21" y="60"/>
                      <a:pt x="24" y="58"/>
                    </a:cubicBezTo>
                    <a:cubicBezTo>
                      <a:pt x="28" y="58"/>
                      <a:pt x="21" y="50"/>
                      <a:pt x="26" y="47"/>
                    </a:cubicBezTo>
                    <a:cubicBezTo>
                      <a:pt x="25" y="43"/>
                      <a:pt x="19" y="45"/>
                      <a:pt x="20" y="39"/>
                    </a:cubicBezTo>
                    <a:cubicBezTo>
                      <a:pt x="19" y="41"/>
                      <a:pt x="16" y="41"/>
                      <a:pt x="13" y="41"/>
                    </a:cubicBezTo>
                    <a:cubicBezTo>
                      <a:pt x="13" y="38"/>
                      <a:pt x="13" y="35"/>
                      <a:pt x="13" y="32"/>
                    </a:cubicBezTo>
                    <a:cubicBezTo>
                      <a:pt x="13" y="28"/>
                      <a:pt x="6" y="31"/>
                      <a:pt x="5" y="28"/>
                    </a:cubicBezTo>
                    <a:cubicBezTo>
                      <a:pt x="9" y="21"/>
                      <a:pt x="8" y="10"/>
                      <a:pt x="0" y="9"/>
                    </a:cubicBezTo>
                    <a:cubicBezTo>
                      <a:pt x="3" y="6"/>
                      <a:pt x="8" y="5"/>
                      <a:pt x="9" y="0"/>
                    </a:cubicBezTo>
                    <a:cubicBezTo>
                      <a:pt x="15" y="0"/>
                      <a:pt x="20" y="0"/>
                      <a:pt x="26" y="0"/>
                    </a:cubicBezTo>
                    <a:cubicBezTo>
                      <a:pt x="22" y="3"/>
                      <a:pt x="19" y="6"/>
                      <a:pt x="16" y="9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40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2" name="Freeform 92"/>
              <p:cNvSpPr/>
              <p:nvPr/>
            </p:nvSpPr>
            <p:spPr>
              <a:xfrm>
                <a:off x="3213011" y="1172709"/>
                <a:ext cx="35020" cy="28016"/>
              </a:xfrm>
              <a:custGeom>
                <a:avLst/>
                <a:gdLst/>
                <a:ahLst/>
                <a:cxnLst/>
                <a:rect l="l" t="t" r="r" b="b"/>
                <a:pathLst>
                  <a:path w="17" h="13">
                    <a:moveTo>
                      <a:pt x="15" y="2"/>
                    </a:moveTo>
                    <a:cubicBezTo>
                      <a:pt x="13" y="4"/>
                      <a:pt x="14" y="7"/>
                      <a:pt x="17" y="9"/>
                    </a:cubicBezTo>
                    <a:cubicBezTo>
                      <a:pt x="15" y="12"/>
                      <a:pt x="11" y="12"/>
                      <a:pt x="8" y="13"/>
                    </a:cubicBezTo>
                    <a:cubicBezTo>
                      <a:pt x="8" y="12"/>
                      <a:pt x="8" y="10"/>
                      <a:pt x="8" y="9"/>
                    </a:cubicBezTo>
                    <a:cubicBezTo>
                      <a:pt x="6" y="9"/>
                      <a:pt x="6" y="11"/>
                      <a:pt x="4" y="11"/>
                    </a:cubicBezTo>
                    <a:cubicBezTo>
                      <a:pt x="0" y="9"/>
                      <a:pt x="5" y="10"/>
                      <a:pt x="6" y="9"/>
                    </a:cubicBezTo>
                    <a:cubicBezTo>
                      <a:pt x="7" y="8"/>
                      <a:pt x="11" y="0"/>
                      <a:pt x="15" y="2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3" name="Freeform 93"/>
              <p:cNvSpPr/>
              <p:nvPr/>
            </p:nvSpPr>
            <p:spPr>
              <a:xfrm>
                <a:off x="7869210" y="1485084"/>
                <a:ext cx="21012" cy="22413"/>
              </a:xfrm>
              <a:custGeom>
                <a:avLst/>
                <a:gdLst/>
                <a:ahLst/>
                <a:cxnLst/>
                <a:rect l="l" t="t" r="r" b="b"/>
                <a:pathLst>
                  <a:path w="10" h="11">
                    <a:moveTo>
                      <a:pt x="3" y="3"/>
                    </a:moveTo>
                    <a:cubicBezTo>
                      <a:pt x="4" y="0"/>
                      <a:pt x="5" y="3"/>
                      <a:pt x="10" y="1"/>
                    </a:cubicBezTo>
                    <a:cubicBezTo>
                      <a:pt x="8" y="5"/>
                      <a:pt x="8" y="11"/>
                      <a:pt x="1" y="10"/>
                    </a:cubicBezTo>
                    <a:cubicBezTo>
                      <a:pt x="0" y="8"/>
                      <a:pt x="8" y="4"/>
                      <a:pt x="3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4" name="Freeform 94"/>
              <p:cNvSpPr/>
              <p:nvPr/>
            </p:nvSpPr>
            <p:spPr>
              <a:xfrm>
                <a:off x="7380337" y="2095825"/>
                <a:ext cx="155487" cy="180701"/>
              </a:xfrm>
              <a:custGeom>
                <a:avLst/>
                <a:gdLst/>
                <a:ahLst/>
                <a:cxnLst/>
                <a:rect l="l" t="t" r="r" b="b"/>
                <a:pathLst>
                  <a:path w="75" h="87">
                    <a:moveTo>
                      <a:pt x="60" y="5"/>
                    </a:moveTo>
                    <a:cubicBezTo>
                      <a:pt x="62" y="0"/>
                      <a:pt x="65" y="9"/>
                      <a:pt x="68" y="9"/>
                    </a:cubicBezTo>
                    <a:cubicBezTo>
                      <a:pt x="70" y="10"/>
                      <a:pt x="72" y="14"/>
                      <a:pt x="75" y="14"/>
                    </a:cubicBezTo>
                    <a:cubicBezTo>
                      <a:pt x="74" y="19"/>
                      <a:pt x="74" y="24"/>
                      <a:pt x="68" y="24"/>
                    </a:cubicBezTo>
                    <a:cubicBezTo>
                      <a:pt x="67" y="27"/>
                      <a:pt x="70" y="35"/>
                      <a:pt x="66" y="35"/>
                    </a:cubicBezTo>
                    <a:cubicBezTo>
                      <a:pt x="66" y="37"/>
                      <a:pt x="69" y="37"/>
                      <a:pt x="70" y="38"/>
                    </a:cubicBezTo>
                    <a:cubicBezTo>
                      <a:pt x="70" y="40"/>
                      <a:pt x="69" y="43"/>
                      <a:pt x="70" y="44"/>
                    </a:cubicBezTo>
                    <a:cubicBezTo>
                      <a:pt x="71" y="46"/>
                      <a:pt x="73" y="46"/>
                      <a:pt x="73" y="48"/>
                    </a:cubicBezTo>
                    <a:cubicBezTo>
                      <a:pt x="73" y="52"/>
                      <a:pt x="67" y="56"/>
                      <a:pt x="64" y="53"/>
                    </a:cubicBezTo>
                    <a:cubicBezTo>
                      <a:pt x="65" y="58"/>
                      <a:pt x="67" y="59"/>
                      <a:pt x="62" y="63"/>
                    </a:cubicBezTo>
                    <a:cubicBezTo>
                      <a:pt x="62" y="63"/>
                      <a:pt x="63" y="66"/>
                      <a:pt x="62" y="66"/>
                    </a:cubicBezTo>
                    <a:cubicBezTo>
                      <a:pt x="62" y="67"/>
                      <a:pt x="59" y="66"/>
                      <a:pt x="59" y="66"/>
                    </a:cubicBezTo>
                    <a:cubicBezTo>
                      <a:pt x="57" y="69"/>
                      <a:pt x="58" y="76"/>
                      <a:pt x="53" y="74"/>
                    </a:cubicBezTo>
                    <a:cubicBezTo>
                      <a:pt x="56" y="77"/>
                      <a:pt x="51" y="79"/>
                      <a:pt x="53" y="85"/>
                    </a:cubicBezTo>
                    <a:cubicBezTo>
                      <a:pt x="43" y="87"/>
                      <a:pt x="41" y="81"/>
                      <a:pt x="34" y="79"/>
                    </a:cubicBezTo>
                    <a:cubicBezTo>
                      <a:pt x="33" y="79"/>
                      <a:pt x="33" y="82"/>
                      <a:pt x="32" y="83"/>
                    </a:cubicBezTo>
                    <a:cubicBezTo>
                      <a:pt x="29" y="85"/>
                      <a:pt x="28" y="80"/>
                      <a:pt x="27" y="79"/>
                    </a:cubicBezTo>
                    <a:cubicBezTo>
                      <a:pt x="24" y="79"/>
                      <a:pt x="20" y="81"/>
                      <a:pt x="18" y="79"/>
                    </a:cubicBezTo>
                    <a:cubicBezTo>
                      <a:pt x="16" y="79"/>
                      <a:pt x="18" y="74"/>
                      <a:pt x="12" y="78"/>
                    </a:cubicBezTo>
                    <a:cubicBezTo>
                      <a:pt x="10" y="73"/>
                      <a:pt x="10" y="67"/>
                      <a:pt x="4" y="66"/>
                    </a:cubicBezTo>
                    <a:cubicBezTo>
                      <a:pt x="4" y="63"/>
                      <a:pt x="7" y="62"/>
                      <a:pt x="6" y="59"/>
                    </a:cubicBezTo>
                    <a:cubicBezTo>
                      <a:pt x="6" y="56"/>
                      <a:pt x="4" y="59"/>
                      <a:pt x="4" y="59"/>
                    </a:cubicBezTo>
                    <a:cubicBezTo>
                      <a:pt x="0" y="56"/>
                      <a:pt x="4" y="51"/>
                      <a:pt x="3" y="44"/>
                    </a:cubicBezTo>
                    <a:cubicBezTo>
                      <a:pt x="10" y="44"/>
                      <a:pt x="16" y="44"/>
                      <a:pt x="21" y="42"/>
                    </a:cubicBezTo>
                    <a:cubicBezTo>
                      <a:pt x="21" y="39"/>
                      <a:pt x="24" y="37"/>
                      <a:pt x="21" y="37"/>
                    </a:cubicBezTo>
                    <a:cubicBezTo>
                      <a:pt x="23" y="34"/>
                      <a:pt x="38" y="30"/>
                      <a:pt x="34" y="27"/>
                    </a:cubicBezTo>
                    <a:cubicBezTo>
                      <a:pt x="37" y="25"/>
                      <a:pt x="41" y="24"/>
                      <a:pt x="46" y="24"/>
                    </a:cubicBezTo>
                    <a:cubicBezTo>
                      <a:pt x="48" y="24"/>
                      <a:pt x="46" y="20"/>
                      <a:pt x="47" y="18"/>
                    </a:cubicBezTo>
                    <a:cubicBezTo>
                      <a:pt x="48" y="17"/>
                      <a:pt x="51" y="18"/>
                      <a:pt x="51" y="18"/>
                    </a:cubicBezTo>
                    <a:cubicBezTo>
                      <a:pt x="52" y="16"/>
                      <a:pt x="51" y="13"/>
                      <a:pt x="55" y="14"/>
                    </a:cubicBezTo>
                    <a:cubicBezTo>
                      <a:pt x="52" y="6"/>
                      <a:pt x="60" y="8"/>
                      <a:pt x="62" y="5"/>
                    </a:cubicBezTo>
                    <a:cubicBezTo>
                      <a:pt x="62" y="5"/>
                      <a:pt x="61" y="5"/>
                      <a:pt x="60" y="5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40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5" name="Freeform 95"/>
              <p:cNvSpPr/>
              <p:nvPr/>
            </p:nvSpPr>
            <p:spPr>
              <a:xfrm>
                <a:off x="7540026" y="2224697"/>
                <a:ext cx="71440" cy="81245"/>
              </a:xfrm>
              <a:custGeom>
                <a:avLst/>
                <a:gdLst/>
                <a:ahLst/>
                <a:cxnLst/>
                <a:rect l="l" t="t" r="r" b="b"/>
                <a:pathLst>
                  <a:path w="34" h="39">
                    <a:moveTo>
                      <a:pt x="30" y="1"/>
                    </a:moveTo>
                    <a:cubicBezTo>
                      <a:pt x="34" y="9"/>
                      <a:pt x="21" y="5"/>
                      <a:pt x="24" y="8"/>
                    </a:cubicBezTo>
                    <a:cubicBezTo>
                      <a:pt x="27" y="11"/>
                      <a:pt x="25" y="9"/>
                      <a:pt x="23" y="8"/>
                    </a:cubicBezTo>
                    <a:cubicBezTo>
                      <a:pt x="23" y="11"/>
                      <a:pt x="23" y="12"/>
                      <a:pt x="24" y="14"/>
                    </a:cubicBezTo>
                    <a:cubicBezTo>
                      <a:pt x="25" y="15"/>
                      <a:pt x="28" y="17"/>
                      <a:pt x="28" y="17"/>
                    </a:cubicBezTo>
                    <a:cubicBezTo>
                      <a:pt x="30" y="22"/>
                      <a:pt x="28" y="28"/>
                      <a:pt x="30" y="34"/>
                    </a:cubicBezTo>
                    <a:cubicBezTo>
                      <a:pt x="28" y="34"/>
                      <a:pt x="25" y="34"/>
                      <a:pt x="23" y="34"/>
                    </a:cubicBezTo>
                    <a:cubicBezTo>
                      <a:pt x="20" y="28"/>
                      <a:pt x="17" y="23"/>
                      <a:pt x="17" y="16"/>
                    </a:cubicBezTo>
                    <a:cubicBezTo>
                      <a:pt x="13" y="16"/>
                      <a:pt x="16" y="23"/>
                      <a:pt x="10" y="21"/>
                    </a:cubicBezTo>
                    <a:cubicBezTo>
                      <a:pt x="10" y="25"/>
                      <a:pt x="10" y="29"/>
                      <a:pt x="10" y="32"/>
                    </a:cubicBezTo>
                    <a:cubicBezTo>
                      <a:pt x="10" y="37"/>
                      <a:pt x="4" y="34"/>
                      <a:pt x="4" y="38"/>
                    </a:cubicBezTo>
                    <a:cubicBezTo>
                      <a:pt x="1" y="39"/>
                      <a:pt x="1" y="32"/>
                      <a:pt x="2" y="29"/>
                    </a:cubicBezTo>
                    <a:cubicBezTo>
                      <a:pt x="2" y="28"/>
                      <a:pt x="4" y="27"/>
                      <a:pt x="4" y="27"/>
                    </a:cubicBezTo>
                    <a:cubicBezTo>
                      <a:pt x="4" y="25"/>
                      <a:pt x="2" y="26"/>
                      <a:pt x="2" y="25"/>
                    </a:cubicBezTo>
                    <a:cubicBezTo>
                      <a:pt x="2" y="24"/>
                      <a:pt x="5" y="20"/>
                      <a:pt x="4" y="17"/>
                    </a:cubicBezTo>
                    <a:cubicBezTo>
                      <a:pt x="5" y="14"/>
                      <a:pt x="2" y="14"/>
                      <a:pt x="0" y="14"/>
                    </a:cubicBezTo>
                    <a:cubicBezTo>
                      <a:pt x="2" y="7"/>
                      <a:pt x="5" y="0"/>
                      <a:pt x="15" y="1"/>
                    </a:cubicBezTo>
                    <a:cubicBezTo>
                      <a:pt x="9" y="7"/>
                      <a:pt x="26" y="1"/>
                      <a:pt x="30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6" name="Freeform 96"/>
              <p:cNvSpPr/>
              <p:nvPr/>
            </p:nvSpPr>
            <p:spPr>
              <a:xfrm>
                <a:off x="7328508" y="2304541"/>
                <a:ext cx="163892" cy="47627"/>
              </a:xfrm>
              <a:custGeom>
                <a:avLst/>
                <a:gdLst/>
                <a:ahLst/>
                <a:cxnLst/>
                <a:rect l="l" t="t" r="r" b="b"/>
                <a:pathLst>
                  <a:path w="79" h="23">
                    <a:moveTo>
                      <a:pt x="2" y="7"/>
                    </a:moveTo>
                    <a:cubicBezTo>
                      <a:pt x="0" y="1"/>
                      <a:pt x="8" y="5"/>
                      <a:pt x="9" y="2"/>
                    </a:cubicBezTo>
                    <a:cubicBezTo>
                      <a:pt x="13" y="0"/>
                      <a:pt x="11" y="4"/>
                      <a:pt x="13" y="6"/>
                    </a:cubicBezTo>
                    <a:cubicBezTo>
                      <a:pt x="14" y="6"/>
                      <a:pt x="17" y="5"/>
                      <a:pt x="16" y="7"/>
                    </a:cubicBezTo>
                    <a:cubicBezTo>
                      <a:pt x="25" y="5"/>
                      <a:pt x="28" y="6"/>
                      <a:pt x="35" y="11"/>
                    </a:cubicBezTo>
                    <a:cubicBezTo>
                      <a:pt x="42" y="7"/>
                      <a:pt x="44" y="9"/>
                      <a:pt x="54" y="9"/>
                    </a:cubicBezTo>
                    <a:cubicBezTo>
                      <a:pt x="57" y="9"/>
                      <a:pt x="57" y="11"/>
                      <a:pt x="57" y="13"/>
                    </a:cubicBezTo>
                    <a:cubicBezTo>
                      <a:pt x="60" y="13"/>
                      <a:pt x="63" y="13"/>
                      <a:pt x="63" y="15"/>
                    </a:cubicBezTo>
                    <a:cubicBezTo>
                      <a:pt x="68" y="12"/>
                      <a:pt x="72" y="19"/>
                      <a:pt x="72" y="15"/>
                    </a:cubicBezTo>
                    <a:cubicBezTo>
                      <a:pt x="79" y="15"/>
                      <a:pt x="68" y="21"/>
                      <a:pt x="74" y="20"/>
                    </a:cubicBezTo>
                    <a:cubicBezTo>
                      <a:pt x="73" y="23"/>
                      <a:pt x="73" y="20"/>
                      <a:pt x="71" y="20"/>
                    </a:cubicBezTo>
                    <a:cubicBezTo>
                      <a:pt x="56" y="23"/>
                      <a:pt x="45" y="17"/>
                      <a:pt x="33" y="15"/>
                    </a:cubicBezTo>
                    <a:cubicBezTo>
                      <a:pt x="30" y="14"/>
                      <a:pt x="27" y="15"/>
                      <a:pt x="24" y="15"/>
                    </a:cubicBezTo>
                    <a:cubicBezTo>
                      <a:pt x="19" y="14"/>
                      <a:pt x="15" y="12"/>
                      <a:pt x="11" y="11"/>
                    </a:cubicBezTo>
                    <a:cubicBezTo>
                      <a:pt x="7" y="10"/>
                      <a:pt x="2" y="12"/>
                      <a:pt x="2" y="7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7" name="Freeform 97"/>
              <p:cNvSpPr/>
              <p:nvPr/>
            </p:nvSpPr>
            <p:spPr>
              <a:xfrm>
                <a:off x="7547030" y="2360572"/>
                <a:ext cx="25214" cy="9806"/>
              </a:xfrm>
              <a:custGeom>
                <a:avLst/>
                <a:gdLst/>
                <a:ahLst/>
                <a:cxnLst/>
                <a:rect l="l" t="t" r="r" b="b"/>
                <a:pathLst>
                  <a:path w="12" h="5">
                    <a:moveTo>
                      <a:pt x="5" y="3"/>
                    </a:moveTo>
                    <a:cubicBezTo>
                      <a:pt x="8" y="3"/>
                      <a:pt x="12" y="2"/>
                      <a:pt x="12" y="5"/>
                    </a:cubicBezTo>
                    <a:cubicBezTo>
                      <a:pt x="10" y="5"/>
                      <a:pt x="7" y="5"/>
                      <a:pt x="5" y="5"/>
                    </a:cubicBezTo>
                    <a:cubicBezTo>
                      <a:pt x="5" y="3"/>
                      <a:pt x="3" y="3"/>
                      <a:pt x="3" y="3"/>
                    </a:cubicBezTo>
                    <a:cubicBezTo>
                      <a:pt x="0" y="0"/>
                      <a:pt x="4" y="1"/>
                      <a:pt x="5" y="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8" name="Freeform 98"/>
              <p:cNvSpPr/>
              <p:nvPr/>
            </p:nvSpPr>
            <p:spPr>
              <a:xfrm>
                <a:off x="8288044" y="2892869"/>
                <a:ext cx="120467" cy="121868"/>
              </a:xfrm>
              <a:custGeom>
                <a:avLst/>
                <a:gdLst/>
                <a:ahLst/>
                <a:cxnLst/>
                <a:rect l="l" t="t" r="r" b="b"/>
                <a:pathLst>
                  <a:path w="58" h="59">
                    <a:moveTo>
                      <a:pt x="1" y="51"/>
                    </a:moveTo>
                    <a:cubicBezTo>
                      <a:pt x="0" y="48"/>
                      <a:pt x="3" y="45"/>
                      <a:pt x="5" y="43"/>
                    </a:cubicBezTo>
                    <a:cubicBezTo>
                      <a:pt x="5" y="43"/>
                      <a:pt x="8" y="42"/>
                      <a:pt x="8" y="41"/>
                    </a:cubicBezTo>
                    <a:cubicBezTo>
                      <a:pt x="9" y="41"/>
                      <a:pt x="8" y="38"/>
                      <a:pt x="8" y="38"/>
                    </a:cubicBezTo>
                    <a:cubicBezTo>
                      <a:pt x="9" y="37"/>
                      <a:pt x="12" y="38"/>
                      <a:pt x="12" y="38"/>
                    </a:cubicBezTo>
                    <a:cubicBezTo>
                      <a:pt x="13" y="37"/>
                      <a:pt x="13" y="34"/>
                      <a:pt x="14" y="34"/>
                    </a:cubicBezTo>
                    <a:cubicBezTo>
                      <a:pt x="16" y="33"/>
                      <a:pt x="20" y="34"/>
                      <a:pt x="21" y="32"/>
                    </a:cubicBezTo>
                    <a:cubicBezTo>
                      <a:pt x="23" y="29"/>
                      <a:pt x="21" y="29"/>
                      <a:pt x="25" y="28"/>
                    </a:cubicBezTo>
                    <a:cubicBezTo>
                      <a:pt x="29" y="28"/>
                      <a:pt x="27" y="25"/>
                      <a:pt x="29" y="23"/>
                    </a:cubicBezTo>
                    <a:cubicBezTo>
                      <a:pt x="29" y="22"/>
                      <a:pt x="35" y="27"/>
                      <a:pt x="33" y="19"/>
                    </a:cubicBezTo>
                    <a:cubicBezTo>
                      <a:pt x="36" y="18"/>
                      <a:pt x="36" y="21"/>
                      <a:pt x="38" y="21"/>
                    </a:cubicBezTo>
                    <a:cubicBezTo>
                      <a:pt x="38" y="17"/>
                      <a:pt x="36" y="17"/>
                      <a:pt x="36" y="13"/>
                    </a:cubicBezTo>
                    <a:cubicBezTo>
                      <a:pt x="43" y="15"/>
                      <a:pt x="42" y="7"/>
                      <a:pt x="44" y="4"/>
                    </a:cubicBezTo>
                    <a:cubicBezTo>
                      <a:pt x="45" y="2"/>
                      <a:pt x="50" y="4"/>
                      <a:pt x="49" y="0"/>
                    </a:cubicBezTo>
                    <a:cubicBezTo>
                      <a:pt x="51" y="1"/>
                      <a:pt x="51" y="5"/>
                      <a:pt x="55" y="4"/>
                    </a:cubicBezTo>
                    <a:cubicBezTo>
                      <a:pt x="53" y="9"/>
                      <a:pt x="58" y="9"/>
                      <a:pt x="57" y="13"/>
                    </a:cubicBezTo>
                    <a:cubicBezTo>
                      <a:pt x="54" y="13"/>
                      <a:pt x="56" y="17"/>
                      <a:pt x="55" y="19"/>
                    </a:cubicBezTo>
                    <a:cubicBezTo>
                      <a:pt x="55" y="19"/>
                      <a:pt x="52" y="18"/>
                      <a:pt x="51" y="19"/>
                    </a:cubicBezTo>
                    <a:cubicBezTo>
                      <a:pt x="50" y="20"/>
                      <a:pt x="50" y="24"/>
                      <a:pt x="49" y="28"/>
                    </a:cubicBezTo>
                    <a:cubicBezTo>
                      <a:pt x="46" y="31"/>
                      <a:pt x="46" y="27"/>
                      <a:pt x="42" y="30"/>
                    </a:cubicBezTo>
                    <a:cubicBezTo>
                      <a:pt x="37" y="33"/>
                      <a:pt x="38" y="39"/>
                      <a:pt x="36" y="43"/>
                    </a:cubicBezTo>
                    <a:cubicBezTo>
                      <a:pt x="36" y="44"/>
                      <a:pt x="31" y="45"/>
                      <a:pt x="33" y="51"/>
                    </a:cubicBezTo>
                    <a:cubicBezTo>
                      <a:pt x="29" y="50"/>
                      <a:pt x="29" y="52"/>
                      <a:pt x="29" y="54"/>
                    </a:cubicBezTo>
                    <a:cubicBezTo>
                      <a:pt x="24" y="49"/>
                      <a:pt x="15" y="59"/>
                      <a:pt x="14" y="49"/>
                    </a:cubicBezTo>
                    <a:cubicBezTo>
                      <a:pt x="13" y="49"/>
                      <a:pt x="9" y="52"/>
                      <a:pt x="7" y="51"/>
                    </a:cubicBezTo>
                    <a:cubicBezTo>
                      <a:pt x="6" y="51"/>
                      <a:pt x="4" y="47"/>
                      <a:pt x="5" y="47"/>
                    </a:cubicBezTo>
                    <a:cubicBezTo>
                      <a:pt x="1" y="47"/>
                      <a:pt x="9" y="54"/>
                      <a:pt x="1" y="5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9" name="Freeform 99"/>
              <p:cNvSpPr/>
              <p:nvPr/>
            </p:nvSpPr>
            <p:spPr>
              <a:xfrm>
                <a:off x="4137527" y="505936"/>
                <a:ext cx="169495" cy="12607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1">
                    <a:moveTo>
                      <a:pt x="22" y="0"/>
                    </a:moveTo>
                    <a:cubicBezTo>
                      <a:pt x="25" y="3"/>
                      <a:pt x="30" y="3"/>
                      <a:pt x="31" y="8"/>
                    </a:cubicBezTo>
                    <a:cubicBezTo>
                      <a:pt x="35" y="6"/>
                      <a:pt x="36" y="9"/>
                      <a:pt x="37" y="9"/>
                    </a:cubicBezTo>
                    <a:cubicBezTo>
                      <a:pt x="38" y="10"/>
                      <a:pt x="40" y="9"/>
                      <a:pt x="41" y="9"/>
                    </a:cubicBezTo>
                    <a:cubicBezTo>
                      <a:pt x="41" y="10"/>
                      <a:pt x="41" y="13"/>
                      <a:pt x="43" y="11"/>
                    </a:cubicBezTo>
                    <a:cubicBezTo>
                      <a:pt x="46" y="8"/>
                      <a:pt x="45" y="13"/>
                      <a:pt x="48" y="15"/>
                    </a:cubicBezTo>
                    <a:cubicBezTo>
                      <a:pt x="49" y="16"/>
                      <a:pt x="52" y="14"/>
                      <a:pt x="54" y="15"/>
                    </a:cubicBezTo>
                    <a:cubicBezTo>
                      <a:pt x="55" y="16"/>
                      <a:pt x="58" y="21"/>
                      <a:pt x="65" y="19"/>
                    </a:cubicBezTo>
                    <a:cubicBezTo>
                      <a:pt x="65" y="21"/>
                      <a:pt x="65" y="22"/>
                      <a:pt x="65" y="24"/>
                    </a:cubicBezTo>
                    <a:cubicBezTo>
                      <a:pt x="66" y="25"/>
                      <a:pt x="69" y="23"/>
                      <a:pt x="71" y="24"/>
                    </a:cubicBezTo>
                    <a:cubicBezTo>
                      <a:pt x="71" y="25"/>
                      <a:pt x="70" y="28"/>
                      <a:pt x="71" y="28"/>
                    </a:cubicBezTo>
                    <a:cubicBezTo>
                      <a:pt x="73" y="30"/>
                      <a:pt x="78" y="32"/>
                      <a:pt x="82" y="36"/>
                    </a:cubicBezTo>
                    <a:cubicBezTo>
                      <a:pt x="82" y="37"/>
                      <a:pt x="81" y="41"/>
                      <a:pt x="80" y="41"/>
                    </a:cubicBezTo>
                    <a:cubicBezTo>
                      <a:pt x="78" y="42"/>
                      <a:pt x="76" y="39"/>
                      <a:pt x="76" y="39"/>
                    </a:cubicBezTo>
                    <a:cubicBezTo>
                      <a:pt x="73" y="41"/>
                      <a:pt x="71" y="44"/>
                      <a:pt x="67" y="45"/>
                    </a:cubicBezTo>
                    <a:cubicBezTo>
                      <a:pt x="65" y="45"/>
                      <a:pt x="65" y="47"/>
                      <a:pt x="65" y="49"/>
                    </a:cubicBezTo>
                    <a:cubicBezTo>
                      <a:pt x="62" y="48"/>
                      <a:pt x="61" y="50"/>
                      <a:pt x="61" y="52"/>
                    </a:cubicBezTo>
                    <a:cubicBezTo>
                      <a:pt x="55" y="53"/>
                      <a:pt x="54" y="48"/>
                      <a:pt x="50" y="52"/>
                    </a:cubicBezTo>
                    <a:cubicBezTo>
                      <a:pt x="48" y="53"/>
                      <a:pt x="49" y="54"/>
                      <a:pt x="50" y="54"/>
                    </a:cubicBezTo>
                    <a:cubicBezTo>
                      <a:pt x="49" y="61"/>
                      <a:pt x="43" y="49"/>
                      <a:pt x="43" y="56"/>
                    </a:cubicBezTo>
                    <a:cubicBezTo>
                      <a:pt x="41" y="56"/>
                      <a:pt x="41" y="54"/>
                      <a:pt x="41" y="52"/>
                    </a:cubicBezTo>
                    <a:cubicBezTo>
                      <a:pt x="37" y="56"/>
                      <a:pt x="35" y="51"/>
                      <a:pt x="30" y="52"/>
                    </a:cubicBezTo>
                    <a:cubicBezTo>
                      <a:pt x="30" y="49"/>
                      <a:pt x="28" y="49"/>
                      <a:pt x="26" y="49"/>
                    </a:cubicBezTo>
                    <a:cubicBezTo>
                      <a:pt x="26" y="46"/>
                      <a:pt x="31" y="48"/>
                      <a:pt x="31" y="45"/>
                    </a:cubicBezTo>
                    <a:cubicBezTo>
                      <a:pt x="32" y="41"/>
                      <a:pt x="25" y="44"/>
                      <a:pt x="22" y="43"/>
                    </a:cubicBezTo>
                    <a:cubicBezTo>
                      <a:pt x="21" y="38"/>
                      <a:pt x="25" y="40"/>
                      <a:pt x="28" y="39"/>
                    </a:cubicBezTo>
                    <a:cubicBezTo>
                      <a:pt x="28" y="39"/>
                      <a:pt x="31" y="36"/>
                      <a:pt x="31" y="36"/>
                    </a:cubicBezTo>
                    <a:cubicBezTo>
                      <a:pt x="33" y="35"/>
                      <a:pt x="34" y="38"/>
                      <a:pt x="37" y="37"/>
                    </a:cubicBezTo>
                    <a:cubicBezTo>
                      <a:pt x="37" y="34"/>
                      <a:pt x="35" y="34"/>
                      <a:pt x="35" y="32"/>
                    </a:cubicBezTo>
                    <a:cubicBezTo>
                      <a:pt x="33" y="33"/>
                      <a:pt x="22" y="32"/>
                      <a:pt x="18" y="36"/>
                    </a:cubicBezTo>
                    <a:cubicBezTo>
                      <a:pt x="15" y="39"/>
                      <a:pt x="18" y="35"/>
                      <a:pt x="13" y="34"/>
                    </a:cubicBezTo>
                    <a:cubicBezTo>
                      <a:pt x="7" y="32"/>
                      <a:pt x="3" y="35"/>
                      <a:pt x="9" y="30"/>
                    </a:cubicBezTo>
                    <a:cubicBezTo>
                      <a:pt x="9" y="26"/>
                      <a:pt x="3" y="29"/>
                      <a:pt x="2" y="26"/>
                    </a:cubicBezTo>
                    <a:cubicBezTo>
                      <a:pt x="4" y="22"/>
                      <a:pt x="8" y="17"/>
                      <a:pt x="0" y="21"/>
                    </a:cubicBezTo>
                    <a:cubicBezTo>
                      <a:pt x="0" y="18"/>
                      <a:pt x="2" y="17"/>
                      <a:pt x="5" y="17"/>
                    </a:cubicBezTo>
                    <a:cubicBezTo>
                      <a:pt x="7" y="16"/>
                      <a:pt x="7" y="13"/>
                      <a:pt x="9" y="13"/>
                    </a:cubicBezTo>
                    <a:cubicBezTo>
                      <a:pt x="12" y="13"/>
                      <a:pt x="9" y="9"/>
                      <a:pt x="11" y="8"/>
                    </a:cubicBezTo>
                    <a:cubicBezTo>
                      <a:pt x="11" y="7"/>
                      <a:pt x="14" y="8"/>
                      <a:pt x="15" y="8"/>
                    </a:cubicBezTo>
                    <a:cubicBezTo>
                      <a:pt x="17" y="7"/>
                      <a:pt x="16" y="4"/>
                      <a:pt x="18" y="4"/>
                    </a:cubicBezTo>
                    <a:cubicBezTo>
                      <a:pt x="19" y="2"/>
                      <a:pt x="22" y="3"/>
                      <a:pt x="22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0" name="Freeform 100"/>
              <p:cNvSpPr/>
              <p:nvPr/>
            </p:nvSpPr>
            <p:spPr>
              <a:xfrm>
                <a:off x="5831072" y="552163"/>
                <a:ext cx="225526" cy="11346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55">
                    <a:moveTo>
                      <a:pt x="37" y="38"/>
                    </a:moveTo>
                    <a:cubicBezTo>
                      <a:pt x="37" y="34"/>
                      <a:pt x="34" y="40"/>
                      <a:pt x="34" y="40"/>
                    </a:cubicBezTo>
                    <a:cubicBezTo>
                      <a:pt x="31" y="40"/>
                      <a:pt x="29" y="36"/>
                      <a:pt x="24" y="38"/>
                    </a:cubicBezTo>
                    <a:cubicBezTo>
                      <a:pt x="25" y="34"/>
                      <a:pt x="28" y="35"/>
                      <a:pt x="30" y="34"/>
                    </a:cubicBezTo>
                    <a:cubicBezTo>
                      <a:pt x="34" y="32"/>
                      <a:pt x="36" y="27"/>
                      <a:pt x="41" y="27"/>
                    </a:cubicBezTo>
                    <a:cubicBezTo>
                      <a:pt x="40" y="25"/>
                      <a:pt x="37" y="25"/>
                      <a:pt x="37" y="21"/>
                    </a:cubicBezTo>
                    <a:cubicBezTo>
                      <a:pt x="34" y="20"/>
                      <a:pt x="30" y="26"/>
                      <a:pt x="28" y="21"/>
                    </a:cubicBezTo>
                    <a:cubicBezTo>
                      <a:pt x="25" y="24"/>
                      <a:pt x="23" y="27"/>
                      <a:pt x="19" y="28"/>
                    </a:cubicBezTo>
                    <a:cubicBezTo>
                      <a:pt x="13" y="29"/>
                      <a:pt x="12" y="25"/>
                      <a:pt x="6" y="27"/>
                    </a:cubicBezTo>
                    <a:cubicBezTo>
                      <a:pt x="10" y="23"/>
                      <a:pt x="10" y="19"/>
                      <a:pt x="8" y="14"/>
                    </a:cubicBezTo>
                    <a:cubicBezTo>
                      <a:pt x="5" y="13"/>
                      <a:pt x="4" y="14"/>
                      <a:pt x="4" y="15"/>
                    </a:cubicBezTo>
                    <a:cubicBezTo>
                      <a:pt x="0" y="16"/>
                      <a:pt x="3" y="9"/>
                      <a:pt x="2" y="6"/>
                    </a:cubicBezTo>
                    <a:cubicBezTo>
                      <a:pt x="4" y="6"/>
                      <a:pt x="5" y="6"/>
                      <a:pt x="6" y="8"/>
                    </a:cubicBezTo>
                    <a:cubicBezTo>
                      <a:pt x="7" y="4"/>
                      <a:pt x="16" y="8"/>
                      <a:pt x="17" y="4"/>
                    </a:cubicBezTo>
                    <a:cubicBezTo>
                      <a:pt x="19" y="4"/>
                      <a:pt x="19" y="8"/>
                      <a:pt x="19" y="10"/>
                    </a:cubicBezTo>
                    <a:cubicBezTo>
                      <a:pt x="26" y="11"/>
                      <a:pt x="33" y="0"/>
                      <a:pt x="34" y="12"/>
                    </a:cubicBezTo>
                    <a:cubicBezTo>
                      <a:pt x="39" y="12"/>
                      <a:pt x="40" y="9"/>
                      <a:pt x="39" y="4"/>
                    </a:cubicBezTo>
                    <a:cubicBezTo>
                      <a:pt x="44" y="6"/>
                      <a:pt x="51" y="5"/>
                      <a:pt x="58" y="6"/>
                    </a:cubicBezTo>
                    <a:cubicBezTo>
                      <a:pt x="59" y="6"/>
                      <a:pt x="60" y="9"/>
                      <a:pt x="60" y="6"/>
                    </a:cubicBezTo>
                    <a:cubicBezTo>
                      <a:pt x="63" y="7"/>
                      <a:pt x="60" y="15"/>
                      <a:pt x="67" y="12"/>
                    </a:cubicBezTo>
                    <a:cubicBezTo>
                      <a:pt x="67" y="13"/>
                      <a:pt x="65" y="13"/>
                      <a:pt x="65" y="15"/>
                    </a:cubicBezTo>
                    <a:cubicBezTo>
                      <a:pt x="68" y="14"/>
                      <a:pt x="75" y="18"/>
                      <a:pt x="75" y="14"/>
                    </a:cubicBezTo>
                    <a:cubicBezTo>
                      <a:pt x="76" y="15"/>
                      <a:pt x="78" y="19"/>
                      <a:pt x="86" y="17"/>
                    </a:cubicBezTo>
                    <a:cubicBezTo>
                      <a:pt x="83" y="21"/>
                      <a:pt x="85" y="20"/>
                      <a:pt x="88" y="21"/>
                    </a:cubicBezTo>
                    <a:cubicBezTo>
                      <a:pt x="89" y="21"/>
                      <a:pt x="88" y="23"/>
                      <a:pt x="90" y="23"/>
                    </a:cubicBezTo>
                    <a:cubicBezTo>
                      <a:pt x="92" y="23"/>
                      <a:pt x="90" y="25"/>
                      <a:pt x="92" y="27"/>
                    </a:cubicBezTo>
                    <a:cubicBezTo>
                      <a:pt x="92" y="27"/>
                      <a:pt x="95" y="26"/>
                      <a:pt x="95" y="27"/>
                    </a:cubicBezTo>
                    <a:cubicBezTo>
                      <a:pt x="96" y="27"/>
                      <a:pt x="95" y="30"/>
                      <a:pt x="95" y="30"/>
                    </a:cubicBezTo>
                    <a:cubicBezTo>
                      <a:pt x="96" y="31"/>
                      <a:pt x="99" y="30"/>
                      <a:pt x="99" y="30"/>
                    </a:cubicBezTo>
                    <a:cubicBezTo>
                      <a:pt x="100" y="32"/>
                      <a:pt x="99" y="35"/>
                      <a:pt x="101" y="36"/>
                    </a:cubicBezTo>
                    <a:cubicBezTo>
                      <a:pt x="104" y="36"/>
                      <a:pt x="106" y="33"/>
                      <a:pt x="106" y="36"/>
                    </a:cubicBezTo>
                    <a:cubicBezTo>
                      <a:pt x="109" y="41"/>
                      <a:pt x="102" y="38"/>
                      <a:pt x="101" y="40"/>
                    </a:cubicBezTo>
                    <a:cubicBezTo>
                      <a:pt x="101" y="40"/>
                      <a:pt x="101" y="41"/>
                      <a:pt x="101" y="41"/>
                    </a:cubicBezTo>
                    <a:cubicBezTo>
                      <a:pt x="96" y="43"/>
                      <a:pt x="88" y="40"/>
                      <a:pt x="82" y="41"/>
                    </a:cubicBezTo>
                    <a:cubicBezTo>
                      <a:pt x="80" y="36"/>
                      <a:pt x="82" y="37"/>
                      <a:pt x="82" y="30"/>
                    </a:cubicBezTo>
                    <a:cubicBezTo>
                      <a:pt x="80" y="25"/>
                      <a:pt x="68" y="25"/>
                      <a:pt x="64" y="28"/>
                    </a:cubicBezTo>
                    <a:cubicBezTo>
                      <a:pt x="61" y="28"/>
                      <a:pt x="63" y="32"/>
                      <a:pt x="62" y="34"/>
                    </a:cubicBezTo>
                    <a:cubicBezTo>
                      <a:pt x="61" y="35"/>
                      <a:pt x="58" y="33"/>
                      <a:pt x="58" y="34"/>
                    </a:cubicBezTo>
                    <a:cubicBezTo>
                      <a:pt x="57" y="36"/>
                      <a:pt x="58" y="39"/>
                      <a:pt x="54" y="38"/>
                    </a:cubicBezTo>
                    <a:cubicBezTo>
                      <a:pt x="54" y="39"/>
                      <a:pt x="55" y="40"/>
                      <a:pt x="56" y="40"/>
                    </a:cubicBezTo>
                    <a:cubicBezTo>
                      <a:pt x="56" y="42"/>
                      <a:pt x="53" y="41"/>
                      <a:pt x="51" y="41"/>
                    </a:cubicBezTo>
                    <a:cubicBezTo>
                      <a:pt x="48" y="47"/>
                      <a:pt x="50" y="46"/>
                      <a:pt x="51" y="53"/>
                    </a:cubicBezTo>
                    <a:cubicBezTo>
                      <a:pt x="44" y="54"/>
                      <a:pt x="27" y="55"/>
                      <a:pt x="26" y="45"/>
                    </a:cubicBezTo>
                    <a:cubicBezTo>
                      <a:pt x="30" y="45"/>
                      <a:pt x="31" y="44"/>
                      <a:pt x="32" y="41"/>
                    </a:cubicBezTo>
                    <a:cubicBezTo>
                      <a:pt x="37" y="41"/>
                      <a:pt x="36" y="45"/>
                      <a:pt x="39" y="41"/>
                    </a:cubicBezTo>
                    <a:cubicBezTo>
                      <a:pt x="38" y="40"/>
                      <a:pt x="34" y="39"/>
                      <a:pt x="37" y="38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1" name="Freeform 101"/>
              <p:cNvSpPr/>
              <p:nvPr/>
            </p:nvSpPr>
            <p:spPr>
              <a:xfrm>
                <a:off x="3721494" y="640411"/>
                <a:ext cx="105059" cy="56031"/>
              </a:xfrm>
              <a:custGeom>
                <a:avLst/>
                <a:gdLst/>
                <a:ahLst/>
                <a:cxnLst/>
                <a:rect l="l" t="t" r="r" b="b"/>
                <a:pathLst>
                  <a:path w="51" h="27">
                    <a:moveTo>
                      <a:pt x="51" y="4"/>
                    </a:moveTo>
                    <a:cubicBezTo>
                      <a:pt x="50" y="5"/>
                      <a:pt x="51" y="9"/>
                      <a:pt x="51" y="10"/>
                    </a:cubicBezTo>
                    <a:cubicBezTo>
                      <a:pt x="50" y="10"/>
                      <a:pt x="47" y="9"/>
                      <a:pt x="47" y="10"/>
                    </a:cubicBezTo>
                    <a:cubicBezTo>
                      <a:pt x="47" y="10"/>
                      <a:pt x="49" y="15"/>
                      <a:pt x="47" y="15"/>
                    </a:cubicBezTo>
                    <a:cubicBezTo>
                      <a:pt x="45" y="16"/>
                      <a:pt x="42" y="12"/>
                      <a:pt x="41" y="19"/>
                    </a:cubicBezTo>
                    <a:cubicBezTo>
                      <a:pt x="38" y="19"/>
                      <a:pt x="40" y="13"/>
                      <a:pt x="36" y="13"/>
                    </a:cubicBezTo>
                    <a:cubicBezTo>
                      <a:pt x="32" y="12"/>
                      <a:pt x="33" y="17"/>
                      <a:pt x="30" y="17"/>
                    </a:cubicBezTo>
                    <a:cubicBezTo>
                      <a:pt x="28" y="20"/>
                      <a:pt x="22" y="19"/>
                      <a:pt x="23" y="25"/>
                    </a:cubicBezTo>
                    <a:cubicBezTo>
                      <a:pt x="15" y="27"/>
                      <a:pt x="11" y="25"/>
                      <a:pt x="2" y="25"/>
                    </a:cubicBezTo>
                    <a:cubicBezTo>
                      <a:pt x="2" y="21"/>
                      <a:pt x="0" y="21"/>
                      <a:pt x="0" y="17"/>
                    </a:cubicBezTo>
                    <a:cubicBezTo>
                      <a:pt x="2" y="19"/>
                      <a:pt x="4" y="19"/>
                      <a:pt x="8" y="19"/>
                    </a:cubicBezTo>
                    <a:cubicBezTo>
                      <a:pt x="11" y="19"/>
                      <a:pt x="11" y="14"/>
                      <a:pt x="15" y="13"/>
                    </a:cubicBezTo>
                    <a:cubicBezTo>
                      <a:pt x="16" y="13"/>
                      <a:pt x="18" y="9"/>
                      <a:pt x="19" y="10"/>
                    </a:cubicBezTo>
                    <a:cubicBezTo>
                      <a:pt x="23" y="13"/>
                      <a:pt x="19" y="8"/>
                      <a:pt x="24" y="8"/>
                    </a:cubicBezTo>
                    <a:cubicBezTo>
                      <a:pt x="25" y="8"/>
                      <a:pt x="26" y="8"/>
                      <a:pt x="26" y="8"/>
                    </a:cubicBezTo>
                    <a:cubicBezTo>
                      <a:pt x="27" y="7"/>
                      <a:pt x="30" y="4"/>
                      <a:pt x="30" y="4"/>
                    </a:cubicBezTo>
                    <a:cubicBezTo>
                      <a:pt x="32" y="3"/>
                      <a:pt x="35" y="5"/>
                      <a:pt x="38" y="4"/>
                    </a:cubicBezTo>
                    <a:cubicBezTo>
                      <a:pt x="39" y="4"/>
                      <a:pt x="46" y="0"/>
                      <a:pt x="51" y="4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2" name="Freeform 102"/>
              <p:cNvSpPr/>
              <p:nvPr/>
            </p:nvSpPr>
            <p:spPr>
              <a:xfrm>
                <a:off x="4011456" y="664225"/>
                <a:ext cx="109261" cy="56031"/>
              </a:xfrm>
              <a:custGeom>
                <a:avLst/>
                <a:gdLst/>
                <a:ahLst/>
                <a:cxnLst/>
                <a:rect l="l" t="t" r="r" b="b"/>
                <a:pathLst>
                  <a:path w="52" h="27">
                    <a:moveTo>
                      <a:pt x="47" y="2"/>
                    </a:moveTo>
                    <a:cubicBezTo>
                      <a:pt x="44" y="12"/>
                      <a:pt x="52" y="12"/>
                      <a:pt x="52" y="19"/>
                    </a:cubicBezTo>
                    <a:cubicBezTo>
                      <a:pt x="51" y="20"/>
                      <a:pt x="49" y="16"/>
                      <a:pt x="49" y="17"/>
                    </a:cubicBezTo>
                    <a:cubicBezTo>
                      <a:pt x="48" y="18"/>
                      <a:pt x="49" y="22"/>
                      <a:pt x="49" y="23"/>
                    </a:cubicBezTo>
                    <a:cubicBezTo>
                      <a:pt x="47" y="24"/>
                      <a:pt x="44" y="24"/>
                      <a:pt x="41" y="25"/>
                    </a:cubicBezTo>
                    <a:cubicBezTo>
                      <a:pt x="40" y="25"/>
                      <a:pt x="41" y="27"/>
                      <a:pt x="39" y="27"/>
                    </a:cubicBezTo>
                    <a:cubicBezTo>
                      <a:pt x="37" y="27"/>
                      <a:pt x="35" y="27"/>
                      <a:pt x="34" y="27"/>
                    </a:cubicBezTo>
                    <a:cubicBezTo>
                      <a:pt x="31" y="24"/>
                      <a:pt x="31" y="22"/>
                      <a:pt x="34" y="19"/>
                    </a:cubicBezTo>
                    <a:cubicBezTo>
                      <a:pt x="27" y="22"/>
                      <a:pt x="23" y="17"/>
                      <a:pt x="15" y="17"/>
                    </a:cubicBezTo>
                    <a:cubicBezTo>
                      <a:pt x="13" y="11"/>
                      <a:pt x="4" y="12"/>
                      <a:pt x="0" y="8"/>
                    </a:cubicBezTo>
                    <a:cubicBezTo>
                      <a:pt x="1" y="8"/>
                      <a:pt x="1" y="4"/>
                      <a:pt x="2" y="4"/>
                    </a:cubicBezTo>
                    <a:cubicBezTo>
                      <a:pt x="5" y="3"/>
                      <a:pt x="5" y="6"/>
                      <a:pt x="6" y="6"/>
                    </a:cubicBezTo>
                    <a:cubicBezTo>
                      <a:pt x="8" y="6"/>
                      <a:pt x="13" y="8"/>
                      <a:pt x="15" y="10"/>
                    </a:cubicBezTo>
                    <a:cubicBezTo>
                      <a:pt x="15" y="10"/>
                      <a:pt x="18" y="9"/>
                      <a:pt x="19" y="10"/>
                    </a:cubicBezTo>
                    <a:cubicBezTo>
                      <a:pt x="20" y="11"/>
                      <a:pt x="18" y="14"/>
                      <a:pt x="21" y="14"/>
                    </a:cubicBezTo>
                    <a:cubicBezTo>
                      <a:pt x="26" y="12"/>
                      <a:pt x="18" y="9"/>
                      <a:pt x="22" y="6"/>
                    </a:cubicBezTo>
                    <a:cubicBezTo>
                      <a:pt x="26" y="4"/>
                      <a:pt x="26" y="10"/>
                      <a:pt x="26" y="10"/>
                    </a:cubicBezTo>
                    <a:cubicBezTo>
                      <a:pt x="33" y="10"/>
                      <a:pt x="36" y="0"/>
                      <a:pt x="47" y="2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3" name="Freeform 103"/>
              <p:cNvSpPr/>
              <p:nvPr/>
            </p:nvSpPr>
            <p:spPr>
              <a:xfrm>
                <a:off x="3805541" y="665625"/>
                <a:ext cx="191908" cy="72841"/>
              </a:xfrm>
              <a:custGeom>
                <a:avLst/>
                <a:gdLst/>
                <a:ahLst/>
                <a:cxnLst/>
                <a:rect l="l" t="t" r="r" b="b"/>
                <a:pathLst>
                  <a:path w="92" h="35">
                    <a:moveTo>
                      <a:pt x="41" y="13"/>
                    </a:moveTo>
                    <a:cubicBezTo>
                      <a:pt x="39" y="19"/>
                      <a:pt x="56" y="16"/>
                      <a:pt x="60" y="20"/>
                    </a:cubicBezTo>
                    <a:cubicBezTo>
                      <a:pt x="63" y="12"/>
                      <a:pt x="47" y="11"/>
                      <a:pt x="60" y="11"/>
                    </a:cubicBezTo>
                    <a:cubicBezTo>
                      <a:pt x="63" y="4"/>
                      <a:pt x="52" y="10"/>
                      <a:pt x="54" y="3"/>
                    </a:cubicBezTo>
                    <a:cubicBezTo>
                      <a:pt x="60" y="4"/>
                      <a:pt x="61" y="0"/>
                      <a:pt x="67" y="1"/>
                    </a:cubicBezTo>
                    <a:cubicBezTo>
                      <a:pt x="66" y="5"/>
                      <a:pt x="70" y="4"/>
                      <a:pt x="71" y="5"/>
                    </a:cubicBezTo>
                    <a:cubicBezTo>
                      <a:pt x="72" y="6"/>
                      <a:pt x="70" y="8"/>
                      <a:pt x="71" y="9"/>
                    </a:cubicBezTo>
                    <a:cubicBezTo>
                      <a:pt x="73" y="10"/>
                      <a:pt x="76" y="11"/>
                      <a:pt x="79" y="14"/>
                    </a:cubicBezTo>
                    <a:cubicBezTo>
                      <a:pt x="80" y="13"/>
                      <a:pt x="80" y="10"/>
                      <a:pt x="84" y="11"/>
                    </a:cubicBezTo>
                    <a:cubicBezTo>
                      <a:pt x="87" y="11"/>
                      <a:pt x="89" y="13"/>
                      <a:pt x="90" y="14"/>
                    </a:cubicBezTo>
                    <a:cubicBezTo>
                      <a:pt x="90" y="15"/>
                      <a:pt x="92" y="18"/>
                      <a:pt x="92" y="18"/>
                    </a:cubicBezTo>
                    <a:cubicBezTo>
                      <a:pt x="89" y="21"/>
                      <a:pt x="92" y="20"/>
                      <a:pt x="90" y="26"/>
                    </a:cubicBezTo>
                    <a:cubicBezTo>
                      <a:pt x="86" y="21"/>
                      <a:pt x="82" y="27"/>
                      <a:pt x="79" y="27"/>
                    </a:cubicBezTo>
                    <a:cubicBezTo>
                      <a:pt x="75" y="28"/>
                      <a:pt x="75" y="26"/>
                      <a:pt x="71" y="26"/>
                    </a:cubicBezTo>
                    <a:cubicBezTo>
                      <a:pt x="66" y="26"/>
                      <a:pt x="58" y="28"/>
                      <a:pt x="54" y="29"/>
                    </a:cubicBezTo>
                    <a:cubicBezTo>
                      <a:pt x="54" y="30"/>
                      <a:pt x="51" y="29"/>
                      <a:pt x="51" y="29"/>
                    </a:cubicBezTo>
                    <a:cubicBezTo>
                      <a:pt x="49" y="31"/>
                      <a:pt x="48" y="30"/>
                      <a:pt x="45" y="31"/>
                    </a:cubicBezTo>
                    <a:cubicBezTo>
                      <a:pt x="43" y="32"/>
                      <a:pt x="33" y="34"/>
                      <a:pt x="26" y="35"/>
                    </a:cubicBezTo>
                    <a:cubicBezTo>
                      <a:pt x="27" y="28"/>
                      <a:pt x="36" y="30"/>
                      <a:pt x="43" y="29"/>
                    </a:cubicBezTo>
                    <a:cubicBezTo>
                      <a:pt x="44" y="21"/>
                      <a:pt x="37" y="26"/>
                      <a:pt x="34" y="26"/>
                    </a:cubicBezTo>
                    <a:cubicBezTo>
                      <a:pt x="30" y="25"/>
                      <a:pt x="30" y="24"/>
                      <a:pt x="26" y="22"/>
                    </a:cubicBezTo>
                    <a:cubicBezTo>
                      <a:pt x="23" y="21"/>
                      <a:pt x="22" y="25"/>
                      <a:pt x="19" y="26"/>
                    </a:cubicBezTo>
                    <a:cubicBezTo>
                      <a:pt x="16" y="26"/>
                      <a:pt x="16" y="24"/>
                      <a:pt x="13" y="24"/>
                    </a:cubicBezTo>
                    <a:cubicBezTo>
                      <a:pt x="9" y="23"/>
                      <a:pt x="3" y="25"/>
                      <a:pt x="0" y="22"/>
                    </a:cubicBezTo>
                    <a:cubicBezTo>
                      <a:pt x="0" y="20"/>
                      <a:pt x="3" y="19"/>
                      <a:pt x="4" y="18"/>
                    </a:cubicBezTo>
                    <a:cubicBezTo>
                      <a:pt x="4" y="17"/>
                      <a:pt x="5" y="13"/>
                      <a:pt x="6" y="13"/>
                    </a:cubicBezTo>
                    <a:cubicBezTo>
                      <a:pt x="8" y="11"/>
                      <a:pt x="11" y="13"/>
                      <a:pt x="13" y="11"/>
                    </a:cubicBezTo>
                    <a:cubicBezTo>
                      <a:pt x="14" y="10"/>
                      <a:pt x="7" y="8"/>
                      <a:pt x="11" y="7"/>
                    </a:cubicBezTo>
                    <a:cubicBezTo>
                      <a:pt x="13" y="7"/>
                      <a:pt x="14" y="7"/>
                      <a:pt x="15" y="7"/>
                    </a:cubicBezTo>
                    <a:cubicBezTo>
                      <a:pt x="17" y="6"/>
                      <a:pt x="19" y="5"/>
                      <a:pt x="21" y="5"/>
                    </a:cubicBezTo>
                    <a:cubicBezTo>
                      <a:pt x="22" y="5"/>
                      <a:pt x="29" y="6"/>
                      <a:pt x="30" y="7"/>
                    </a:cubicBezTo>
                    <a:cubicBezTo>
                      <a:pt x="31" y="8"/>
                      <a:pt x="30" y="10"/>
                      <a:pt x="32" y="11"/>
                    </a:cubicBezTo>
                    <a:cubicBezTo>
                      <a:pt x="33" y="11"/>
                      <a:pt x="35" y="10"/>
                      <a:pt x="36" y="11"/>
                    </a:cubicBezTo>
                    <a:cubicBezTo>
                      <a:pt x="37" y="12"/>
                      <a:pt x="32" y="17"/>
                      <a:pt x="36" y="16"/>
                    </a:cubicBezTo>
                    <a:cubicBezTo>
                      <a:pt x="37" y="16"/>
                      <a:pt x="38" y="11"/>
                      <a:pt x="41" y="13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4" name="Freeform 104"/>
              <p:cNvSpPr/>
              <p:nvPr/>
            </p:nvSpPr>
            <p:spPr>
              <a:xfrm>
                <a:off x="3675269" y="741268"/>
                <a:ext cx="151284" cy="100856"/>
              </a:xfrm>
              <a:custGeom>
                <a:avLst/>
                <a:gdLst/>
                <a:ahLst/>
                <a:cxnLst/>
                <a:rect l="l" t="t" r="r" b="b"/>
                <a:pathLst>
                  <a:path w="73" h="49">
                    <a:moveTo>
                      <a:pt x="9" y="1"/>
                    </a:moveTo>
                    <a:cubicBezTo>
                      <a:pt x="21" y="1"/>
                      <a:pt x="33" y="0"/>
                      <a:pt x="41" y="3"/>
                    </a:cubicBezTo>
                    <a:cubicBezTo>
                      <a:pt x="42" y="3"/>
                      <a:pt x="44" y="2"/>
                      <a:pt x="45" y="3"/>
                    </a:cubicBezTo>
                    <a:cubicBezTo>
                      <a:pt x="46" y="5"/>
                      <a:pt x="50" y="3"/>
                      <a:pt x="52" y="5"/>
                    </a:cubicBezTo>
                    <a:cubicBezTo>
                      <a:pt x="55" y="8"/>
                      <a:pt x="52" y="2"/>
                      <a:pt x="60" y="5"/>
                    </a:cubicBezTo>
                    <a:cubicBezTo>
                      <a:pt x="60" y="5"/>
                      <a:pt x="60" y="6"/>
                      <a:pt x="61" y="6"/>
                    </a:cubicBezTo>
                    <a:cubicBezTo>
                      <a:pt x="63" y="6"/>
                      <a:pt x="73" y="9"/>
                      <a:pt x="73" y="14"/>
                    </a:cubicBezTo>
                    <a:cubicBezTo>
                      <a:pt x="66" y="15"/>
                      <a:pt x="60" y="16"/>
                      <a:pt x="56" y="18"/>
                    </a:cubicBezTo>
                    <a:cubicBezTo>
                      <a:pt x="54" y="18"/>
                      <a:pt x="55" y="21"/>
                      <a:pt x="54" y="21"/>
                    </a:cubicBezTo>
                    <a:cubicBezTo>
                      <a:pt x="53" y="22"/>
                      <a:pt x="51" y="19"/>
                      <a:pt x="50" y="19"/>
                    </a:cubicBezTo>
                    <a:cubicBezTo>
                      <a:pt x="51" y="19"/>
                      <a:pt x="48" y="23"/>
                      <a:pt x="48" y="21"/>
                    </a:cubicBezTo>
                    <a:cubicBezTo>
                      <a:pt x="48" y="22"/>
                      <a:pt x="50" y="24"/>
                      <a:pt x="50" y="23"/>
                    </a:cubicBezTo>
                    <a:cubicBezTo>
                      <a:pt x="49" y="25"/>
                      <a:pt x="47" y="24"/>
                      <a:pt x="46" y="25"/>
                    </a:cubicBezTo>
                    <a:cubicBezTo>
                      <a:pt x="46" y="26"/>
                      <a:pt x="47" y="28"/>
                      <a:pt x="46" y="29"/>
                    </a:cubicBezTo>
                    <a:cubicBezTo>
                      <a:pt x="46" y="29"/>
                      <a:pt x="43" y="28"/>
                      <a:pt x="43" y="29"/>
                    </a:cubicBezTo>
                    <a:cubicBezTo>
                      <a:pt x="42" y="30"/>
                      <a:pt x="41" y="32"/>
                      <a:pt x="39" y="32"/>
                    </a:cubicBezTo>
                    <a:cubicBezTo>
                      <a:pt x="39" y="35"/>
                      <a:pt x="39" y="37"/>
                      <a:pt x="39" y="40"/>
                    </a:cubicBezTo>
                    <a:cubicBezTo>
                      <a:pt x="30" y="40"/>
                      <a:pt x="31" y="49"/>
                      <a:pt x="17" y="46"/>
                    </a:cubicBezTo>
                    <a:cubicBezTo>
                      <a:pt x="18" y="34"/>
                      <a:pt x="7" y="37"/>
                      <a:pt x="0" y="34"/>
                    </a:cubicBezTo>
                    <a:cubicBezTo>
                      <a:pt x="1" y="32"/>
                      <a:pt x="4" y="32"/>
                      <a:pt x="5" y="31"/>
                    </a:cubicBezTo>
                    <a:cubicBezTo>
                      <a:pt x="6" y="30"/>
                      <a:pt x="2" y="25"/>
                      <a:pt x="7" y="27"/>
                    </a:cubicBezTo>
                    <a:cubicBezTo>
                      <a:pt x="8" y="24"/>
                      <a:pt x="5" y="23"/>
                      <a:pt x="5" y="19"/>
                    </a:cubicBezTo>
                    <a:cubicBezTo>
                      <a:pt x="8" y="22"/>
                      <a:pt x="8" y="21"/>
                      <a:pt x="9" y="18"/>
                    </a:cubicBezTo>
                    <a:cubicBezTo>
                      <a:pt x="10" y="15"/>
                      <a:pt x="13" y="16"/>
                      <a:pt x="13" y="10"/>
                    </a:cubicBezTo>
                    <a:cubicBezTo>
                      <a:pt x="14" y="4"/>
                      <a:pt x="7" y="8"/>
                      <a:pt x="9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5" name="Freeform 105"/>
              <p:cNvSpPr/>
              <p:nvPr/>
            </p:nvSpPr>
            <p:spPr>
              <a:xfrm>
                <a:off x="3980639" y="760879"/>
                <a:ext cx="30817" cy="23814"/>
              </a:xfrm>
              <a:custGeom>
                <a:avLst/>
                <a:gdLst/>
                <a:ahLst/>
                <a:cxnLst/>
                <a:rect l="l" t="t" r="r" b="b"/>
                <a:pathLst>
                  <a:path w="15" h="11">
                    <a:moveTo>
                      <a:pt x="2" y="0"/>
                    </a:moveTo>
                    <a:cubicBezTo>
                      <a:pt x="6" y="0"/>
                      <a:pt x="9" y="0"/>
                      <a:pt x="13" y="0"/>
                    </a:cubicBezTo>
                    <a:cubicBezTo>
                      <a:pt x="13" y="3"/>
                      <a:pt x="15" y="4"/>
                      <a:pt x="15" y="8"/>
                    </a:cubicBezTo>
                    <a:cubicBezTo>
                      <a:pt x="12" y="7"/>
                      <a:pt x="11" y="9"/>
                      <a:pt x="11" y="11"/>
                    </a:cubicBezTo>
                    <a:cubicBezTo>
                      <a:pt x="8" y="9"/>
                      <a:pt x="7" y="5"/>
                      <a:pt x="0" y="6"/>
                    </a:cubicBezTo>
                    <a:cubicBezTo>
                      <a:pt x="1" y="4"/>
                      <a:pt x="2" y="3"/>
                      <a:pt x="2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6" name="Freeform 106"/>
              <p:cNvSpPr/>
              <p:nvPr/>
            </p:nvSpPr>
            <p:spPr>
              <a:xfrm>
                <a:off x="4148733" y="751074"/>
                <a:ext cx="77043" cy="5463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6">
                    <a:moveTo>
                      <a:pt x="33" y="1"/>
                    </a:moveTo>
                    <a:cubicBezTo>
                      <a:pt x="37" y="1"/>
                      <a:pt x="34" y="8"/>
                      <a:pt x="35" y="11"/>
                    </a:cubicBezTo>
                    <a:cubicBezTo>
                      <a:pt x="32" y="10"/>
                      <a:pt x="31" y="12"/>
                      <a:pt x="31" y="14"/>
                    </a:cubicBezTo>
                    <a:cubicBezTo>
                      <a:pt x="25" y="11"/>
                      <a:pt x="23" y="21"/>
                      <a:pt x="22" y="16"/>
                    </a:cubicBezTo>
                    <a:cubicBezTo>
                      <a:pt x="17" y="20"/>
                      <a:pt x="14" y="25"/>
                      <a:pt x="7" y="26"/>
                    </a:cubicBezTo>
                    <a:cubicBezTo>
                      <a:pt x="5" y="24"/>
                      <a:pt x="5" y="21"/>
                      <a:pt x="5" y="18"/>
                    </a:cubicBezTo>
                    <a:cubicBezTo>
                      <a:pt x="4" y="16"/>
                      <a:pt x="2" y="17"/>
                      <a:pt x="1" y="14"/>
                    </a:cubicBezTo>
                    <a:cubicBezTo>
                      <a:pt x="0" y="12"/>
                      <a:pt x="2" y="8"/>
                      <a:pt x="1" y="5"/>
                    </a:cubicBezTo>
                    <a:cubicBezTo>
                      <a:pt x="4" y="6"/>
                      <a:pt x="5" y="4"/>
                      <a:pt x="5" y="1"/>
                    </a:cubicBezTo>
                    <a:cubicBezTo>
                      <a:pt x="7" y="2"/>
                      <a:pt x="10" y="2"/>
                      <a:pt x="10" y="0"/>
                    </a:cubicBezTo>
                    <a:cubicBezTo>
                      <a:pt x="13" y="3"/>
                      <a:pt x="23" y="0"/>
                      <a:pt x="25" y="3"/>
                    </a:cubicBezTo>
                    <a:cubicBezTo>
                      <a:pt x="28" y="3"/>
                      <a:pt x="32" y="4"/>
                      <a:pt x="33" y="1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7" name="Freeform 107"/>
              <p:cNvSpPr/>
              <p:nvPr/>
            </p:nvSpPr>
            <p:spPr>
              <a:xfrm>
                <a:off x="5279164" y="962591"/>
                <a:ext cx="166694" cy="81245"/>
              </a:xfrm>
              <a:custGeom>
                <a:avLst/>
                <a:gdLst/>
                <a:ahLst/>
                <a:cxnLst/>
                <a:rect l="l" t="t" r="r" b="b"/>
                <a:pathLst>
                  <a:path w="80" h="39">
                    <a:moveTo>
                      <a:pt x="58" y="0"/>
                    </a:moveTo>
                    <a:cubicBezTo>
                      <a:pt x="60" y="1"/>
                      <a:pt x="63" y="2"/>
                      <a:pt x="66" y="4"/>
                    </a:cubicBezTo>
                    <a:cubicBezTo>
                      <a:pt x="66" y="4"/>
                      <a:pt x="71" y="5"/>
                      <a:pt x="71" y="6"/>
                    </a:cubicBezTo>
                    <a:cubicBezTo>
                      <a:pt x="72" y="6"/>
                      <a:pt x="69" y="9"/>
                      <a:pt x="69" y="9"/>
                    </a:cubicBezTo>
                    <a:cubicBezTo>
                      <a:pt x="70" y="13"/>
                      <a:pt x="74" y="16"/>
                      <a:pt x="79" y="15"/>
                    </a:cubicBezTo>
                    <a:cubicBezTo>
                      <a:pt x="80" y="20"/>
                      <a:pt x="78" y="22"/>
                      <a:pt x="73" y="26"/>
                    </a:cubicBezTo>
                    <a:cubicBezTo>
                      <a:pt x="72" y="27"/>
                      <a:pt x="69" y="27"/>
                      <a:pt x="68" y="28"/>
                    </a:cubicBezTo>
                    <a:cubicBezTo>
                      <a:pt x="64" y="30"/>
                      <a:pt x="65" y="30"/>
                      <a:pt x="60" y="32"/>
                    </a:cubicBezTo>
                    <a:cubicBezTo>
                      <a:pt x="60" y="32"/>
                      <a:pt x="55" y="33"/>
                      <a:pt x="55" y="34"/>
                    </a:cubicBezTo>
                    <a:cubicBezTo>
                      <a:pt x="53" y="35"/>
                      <a:pt x="53" y="35"/>
                      <a:pt x="51" y="35"/>
                    </a:cubicBezTo>
                    <a:cubicBezTo>
                      <a:pt x="49" y="36"/>
                      <a:pt x="35" y="39"/>
                      <a:pt x="28" y="37"/>
                    </a:cubicBezTo>
                    <a:cubicBezTo>
                      <a:pt x="28" y="37"/>
                      <a:pt x="28" y="36"/>
                      <a:pt x="27" y="35"/>
                    </a:cubicBezTo>
                    <a:cubicBezTo>
                      <a:pt x="24" y="35"/>
                      <a:pt x="23" y="32"/>
                      <a:pt x="19" y="32"/>
                    </a:cubicBezTo>
                    <a:cubicBezTo>
                      <a:pt x="18" y="32"/>
                      <a:pt x="17" y="30"/>
                      <a:pt x="15" y="30"/>
                    </a:cubicBezTo>
                    <a:cubicBezTo>
                      <a:pt x="15" y="28"/>
                      <a:pt x="18" y="28"/>
                      <a:pt x="19" y="28"/>
                    </a:cubicBezTo>
                    <a:cubicBezTo>
                      <a:pt x="19" y="26"/>
                      <a:pt x="14" y="26"/>
                      <a:pt x="14" y="24"/>
                    </a:cubicBezTo>
                    <a:cubicBezTo>
                      <a:pt x="12" y="21"/>
                      <a:pt x="15" y="18"/>
                      <a:pt x="14" y="13"/>
                    </a:cubicBezTo>
                    <a:cubicBezTo>
                      <a:pt x="6" y="11"/>
                      <a:pt x="7" y="20"/>
                      <a:pt x="2" y="15"/>
                    </a:cubicBezTo>
                    <a:cubicBezTo>
                      <a:pt x="0" y="9"/>
                      <a:pt x="8" y="14"/>
                      <a:pt x="6" y="7"/>
                    </a:cubicBezTo>
                    <a:cubicBezTo>
                      <a:pt x="14" y="9"/>
                      <a:pt x="13" y="8"/>
                      <a:pt x="21" y="7"/>
                    </a:cubicBezTo>
                    <a:cubicBezTo>
                      <a:pt x="22" y="11"/>
                      <a:pt x="27" y="11"/>
                      <a:pt x="23" y="15"/>
                    </a:cubicBezTo>
                    <a:cubicBezTo>
                      <a:pt x="28" y="15"/>
                      <a:pt x="29" y="12"/>
                      <a:pt x="28" y="7"/>
                    </a:cubicBezTo>
                    <a:cubicBezTo>
                      <a:pt x="29" y="11"/>
                      <a:pt x="45" y="3"/>
                      <a:pt x="40" y="11"/>
                    </a:cubicBezTo>
                    <a:cubicBezTo>
                      <a:pt x="44" y="13"/>
                      <a:pt x="42" y="8"/>
                      <a:pt x="43" y="7"/>
                    </a:cubicBezTo>
                    <a:cubicBezTo>
                      <a:pt x="46" y="6"/>
                      <a:pt x="51" y="7"/>
                      <a:pt x="55" y="6"/>
                    </a:cubicBezTo>
                    <a:cubicBezTo>
                      <a:pt x="57" y="5"/>
                      <a:pt x="58" y="3"/>
                      <a:pt x="58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8" name="Freeform 108"/>
              <p:cNvSpPr/>
              <p:nvPr/>
            </p:nvSpPr>
            <p:spPr>
              <a:xfrm>
                <a:off x="4284608" y="982202"/>
                <a:ext cx="99456" cy="70039"/>
              </a:xfrm>
              <a:custGeom>
                <a:avLst/>
                <a:gdLst/>
                <a:ahLst/>
                <a:cxnLst/>
                <a:rect l="l" t="t" r="r" b="b"/>
                <a:pathLst>
                  <a:path w="48" h="34">
                    <a:moveTo>
                      <a:pt x="13" y="0"/>
                    </a:moveTo>
                    <a:cubicBezTo>
                      <a:pt x="15" y="5"/>
                      <a:pt x="25" y="3"/>
                      <a:pt x="24" y="12"/>
                    </a:cubicBezTo>
                    <a:cubicBezTo>
                      <a:pt x="25" y="13"/>
                      <a:pt x="28" y="10"/>
                      <a:pt x="27" y="10"/>
                    </a:cubicBezTo>
                    <a:cubicBezTo>
                      <a:pt x="30" y="11"/>
                      <a:pt x="29" y="15"/>
                      <a:pt x="33" y="15"/>
                    </a:cubicBezTo>
                    <a:cubicBezTo>
                      <a:pt x="36" y="15"/>
                      <a:pt x="38" y="22"/>
                      <a:pt x="41" y="25"/>
                    </a:cubicBezTo>
                    <a:cubicBezTo>
                      <a:pt x="46" y="23"/>
                      <a:pt x="44" y="23"/>
                      <a:pt x="48" y="26"/>
                    </a:cubicBezTo>
                    <a:cubicBezTo>
                      <a:pt x="44" y="31"/>
                      <a:pt x="31" y="27"/>
                      <a:pt x="24" y="28"/>
                    </a:cubicBezTo>
                    <a:cubicBezTo>
                      <a:pt x="21" y="30"/>
                      <a:pt x="16" y="31"/>
                      <a:pt x="14" y="34"/>
                    </a:cubicBezTo>
                    <a:cubicBezTo>
                      <a:pt x="10" y="31"/>
                      <a:pt x="8" y="26"/>
                      <a:pt x="0" y="28"/>
                    </a:cubicBezTo>
                    <a:cubicBezTo>
                      <a:pt x="0" y="27"/>
                      <a:pt x="2" y="27"/>
                      <a:pt x="3" y="26"/>
                    </a:cubicBezTo>
                    <a:cubicBezTo>
                      <a:pt x="1" y="24"/>
                      <a:pt x="2" y="23"/>
                      <a:pt x="5" y="23"/>
                    </a:cubicBezTo>
                    <a:cubicBezTo>
                      <a:pt x="2" y="16"/>
                      <a:pt x="5" y="14"/>
                      <a:pt x="5" y="6"/>
                    </a:cubicBezTo>
                    <a:cubicBezTo>
                      <a:pt x="9" y="5"/>
                      <a:pt x="13" y="5"/>
                      <a:pt x="13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9" name="Freeform 109"/>
              <p:cNvSpPr/>
              <p:nvPr/>
            </p:nvSpPr>
            <p:spPr>
              <a:xfrm>
                <a:off x="7168819" y="2123840"/>
                <a:ext cx="165292" cy="1779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86">
                    <a:moveTo>
                      <a:pt x="8" y="12"/>
                    </a:moveTo>
                    <a:cubicBezTo>
                      <a:pt x="8" y="10"/>
                      <a:pt x="5" y="11"/>
                      <a:pt x="4" y="11"/>
                    </a:cubicBezTo>
                    <a:cubicBezTo>
                      <a:pt x="2" y="9"/>
                      <a:pt x="4" y="4"/>
                      <a:pt x="0" y="5"/>
                    </a:cubicBezTo>
                    <a:cubicBezTo>
                      <a:pt x="5" y="0"/>
                      <a:pt x="9" y="6"/>
                      <a:pt x="15" y="3"/>
                    </a:cubicBezTo>
                    <a:cubicBezTo>
                      <a:pt x="15" y="8"/>
                      <a:pt x="20" y="5"/>
                      <a:pt x="23" y="7"/>
                    </a:cubicBezTo>
                    <a:cubicBezTo>
                      <a:pt x="23" y="7"/>
                      <a:pt x="22" y="10"/>
                      <a:pt x="23" y="11"/>
                    </a:cubicBezTo>
                    <a:cubicBezTo>
                      <a:pt x="24" y="12"/>
                      <a:pt x="27" y="10"/>
                      <a:pt x="26" y="14"/>
                    </a:cubicBezTo>
                    <a:cubicBezTo>
                      <a:pt x="31" y="13"/>
                      <a:pt x="30" y="18"/>
                      <a:pt x="34" y="18"/>
                    </a:cubicBezTo>
                    <a:cubicBezTo>
                      <a:pt x="37" y="18"/>
                      <a:pt x="42" y="29"/>
                      <a:pt x="47" y="29"/>
                    </a:cubicBezTo>
                    <a:cubicBezTo>
                      <a:pt x="51" y="29"/>
                      <a:pt x="49" y="33"/>
                      <a:pt x="51" y="35"/>
                    </a:cubicBezTo>
                    <a:cubicBezTo>
                      <a:pt x="52" y="36"/>
                      <a:pt x="55" y="36"/>
                      <a:pt x="56" y="37"/>
                    </a:cubicBezTo>
                    <a:cubicBezTo>
                      <a:pt x="57" y="37"/>
                      <a:pt x="59" y="40"/>
                      <a:pt x="60" y="40"/>
                    </a:cubicBezTo>
                    <a:cubicBezTo>
                      <a:pt x="61" y="41"/>
                      <a:pt x="59" y="43"/>
                      <a:pt x="60" y="44"/>
                    </a:cubicBezTo>
                    <a:cubicBezTo>
                      <a:pt x="61" y="45"/>
                      <a:pt x="63" y="47"/>
                      <a:pt x="64" y="48"/>
                    </a:cubicBezTo>
                    <a:cubicBezTo>
                      <a:pt x="65" y="49"/>
                      <a:pt x="66" y="53"/>
                      <a:pt x="69" y="53"/>
                    </a:cubicBezTo>
                    <a:cubicBezTo>
                      <a:pt x="70" y="53"/>
                      <a:pt x="72" y="57"/>
                      <a:pt x="73" y="57"/>
                    </a:cubicBezTo>
                    <a:cubicBezTo>
                      <a:pt x="75" y="59"/>
                      <a:pt x="74" y="66"/>
                      <a:pt x="77" y="66"/>
                    </a:cubicBezTo>
                    <a:cubicBezTo>
                      <a:pt x="79" y="67"/>
                      <a:pt x="79" y="72"/>
                      <a:pt x="79" y="74"/>
                    </a:cubicBezTo>
                    <a:cubicBezTo>
                      <a:pt x="78" y="77"/>
                      <a:pt x="74" y="80"/>
                      <a:pt x="80" y="80"/>
                    </a:cubicBezTo>
                    <a:cubicBezTo>
                      <a:pt x="80" y="86"/>
                      <a:pt x="74" y="82"/>
                      <a:pt x="71" y="81"/>
                    </a:cubicBezTo>
                    <a:cubicBezTo>
                      <a:pt x="69" y="81"/>
                      <a:pt x="66" y="82"/>
                      <a:pt x="64" y="81"/>
                    </a:cubicBezTo>
                    <a:cubicBezTo>
                      <a:pt x="63" y="81"/>
                      <a:pt x="64" y="78"/>
                      <a:pt x="64" y="78"/>
                    </a:cubicBezTo>
                    <a:cubicBezTo>
                      <a:pt x="63" y="77"/>
                      <a:pt x="61" y="78"/>
                      <a:pt x="60" y="78"/>
                    </a:cubicBezTo>
                    <a:cubicBezTo>
                      <a:pt x="58" y="76"/>
                      <a:pt x="55" y="70"/>
                      <a:pt x="51" y="70"/>
                    </a:cubicBezTo>
                    <a:cubicBezTo>
                      <a:pt x="51" y="69"/>
                      <a:pt x="52" y="68"/>
                      <a:pt x="52" y="66"/>
                    </a:cubicBezTo>
                    <a:cubicBezTo>
                      <a:pt x="52" y="64"/>
                      <a:pt x="51" y="65"/>
                      <a:pt x="51" y="66"/>
                    </a:cubicBezTo>
                    <a:cubicBezTo>
                      <a:pt x="48" y="67"/>
                      <a:pt x="50" y="63"/>
                      <a:pt x="49" y="63"/>
                    </a:cubicBezTo>
                    <a:cubicBezTo>
                      <a:pt x="48" y="62"/>
                      <a:pt x="46" y="63"/>
                      <a:pt x="45" y="63"/>
                    </a:cubicBezTo>
                    <a:cubicBezTo>
                      <a:pt x="43" y="60"/>
                      <a:pt x="43" y="55"/>
                      <a:pt x="38" y="55"/>
                    </a:cubicBezTo>
                    <a:cubicBezTo>
                      <a:pt x="40" y="48"/>
                      <a:pt x="34" y="48"/>
                      <a:pt x="34" y="42"/>
                    </a:cubicBezTo>
                    <a:cubicBezTo>
                      <a:pt x="32" y="42"/>
                      <a:pt x="32" y="44"/>
                      <a:pt x="32" y="46"/>
                    </a:cubicBezTo>
                    <a:cubicBezTo>
                      <a:pt x="29" y="44"/>
                      <a:pt x="30" y="40"/>
                      <a:pt x="28" y="37"/>
                    </a:cubicBezTo>
                    <a:cubicBezTo>
                      <a:pt x="28" y="36"/>
                      <a:pt x="25" y="34"/>
                      <a:pt x="24" y="33"/>
                    </a:cubicBezTo>
                    <a:cubicBezTo>
                      <a:pt x="24" y="32"/>
                      <a:pt x="23" y="31"/>
                      <a:pt x="21" y="31"/>
                    </a:cubicBezTo>
                    <a:cubicBezTo>
                      <a:pt x="22" y="27"/>
                      <a:pt x="20" y="26"/>
                      <a:pt x="19" y="24"/>
                    </a:cubicBezTo>
                    <a:cubicBezTo>
                      <a:pt x="18" y="21"/>
                      <a:pt x="15" y="21"/>
                      <a:pt x="13" y="20"/>
                    </a:cubicBezTo>
                    <a:cubicBezTo>
                      <a:pt x="13" y="20"/>
                      <a:pt x="9" y="16"/>
                      <a:pt x="10" y="16"/>
                    </a:cubicBezTo>
                    <a:cubicBezTo>
                      <a:pt x="8" y="12"/>
                      <a:pt x="14" y="9"/>
                      <a:pt x="8" y="12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40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10" name="Freeform 110"/>
              <p:cNvSpPr/>
              <p:nvPr/>
            </p:nvSpPr>
            <p:spPr>
              <a:xfrm>
                <a:off x="6346560" y="2401195"/>
                <a:ext cx="119067" cy="217122"/>
              </a:xfrm>
              <a:custGeom>
                <a:avLst/>
                <a:gdLst/>
                <a:ahLst/>
                <a:cxnLst/>
                <a:rect l="l" t="t" r="r" b="b"/>
                <a:pathLst>
                  <a:path w="57" h="104">
                    <a:moveTo>
                      <a:pt x="43" y="0"/>
                    </a:moveTo>
                    <a:cubicBezTo>
                      <a:pt x="45" y="1"/>
                      <a:pt x="47" y="2"/>
                      <a:pt x="50" y="1"/>
                    </a:cubicBezTo>
                    <a:cubicBezTo>
                      <a:pt x="47" y="11"/>
                      <a:pt x="57" y="28"/>
                      <a:pt x="47" y="35"/>
                    </a:cubicBezTo>
                    <a:cubicBezTo>
                      <a:pt x="47" y="43"/>
                      <a:pt x="46" y="50"/>
                      <a:pt x="43" y="57"/>
                    </a:cubicBezTo>
                    <a:cubicBezTo>
                      <a:pt x="42" y="61"/>
                      <a:pt x="41" y="66"/>
                      <a:pt x="37" y="67"/>
                    </a:cubicBezTo>
                    <a:cubicBezTo>
                      <a:pt x="39" y="71"/>
                      <a:pt x="36" y="75"/>
                      <a:pt x="36" y="78"/>
                    </a:cubicBezTo>
                    <a:cubicBezTo>
                      <a:pt x="35" y="79"/>
                      <a:pt x="36" y="81"/>
                      <a:pt x="36" y="82"/>
                    </a:cubicBezTo>
                    <a:cubicBezTo>
                      <a:pt x="35" y="82"/>
                      <a:pt x="32" y="83"/>
                      <a:pt x="32" y="83"/>
                    </a:cubicBezTo>
                    <a:cubicBezTo>
                      <a:pt x="31" y="87"/>
                      <a:pt x="32" y="91"/>
                      <a:pt x="30" y="95"/>
                    </a:cubicBezTo>
                    <a:cubicBezTo>
                      <a:pt x="30" y="95"/>
                      <a:pt x="28" y="95"/>
                      <a:pt x="28" y="96"/>
                    </a:cubicBezTo>
                    <a:cubicBezTo>
                      <a:pt x="28" y="98"/>
                      <a:pt x="25" y="99"/>
                      <a:pt x="26" y="102"/>
                    </a:cubicBezTo>
                    <a:cubicBezTo>
                      <a:pt x="21" y="104"/>
                      <a:pt x="15" y="104"/>
                      <a:pt x="8" y="104"/>
                    </a:cubicBezTo>
                    <a:cubicBezTo>
                      <a:pt x="8" y="99"/>
                      <a:pt x="4" y="100"/>
                      <a:pt x="6" y="95"/>
                    </a:cubicBezTo>
                    <a:cubicBezTo>
                      <a:pt x="4" y="95"/>
                      <a:pt x="4" y="92"/>
                      <a:pt x="4" y="91"/>
                    </a:cubicBezTo>
                    <a:cubicBezTo>
                      <a:pt x="2" y="91"/>
                      <a:pt x="1" y="90"/>
                      <a:pt x="0" y="89"/>
                    </a:cubicBezTo>
                    <a:cubicBezTo>
                      <a:pt x="0" y="87"/>
                      <a:pt x="0" y="84"/>
                      <a:pt x="0" y="82"/>
                    </a:cubicBezTo>
                    <a:cubicBezTo>
                      <a:pt x="0" y="80"/>
                      <a:pt x="2" y="80"/>
                      <a:pt x="2" y="80"/>
                    </a:cubicBezTo>
                    <a:cubicBezTo>
                      <a:pt x="2" y="78"/>
                      <a:pt x="0" y="78"/>
                      <a:pt x="0" y="78"/>
                    </a:cubicBezTo>
                    <a:cubicBezTo>
                      <a:pt x="1" y="75"/>
                      <a:pt x="3" y="72"/>
                      <a:pt x="4" y="70"/>
                    </a:cubicBezTo>
                    <a:cubicBezTo>
                      <a:pt x="4" y="70"/>
                      <a:pt x="3" y="67"/>
                      <a:pt x="4" y="67"/>
                    </a:cubicBezTo>
                    <a:cubicBezTo>
                      <a:pt x="4" y="66"/>
                      <a:pt x="8" y="65"/>
                      <a:pt x="8" y="65"/>
                    </a:cubicBezTo>
                    <a:cubicBezTo>
                      <a:pt x="9" y="62"/>
                      <a:pt x="5" y="49"/>
                      <a:pt x="11" y="55"/>
                    </a:cubicBezTo>
                    <a:cubicBezTo>
                      <a:pt x="12" y="51"/>
                      <a:pt x="8" y="53"/>
                      <a:pt x="8" y="50"/>
                    </a:cubicBezTo>
                    <a:cubicBezTo>
                      <a:pt x="8" y="46"/>
                      <a:pt x="8" y="42"/>
                      <a:pt x="8" y="39"/>
                    </a:cubicBezTo>
                    <a:cubicBezTo>
                      <a:pt x="11" y="39"/>
                      <a:pt x="11" y="37"/>
                      <a:pt x="11" y="35"/>
                    </a:cubicBezTo>
                    <a:cubicBezTo>
                      <a:pt x="15" y="36"/>
                      <a:pt x="15" y="32"/>
                      <a:pt x="17" y="31"/>
                    </a:cubicBezTo>
                    <a:cubicBezTo>
                      <a:pt x="19" y="30"/>
                      <a:pt x="27" y="31"/>
                      <a:pt x="26" y="24"/>
                    </a:cubicBezTo>
                    <a:cubicBezTo>
                      <a:pt x="29" y="23"/>
                      <a:pt x="29" y="26"/>
                      <a:pt x="32" y="26"/>
                    </a:cubicBezTo>
                    <a:cubicBezTo>
                      <a:pt x="30" y="20"/>
                      <a:pt x="34" y="19"/>
                      <a:pt x="34" y="14"/>
                    </a:cubicBezTo>
                    <a:cubicBezTo>
                      <a:pt x="39" y="17"/>
                      <a:pt x="38" y="2"/>
                      <a:pt x="39" y="13"/>
                    </a:cubicBezTo>
                    <a:cubicBezTo>
                      <a:pt x="46" y="10"/>
                      <a:pt x="40" y="2"/>
                      <a:pt x="43" y="0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 fontScale="625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11" name="Freeform 111"/>
              <p:cNvSpPr/>
              <p:nvPr/>
            </p:nvSpPr>
            <p:spPr>
              <a:xfrm>
                <a:off x="7448976" y="2389989"/>
                <a:ext cx="638757" cy="469263"/>
              </a:xfrm>
              <a:custGeom>
                <a:avLst/>
                <a:gdLst/>
                <a:ahLst/>
                <a:cxnLst/>
                <a:rect l="l" t="t" r="r" b="b"/>
                <a:pathLst>
                  <a:path w="307" h="226">
                    <a:moveTo>
                      <a:pt x="178" y="9"/>
                    </a:moveTo>
                    <a:cubicBezTo>
                      <a:pt x="178" y="12"/>
                      <a:pt x="178" y="16"/>
                      <a:pt x="178" y="19"/>
                    </a:cubicBezTo>
                    <a:cubicBezTo>
                      <a:pt x="177" y="19"/>
                      <a:pt x="175" y="19"/>
                      <a:pt x="173" y="19"/>
                    </a:cubicBezTo>
                    <a:cubicBezTo>
                      <a:pt x="175" y="21"/>
                      <a:pt x="174" y="22"/>
                      <a:pt x="171" y="22"/>
                    </a:cubicBezTo>
                    <a:cubicBezTo>
                      <a:pt x="174" y="26"/>
                      <a:pt x="171" y="25"/>
                      <a:pt x="171" y="30"/>
                    </a:cubicBezTo>
                    <a:cubicBezTo>
                      <a:pt x="173" y="33"/>
                      <a:pt x="176" y="34"/>
                      <a:pt x="180" y="34"/>
                    </a:cubicBezTo>
                    <a:cubicBezTo>
                      <a:pt x="181" y="42"/>
                      <a:pt x="193" y="38"/>
                      <a:pt x="193" y="47"/>
                    </a:cubicBezTo>
                    <a:cubicBezTo>
                      <a:pt x="198" y="47"/>
                      <a:pt x="204" y="46"/>
                      <a:pt x="206" y="48"/>
                    </a:cubicBezTo>
                    <a:cubicBezTo>
                      <a:pt x="210" y="48"/>
                      <a:pt x="207" y="40"/>
                      <a:pt x="214" y="43"/>
                    </a:cubicBezTo>
                    <a:cubicBezTo>
                      <a:pt x="213" y="42"/>
                      <a:pt x="211" y="37"/>
                      <a:pt x="214" y="37"/>
                    </a:cubicBezTo>
                    <a:cubicBezTo>
                      <a:pt x="216" y="37"/>
                      <a:pt x="213" y="34"/>
                      <a:pt x="214" y="32"/>
                    </a:cubicBezTo>
                    <a:cubicBezTo>
                      <a:pt x="214" y="32"/>
                      <a:pt x="216" y="31"/>
                      <a:pt x="216" y="30"/>
                    </a:cubicBezTo>
                    <a:cubicBezTo>
                      <a:pt x="216" y="28"/>
                      <a:pt x="218" y="26"/>
                      <a:pt x="218" y="22"/>
                    </a:cubicBezTo>
                    <a:cubicBezTo>
                      <a:pt x="217" y="21"/>
                      <a:pt x="215" y="19"/>
                      <a:pt x="218" y="13"/>
                    </a:cubicBezTo>
                    <a:cubicBezTo>
                      <a:pt x="218" y="13"/>
                      <a:pt x="221" y="13"/>
                      <a:pt x="221" y="13"/>
                    </a:cubicBezTo>
                    <a:cubicBezTo>
                      <a:pt x="223" y="11"/>
                      <a:pt x="221" y="5"/>
                      <a:pt x="223" y="4"/>
                    </a:cubicBezTo>
                    <a:cubicBezTo>
                      <a:pt x="227" y="3"/>
                      <a:pt x="224" y="9"/>
                      <a:pt x="227" y="11"/>
                    </a:cubicBezTo>
                    <a:cubicBezTo>
                      <a:pt x="227" y="11"/>
                      <a:pt x="229" y="11"/>
                      <a:pt x="229" y="11"/>
                    </a:cubicBezTo>
                    <a:cubicBezTo>
                      <a:pt x="230" y="14"/>
                      <a:pt x="231" y="18"/>
                      <a:pt x="232" y="20"/>
                    </a:cubicBezTo>
                    <a:cubicBezTo>
                      <a:pt x="234" y="24"/>
                      <a:pt x="238" y="26"/>
                      <a:pt x="238" y="30"/>
                    </a:cubicBezTo>
                    <a:cubicBezTo>
                      <a:pt x="243" y="25"/>
                      <a:pt x="240" y="33"/>
                      <a:pt x="246" y="32"/>
                    </a:cubicBezTo>
                    <a:cubicBezTo>
                      <a:pt x="245" y="36"/>
                      <a:pt x="245" y="40"/>
                      <a:pt x="247" y="43"/>
                    </a:cubicBezTo>
                    <a:cubicBezTo>
                      <a:pt x="250" y="46"/>
                      <a:pt x="247" y="50"/>
                      <a:pt x="249" y="56"/>
                    </a:cubicBezTo>
                    <a:cubicBezTo>
                      <a:pt x="254" y="50"/>
                      <a:pt x="250" y="55"/>
                      <a:pt x="257" y="56"/>
                    </a:cubicBezTo>
                    <a:cubicBezTo>
                      <a:pt x="257" y="59"/>
                      <a:pt x="255" y="59"/>
                      <a:pt x="255" y="61"/>
                    </a:cubicBezTo>
                    <a:cubicBezTo>
                      <a:pt x="258" y="64"/>
                      <a:pt x="263" y="64"/>
                      <a:pt x="262" y="71"/>
                    </a:cubicBezTo>
                    <a:cubicBezTo>
                      <a:pt x="264" y="71"/>
                      <a:pt x="267" y="70"/>
                      <a:pt x="268" y="71"/>
                    </a:cubicBezTo>
                    <a:cubicBezTo>
                      <a:pt x="268" y="71"/>
                      <a:pt x="267" y="74"/>
                      <a:pt x="268" y="75"/>
                    </a:cubicBezTo>
                    <a:cubicBezTo>
                      <a:pt x="268" y="75"/>
                      <a:pt x="271" y="74"/>
                      <a:pt x="272" y="75"/>
                    </a:cubicBezTo>
                    <a:cubicBezTo>
                      <a:pt x="274" y="77"/>
                      <a:pt x="273" y="83"/>
                      <a:pt x="279" y="82"/>
                    </a:cubicBezTo>
                    <a:cubicBezTo>
                      <a:pt x="279" y="87"/>
                      <a:pt x="282" y="92"/>
                      <a:pt x="285" y="95"/>
                    </a:cubicBezTo>
                    <a:cubicBezTo>
                      <a:pt x="286" y="97"/>
                      <a:pt x="287" y="99"/>
                      <a:pt x="288" y="101"/>
                    </a:cubicBezTo>
                    <a:cubicBezTo>
                      <a:pt x="289" y="101"/>
                      <a:pt x="291" y="100"/>
                      <a:pt x="292" y="101"/>
                    </a:cubicBezTo>
                    <a:cubicBezTo>
                      <a:pt x="293" y="101"/>
                      <a:pt x="291" y="104"/>
                      <a:pt x="292" y="104"/>
                    </a:cubicBezTo>
                    <a:cubicBezTo>
                      <a:pt x="294" y="106"/>
                      <a:pt x="297" y="105"/>
                      <a:pt x="296" y="104"/>
                    </a:cubicBezTo>
                    <a:cubicBezTo>
                      <a:pt x="300" y="108"/>
                      <a:pt x="297" y="113"/>
                      <a:pt x="303" y="112"/>
                    </a:cubicBezTo>
                    <a:cubicBezTo>
                      <a:pt x="299" y="117"/>
                      <a:pt x="304" y="124"/>
                      <a:pt x="305" y="132"/>
                    </a:cubicBezTo>
                    <a:cubicBezTo>
                      <a:pt x="306" y="137"/>
                      <a:pt x="303" y="141"/>
                      <a:pt x="307" y="143"/>
                    </a:cubicBezTo>
                    <a:cubicBezTo>
                      <a:pt x="303" y="146"/>
                      <a:pt x="304" y="149"/>
                      <a:pt x="303" y="157"/>
                    </a:cubicBezTo>
                    <a:cubicBezTo>
                      <a:pt x="303" y="156"/>
                      <a:pt x="300" y="157"/>
                      <a:pt x="301" y="158"/>
                    </a:cubicBezTo>
                    <a:cubicBezTo>
                      <a:pt x="302" y="158"/>
                      <a:pt x="303" y="158"/>
                      <a:pt x="303" y="158"/>
                    </a:cubicBezTo>
                    <a:cubicBezTo>
                      <a:pt x="303" y="159"/>
                      <a:pt x="302" y="163"/>
                      <a:pt x="301" y="164"/>
                    </a:cubicBezTo>
                    <a:cubicBezTo>
                      <a:pt x="301" y="164"/>
                      <a:pt x="298" y="166"/>
                      <a:pt x="298" y="166"/>
                    </a:cubicBezTo>
                    <a:cubicBezTo>
                      <a:pt x="297" y="168"/>
                      <a:pt x="301" y="171"/>
                      <a:pt x="298" y="175"/>
                    </a:cubicBezTo>
                    <a:cubicBezTo>
                      <a:pt x="294" y="175"/>
                      <a:pt x="295" y="180"/>
                      <a:pt x="290" y="179"/>
                    </a:cubicBezTo>
                    <a:cubicBezTo>
                      <a:pt x="291" y="183"/>
                      <a:pt x="290" y="185"/>
                      <a:pt x="287" y="185"/>
                    </a:cubicBezTo>
                    <a:cubicBezTo>
                      <a:pt x="288" y="192"/>
                      <a:pt x="284" y="194"/>
                      <a:pt x="285" y="201"/>
                    </a:cubicBezTo>
                    <a:cubicBezTo>
                      <a:pt x="277" y="200"/>
                      <a:pt x="278" y="207"/>
                      <a:pt x="277" y="212"/>
                    </a:cubicBezTo>
                    <a:cubicBezTo>
                      <a:pt x="275" y="212"/>
                      <a:pt x="272" y="212"/>
                      <a:pt x="272" y="214"/>
                    </a:cubicBezTo>
                    <a:cubicBezTo>
                      <a:pt x="271" y="218"/>
                      <a:pt x="264" y="218"/>
                      <a:pt x="260" y="220"/>
                    </a:cubicBezTo>
                    <a:cubicBezTo>
                      <a:pt x="259" y="221"/>
                      <a:pt x="258" y="223"/>
                      <a:pt x="257" y="224"/>
                    </a:cubicBezTo>
                    <a:cubicBezTo>
                      <a:pt x="255" y="224"/>
                      <a:pt x="253" y="223"/>
                      <a:pt x="253" y="226"/>
                    </a:cubicBezTo>
                    <a:cubicBezTo>
                      <a:pt x="249" y="223"/>
                      <a:pt x="247" y="219"/>
                      <a:pt x="242" y="218"/>
                    </a:cubicBezTo>
                    <a:cubicBezTo>
                      <a:pt x="238" y="216"/>
                      <a:pt x="239" y="221"/>
                      <a:pt x="238" y="222"/>
                    </a:cubicBezTo>
                    <a:cubicBezTo>
                      <a:pt x="234" y="224"/>
                      <a:pt x="228" y="221"/>
                      <a:pt x="225" y="226"/>
                    </a:cubicBezTo>
                    <a:cubicBezTo>
                      <a:pt x="218" y="222"/>
                      <a:pt x="213" y="217"/>
                      <a:pt x="205" y="216"/>
                    </a:cubicBezTo>
                    <a:cubicBezTo>
                      <a:pt x="207" y="214"/>
                      <a:pt x="207" y="212"/>
                      <a:pt x="205" y="207"/>
                    </a:cubicBezTo>
                    <a:cubicBezTo>
                      <a:pt x="204" y="206"/>
                      <a:pt x="203" y="207"/>
                      <a:pt x="203" y="205"/>
                    </a:cubicBezTo>
                    <a:cubicBezTo>
                      <a:pt x="203" y="205"/>
                      <a:pt x="203" y="203"/>
                      <a:pt x="203" y="203"/>
                    </a:cubicBezTo>
                    <a:cubicBezTo>
                      <a:pt x="202" y="201"/>
                      <a:pt x="197" y="200"/>
                      <a:pt x="201" y="199"/>
                    </a:cubicBezTo>
                    <a:cubicBezTo>
                      <a:pt x="200" y="198"/>
                      <a:pt x="192" y="194"/>
                      <a:pt x="191" y="198"/>
                    </a:cubicBezTo>
                    <a:cubicBezTo>
                      <a:pt x="189" y="195"/>
                      <a:pt x="189" y="190"/>
                      <a:pt x="186" y="188"/>
                    </a:cubicBezTo>
                    <a:cubicBezTo>
                      <a:pt x="185" y="184"/>
                      <a:pt x="187" y="183"/>
                      <a:pt x="188" y="181"/>
                    </a:cubicBezTo>
                    <a:cubicBezTo>
                      <a:pt x="186" y="179"/>
                      <a:pt x="184" y="180"/>
                      <a:pt x="178" y="179"/>
                    </a:cubicBezTo>
                    <a:cubicBezTo>
                      <a:pt x="175" y="181"/>
                      <a:pt x="175" y="188"/>
                      <a:pt x="167" y="186"/>
                    </a:cubicBezTo>
                    <a:cubicBezTo>
                      <a:pt x="169" y="179"/>
                      <a:pt x="162" y="181"/>
                      <a:pt x="164" y="173"/>
                    </a:cubicBezTo>
                    <a:cubicBezTo>
                      <a:pt x="159" y="173"/>
                      <a:pt x="158" y="170"/>
                      <a:pt x="152" y="171"/>
                    </a:cubicBezTo>
                    <a:cubicBezTo>
                      <a:pt x="152" y="170"/>
                      <a:pt x="155" y="170"/>
                      <a:pt x="156" y="170"/>
                    </a:cubicBezTo>
                    <a:cubicBezTo>
                      <a:pt x="151" y="164"/>
                      <a:pt x="147" y="169"/>
                      <a:pt x="137" y="168"/>
                    </a:cubicBezTo>
                    <a:cubicBezTo>
                      <a:pt x="131" y="166"/>
                      <a:pt x="126" y="164"/>
                      <a:pt x="121" y="162"/>
                    </a:cubicBezTo>
                    <a:cubicBezTo>
                      <a:pt x="116" y="164"/>
                      <a:pt x="111" y="163"/>
                      <a:pt x="109" y="168"/>
                    </a:cubicBezTo>
                    <a:cubicBezTo>
                      <a:pt x="107" y="168"/>
                      <a:pt x="104" y="167"/>
                      <a:pt x="102" y="168"/>
                    </a:cubicBezTo>
                    <a:cubicBezTo>
                      <a:pt x="100" y="168"/>
                      <a:pt x="101" y="169"/>
                      <a:pt x="100" y="170"/>
                    </a:cubicBezTo>
                    <a:cubicBezTo>
                      <a:pt x="97" y="170"/>
                      <a:pt x="98" y="166"/>
                      <a:pt x="95" y="171"/>
                    </a:cubicBezTo>
                    <a:cubicBezTo>
                      <a:pt x="94" y="172"/>
                      <a:pt x="92" y="173"/>
                      <a:pt x="93" y="175"/>
                    </a:cubicBezTo>
                    <a:cubicBezTo>
                      <a:pt x="90" y="173"/>
                      <a:pt x="89" y="169"/>
                      <a:pt x="89" y="177"/>
                    </a:cubicBezTo>
                    <a:cubicBezTo>
                      <a:pt x="87" y="177"/>
                      <a:pt x="87" y="175"/>
                      <a:pt x="85" y="175"/>
                    </a:cubicBezTo>
                    <a:cubicBezTo>
                      <a:pt x="83" y="175"/>
                      <a:pt x="85" y="177"/>
                      <a:pt x="85" y="177"/>
                    </a:cubicBezTo>
                    <a:cubicBezTo>
                      <a:pt x="83" y="181"/>
                      <a:pt x="77" y="179"/>
                      <a:pt x="76" y="185"/>
                    </a:cubicBezTo>
                    <a:cubicBezTo>
                      <a:pt x="71" y="181"/>
                      <a:pt x="60" y="183"/>
                      <a:pt x="52" y="183"/>
                    </a:cubicBezTo>
                    <a:cubicBezTo>
                      <a:pt x="49" y="182"/>
                      <a:pt x="51" y="186"/>
                      <a:pt x="50" y="186"/>
                    </a:cubicBezTo>
                    <a:cubicBezTo>
                      <a:pt x="49" y="187"/>
                      <a:pt x="47" y="186"/>
                      <a:pt x="46" y="186"/>
                    </a:cubicBezTo>
                    <a:cubicBezTo>
                      <a:pt x="44" y="187"/>
                      <a:pt x="43" y="188"/>
                      <a:pt x="40" y="188"/>
                    </a:cubicBezTo>
                    <a:cubicBezTo>
                      <a:pt x="35" y="190"/>
                      <a:pt x="26" y="194"/>
                      <a:pt x="14" y="192"/>
                    </a:cubicBezTo>
                    <a:cubicBezTo>
                      <a:pt x="15" y="187"/>
                      <a:pt x="14" y="181"/>
                      <a:pt x="20" y="181"/>
                    </a:cubicBezTo>
                    <a:cubicBezTo>
                      <a:pt x="19" y="178"/>
                      <a:pt x="22" y="172"/>
                      <a:pt x="18" y="171"/>
                    </a:cubicBezTo>
                    <a:cubicBezTo>
                      <a:pt x="13" y="171"/>
                      <a:pt x="20" y="170"/>
                      <a:pt x="18" y="164"/>
                    </a:cubicBezTo>
                    <a:cubicBezTo>
                      <a:pt x="16" y="159"/>
                      <a:pt x="16" y="168"/>
                      <a:pt x="14" y="160"/>
                    </a:cubicBezTo>
                    <a:cubicBezTo>
                      <a:pt x="14" y="160"/>
                      <a:pt x="15" y="157"/>
                      <a:pt x="14" y="157"/>
                    </a:cubicBezTo>
                    <a:cubicBezTo>
                      <a:pt x="12" y="154"/>
                      <a:pt x="15" y="156"/>
                      <a:pt x="14" y="153"/>
                    </a:cubicBezTo>
                    <a:cubicBezTo>
                      <a:pt x="14" y="149"/>
                      <a:pt x="10" y="146"/>
                      <a:pt x="13" y="143"/>
                    </a:cubicBezTo>
                    <a:cubicBezTo>
                      <a:pt x="13" y="141"/>
                      <a:pt x="10" y="143"/>
                      <a:pt x="9" y="142"/>
                    </a:cubicBezTo>
                    <a:cubicBezTo>
                      <a:pt x="8" y="141"/>
                      <a:pt x="9" y="139"/>
                      <a:pt x="9" y="138"/>
                    </a:cubicBezTo>
                    <a:cubicBezTo>
                      <a:pt x="9" y="138"/>
                      <a:pt x="7" y="132"/>
                      <a:pt x="7" y="132"/>
                    </a:cubicBezTo>
                    <a:cubicBezTo>
                      <a:pt x="4" y="130"/>
                      <a:pt x="8" y="131"/>
                      <a:pt x="7" y="129"/>
                    </a:cubicBezTo>
                    <a:cubicBezTo>
                      <a:pt x="6" y="126"/>
                      <a:pt x="2" y="125"/>
                      <a:pt x="3" y="121"/>
                    </a:cubicBezTo>
                    <a:cubicBezTo>
                      <a:pt x="8" y="122"/>
                      <a:pt x="5" y="114"/>
                      <a:pt x="9" y="114"/>
                    </a:cubicBezTo>
                    <a:cubicBezTo>
                      <a:pt x="9" y="111"/>
                      <a:pt x="6" y="113"/>
                      <a:pt x="5" y="112"/>
                    </a:cubicBezTo>
                    <a:cubicBezTo>
                      <a:pt x="4" y="110"/>
                      <a:pt x="6" y="105"/>
                      <a:pt x="1" y="106"/>
                    </a:cubicBezTo>
                    <a:cubicBezTo>
                      <a:pt x="0" y="98"/>
                      <a:pt x="4" y="94"/>
                      <a:pt x="5" y="88"/>
                    </a:cubicBezTo>
                    <a:cubicBezTo>
                      <a:pt x="7" y="91"/>
                      <a:pt x="14" y="89"/>
                      <a:pt x="14" y="84"/>
                    </a:cubicBezTo>
                    <a:cubicBezTo>
                      <a:pt x="15" y="80"/>
                      <a:pt x="26" y="83"/>
                      <a:pt x="26" y="75"/>
                    </a:cubicBezTo>
                    <a:cubicBezTo>
                      <a:pt x="36" y="76"/>
                      <a:pt x="41" y="71"/>
                      <a:pt x="50" y="71"/>
                    </a:cubicBezTo>
                    <a:cubicBezTo>
                      <a:pt x="52" y="71"/>
                      <a:pt x="50" y="68"/>
                      <a:pt x="50" y="69"/>
                    </a:cubicBezTo>
                    <a:cubicBezTo>
                      <a:pt x="53" y="65"/>
                      <a:pt x="59" y="68"/>
                      <a:pt x="59" y="61"/>
                    </a:cubicBezTo>
                    <a:cubicBezTo>
                      <a:pt x="61" y="62"/>
                      <a:pt x="61" y="63"/>
                      <a:pt x="63" y="63"/>
                    </a:cubicBezTo>
                    <a:cubicBezTo>
                      <a:pt x="67" y="64"/>
                      <a:pt x="62" y="55"/>
                      <a:pt x="68" y="58"/>
                    </a:cubicBezTo>
                    <a:cubicBezTo>
                      <a:pt x="67" y="50"/>
                      <a:pt x="68" y="51"/>
                      <a:pt x="68" y="43"/>
                    </a:cubicBezTo>
                    <a:cubicBezTo>
                      <a:pt x="73" y="43"/>
                      <a:pt x="76" y="45"/>
                      <a:pt x="80" y="47"/>
                    </a:cubicBezTo>
                    <a:cubicBezTo>
                      <a:pt x="82" y="45"/>
                      <a:pt x="82" y="42"/>
                      <a:pt x="85" y="43"/>
                    </a:cubicBezTo>
                    <a:cubicBezTo>
                      <a:pt x="83" y="39"/>
                      <a:pt x="90" y="36"/>
                      <a:pt x="85" y="35"/>
                    </a:cubicBezTo>
                    <a:cubicBezTo>
                      <a:pt x="86" y="33"/>
                      <a:pt x="89" y="33"/>
                      <a:pt x="89" y="30"/>
                    </a:cubicBezTo>
                    <a:cubicBezTo>
                      <a:pt x="95" y="31"/>
                      <a:pt x="91" y="23"/>
                      <a:pt x="98" y="26"/>
                    </a:cubicBezTo>
                    <a:cubicBezTo>
                      <a:pt x="100" y="24"/>
                      <a:pt x="102" y="22"/>
                      <a:pt x="104" y="20"/>
                    </a:cubicBezTo>
                    <a:cubicBezTo>
                      <a:pt x="106" y="22"/>
                      <a:pt x="109" y="23"/>
                      <a:pt x="113" y="22"/>
                    </a:cubicBezTo>
                    <a:cubicBezTo>
                      <a:pt x="109" y="26"/>
                      <a:pt x="114" y="24"/>
                      <a:pt x="115" y="26"/>
                    </a:cubicBezTo>
                    <a:cubicBezTo>
                      <a:pt x="115" y="26"/>
                      <a:pt x="115" y="28"/>
                      <a:pt x="115" y="28"/>
                    </a:cubicBezTo>
                    <a:cubicBezTo>
                      <a:pt x="116" y="28"/>
                      <a:pt x="118" y="27"/>
                      <a:pt x="119" y="28"/>
                    </a:cubicBezTo>
                    <a:cubicBezTo>
                      <a:pt x="119" y="28"/>
                      <a:pt x="121" y="33"/>
                      <a:pt x="126" y="32"/>
                    </a:cubicBezTo>
                    <a:cubicBezTo>
                      <a:pt x="129" y="33"/>
                      <a:pt x="127" y="22"/>
                      <a:pt x="123" y="24"/>
                    </a:cubicBezTo>
                    <a:cubicBezTo>
                      <a:pt x="124" y="22"/>
                      <a:pt x="126" y="21"/>
                      <a:pt x="128" y="20"/>
                    </a:cubicBezTo>
                    <a:cubicBezTo>
                      <a:pt x="128" y="16"/>
                      <a:pt x="131" y="13"/>
                      <a:pt x="136" y="13"/>
                    </a:cubicBezTo>
                    <a:cubicBezTo>
                      <a:pt x="135" y="9"/>
                      <a:pt x="137" y="7"/>
                      <a:pt x="141" y="7"/>
                    </a:cubicBezTo>
                    <a:cubicBezTo>
                      <a:pt x="138" y="13"/>
                      <a:pt x="140" y="10"/>
                      <a:pt x="145" y="9"/>
                    </a:cubicBezTo>
                    <a:cubicBezTo>
                      <a:pt x="153" y="0"/>
                      <a:pt x="168" y="9"/>
                      <a:pt x="178" y="9"/>
                    </a:cubicBezTo>
                    <a:close/>
                  </a:path>
                </a:pathLst>
              </a:custGeom>
              <a:grpFill/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5001661" y="2913512"/>
              <a:ext cx="718166" cy="540452"/>
              <a:chOff x="971550" y="1765300"/>
              <a:chExt cx="1090613" cy="820738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 fontScale="40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14" name="Freeform 114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15" name="Freeform 115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16" name="Freeform 116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5570455" y="2586944"/>
              <a:ext cx="1339879" cy="1008321"/>
              <a:chOff x="971550" y="1765300"/>
              <a:chExt cx="1090613" cy="820738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 lnSpcReduction="1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19" name="Freeform 119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20" name="Freeform 120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21" name="Freeform 121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9644609" y="2175414"/>
              <a:ext cx="1339879" cy="1008321"/>
              <a:chOff x="971550" y="1765300"/>
              <a:chExt cx="1090613" cy="820738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 lnSpcReduction="1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24" name="Freeform 124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25" name="Freeform 125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26" name="Freeform 126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10299124" y="4370346"/>
              <a:ext cx="605229" cy="455463"/>
              <a:chOff x="971550" y="1765300"/>
              <a:chExt cx="1090613" cy="820738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29" name="Freeform 129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30" name="Freeform 130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31" name="Freeform 131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7311131" y="3075979"/>
              <a:ext cx="1330521" cy="1001277"/>
              <a:chOff x="971550" y="1765300"/>
              <a:chExt cx="1090613" cy="820738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 lnSpcReduction="1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34" name="Freeform 134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35" name="Freeform 135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36" name="Freeform 136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6200157" y="3844198"/>
              <a:ext cx="1513194" cy="1138753"/>
              <a:chOff x="971550" y="1765300"/>
              <a:chExt cx="1090613" cy="820738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39" name="Freeform 139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0" name="Freeform 140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1" name="Freeform 141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782035" y="3298908"/>
              <a:ext cx="605229" cy="455463"/>
              <a:chOff x="971550" y="1765300"/>
              <a:chExt cx="1090613" cy="820738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4" name="Freeform 144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5" name="Freeform 145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6" name="Freeform 146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8337507" y="3329979"/>
              <a:ext cx="774938" cy="583179"/>
              <a:chOff x="971550" y="1765300"/>
              <a:chExt cx="1090613" cy="820738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 fontScale="475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9" name="Freeform 149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50" name="Freeform 150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51" name="Freeform 151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152" name="Group 152"/>
            <p:cNvGrpSpPr/>
            <p:nvPr/>
          </p:nvGrpSpPr>
          <p:grpSpPr>
            <a:xfrm>
              <a:off x="7896103" y="4580309"/>
              <a:ext cx="492418" cy="370567"/>
              <a:chOff x="971550" y="1765300"/>
              <a:chExt cx="1090613" cy="82073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1057275" y="2230438"/>
                <a:ext cx="1004888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224">
                    <a:moveTo>
                      <a:pt x="5" y="224"/>
                    </a:moveTo>
                    <a:lnTo>
                      <a:pt x="0" y="137"/>
                    </a:lnTo>
                    <a:lnTo>
                      <a:pt x="633" y="0"/>
                    </a:lnTo>
                    <a:lnTo>
                      <a:pt x="5" y="224"/>
                    </a:lnTo>
                    <a:close/>
                  </a:path>
                </a:pathLst>
              </a:custGeom>
              <a:solidFill>
                <a:srgbClr val="768395">
                  <a:alpha val="50000"/>
                  <a:lumMod val="75000"/>
                  <a:lumOff val="25000"/>
                </a:srgbClr>
              </a:solidFill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54" name="Freeform 154"/>
              <p:cNvSpPr/>
              <p:nvPr/>
            </p:nvSpPr>
            <p:spPr>
              <a:xfrm>
                <a:off x="971550" y="1765300"/>
                <a:ext cx="93663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7">
                    <a:moveTo>
                      <a:pt x="59" y="0"/>
                    </a:moveTo>
                    <a:lnTo>
                      <a:pt x="59" y="517"/>
                    </a:lnTo>
                    <a:lnTo>
                      <a:pt x="0" y="46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ctr">
                <a:normAutofit fontScale="925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55" name="Freeform 155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944"/>
              </a:solidFill>
            </p:spPr>
            <p:txBody>
              <a:bodyPr vert="horz" wrap="square" lIns="91440" tIns="45720" rIns="91440" bIns="45720" anchor="ctr">
                <a:normAutofit fontScale="925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56" name="Freeform 156"/>
              <p:cNvSpPr/>
              <p:nvPr/>
            </p:nvSpPr>
            <p:spPr>
              <a:xfrm>
                <a:off x="1065213" y="1765300"/>
                <a:ext cx="85725" cy="820738"/>
              </a:xfrm>
              <a:custGeom>
                <a:avLst/>
                <a:gdLst/>
                <a:ahLst/>
                <a:cxnLst/>
                <a:rect l="l" t="t" r="r" b="b"/>
                <a:pathLst>
                  <a:path w="54" h="517">
                    <a:moveTo>
                      <a:pt x="0" y="0"/>
                    </a:moveTo>
                    <a:lnTo>
                      <a:pt x="0" y="517"/>
                    </a:lnTo>
                    <a:lnTo>
                      <a:pt x="54" y="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</p:spPr>
            <p:txBody>
              <a:bodyPr vert="horz" wrap="square" lIns="91440" tIns="45720" rIns="91440" bIns="45720" anchor="ctr">
                <a:normAutofit fontScale="92500" lnSpcReduction="20000"/>
              </a:bodyPr>
              <a:lstStyle/>
              <a:p>
                <a:pPr marL="0" algn="ctr"/>
                <a:endParaRPr/>
              </a:p>
            </p:txBody>
          </p:sp>
        </p:grpSp>
      </p:grpSp>
      <p:sp>
        <p:nvSpPr>
          <p:cNvPr id="157" name="TextBox 157"/>
          <p:cNvSpPr txBox="1"/>
          <p:nvPr/>
        </p:nvSpPr>
        <p:spPr>
          <a:xfrm>
            <a:off x="1701135" y="1815551"/>
            <a:ext cx="4617473" cy="1209118"/>
          </a:xfrm>
          <a:prstGeom prst="rect">
            <a:avLst/>
          </a:prstGeom>
        </p:spPr>
        <p:txBody>
          <a:bodyPr vert="horz" wrap="square" lIns="108745" tIns="54373" rIns="108745" bIns="54373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integration of search and reasoning enables LLMs to tackle more complex problems by dynamically adapting to new information and real-world conditions; this adaptability is crucial for addressing ambiguous or evolving situations.</a:t>
            </a:r>
            <a:endParaRPr lang="en-US" sz="1100"/>
          </a:p>
        </p:txBody>
      </p:sp>
      <p:grpSp>
        <p:nvGrpSpPr>
          <p:cNvPr id="158" name="Group 158"/>
          <p:cNvGrpSpPr/>
          <p:nvPr/>
        </p:nvGrpSpPr>
        <p:grpSpPr>
          <a:xfrm>
            <a:off x="852700" y="1491841"/>
            <a:ext cx="623014" cy="666411"/>
            <a:chOff x="12188503" y="4014252"/>
            <a:chExt cx="4083160" cy="4086395"/>
          </a:xfrm>
        </p:grpSpPr>
        <p:grpSp>
          <p:nvGrpSpPr>
            <p:cNvPr id="159" name="Group 159"/>
            <p:cNvGrpSpPr/>
            <p:nvPr/>
          </p:nvGrpSpPr>
          <p:grpSpPr>
            <a:xfrm>
              <a:off x="12188503" y="4014252"/>
              <a:ext cx="4083160" cy="4086395"/>
              <a:chOff x="13330222" y="5764695"/>
              <a:chExt cx="2321989" cy="2323829"/>
            </a:xfrm>
          </p:grpSpPr>
          <p:sp>
            <p:nvSpPr>
              <p:cNvPr id="160" name="AutoShape 160"/>
              <p:cNvSpPr/>
              <p:nvPr/>
            </p:nvSpPr>
            <p:spPr>
              <a:xfrm rot="11840417">
                <a:off x="13330222" y="5766832"/>
                <a:ext cx="2321691" cy="2321692"/>
              </a:xfrm>
              <a:prstGeom prst="ellipse">
                <a:avLst/>
              </a:prstGeom>
              <a:solidFill>
                <a:schemeClr val="accent1">
                  <a:alpha val="40000"/>
                </a:schemeClr>
              </a:solidFill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61" name="AutoShape 161"/>
              <p:cNvSpPr/>
              <p:nvPr/>
            </p:nvSpPr>
            <p:spPr>
              <a:xfrm rot="5422425">
                <a:off x="13345422" y="5764398"/>
                <a:ext cx="2306492" cy="2307086"/>
              </a:xfrm>
              <a:prstGeom prst="pie">
                <a:avLst>
                  <a:gd name="adj1" fmla="val 10766470"/>
                  <a:gd name="adj2" fmla="val 9371070"/>
                </a:avLst>
              </a:prstGeom>
              <a:solidFill>
                <a:schemeClr val="accent1"/>
              </a:solidFill>
              <a:effectLst>
                <a:outerShdw dist="38100" algn="ctr" rotWithShape="0">
                  <a:srgbClr val="000000">
                    <a:alpha val="18000"/>
                  </a:srgbClr>
                </a:outerShdw>
              </a:effectLst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62" name="AutoShape 162"/>
              <p:cNvSpPr/>
              <p:nvPr/>
            </p:nvSpPr>
            <p:spPr>
              <a:xfrm rot="5422425">
                <a:off x="13578017" y="6023651"/>
                <a:ext cx="1826101" cy="1826101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lnSpcReduction="10000"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163" name="Freeform 163"/>
            <p:cNvSpPr/>
            <p:nvPr/>
          </p:nvSpPr>
          <p:spPr>
            <a:xfrm>
              <a:off x="13746204" y="5634280"/>
              <a:ext cx="993968" cy="985868"/>
            </a:xfrm>
            <a:custGeom>
              <a:avLst/>
              <a:gdLst/>
              <a:ahLst/>
              <a:cxnLst/>
              <a:rect l="l" t="t" r="r" b="b"/>
              <a:pathLst>
                <a:path w="417" h="417">
                  <a:moveTo>
                    <a:pt x="381" y="203"/>
                  </a:moveTo>
                  <a:lnTo>
                    <a:pt x="381" y="203"/>
                  </a:lnTo>
                  <a:cubicBezTo>
                    <a:pt x="381" y="177"/>
                    <a:pt x="399" y="159"/>
                    <a:pt x="416" y="141"/>
                  </a:cubicBezTo>
                  <a:cubicBezTo>
                    <a:pt x="416" y="132"/>
                    <a:pt x="408" y="115"/>
                    <a:pt x="408" y="106"/>
                  </a:cubicBezTo>
                  <a:cubicBezTo>
                    <a:pt x="372" y="115"/>
                    <a:pt x="354" y="97"/>
                    <a:pt x="337" y="79"/>
                  </a:cubicBezTo>
                  <a:cubicBezTo>
                    <a:pt x="319" y="62"/>
                    <a:pt x="310" y="44"/>
                    <a:pt x="319" y="17"/>
                  </a:cubicBezTo>
                  <a:cubicBezTo>
                    <a:pt x="310" y="9"/>
                    <a:pt x="293" y="0"/>
                    <a:pt x="275" y="0"/>
                  </a:cubicBezTo>
                  <a:cubicBezTo>
                    <a:pt x="266" y="17"/>
                    <a:pt x="240" y="35"/>
                    <a:pt x="213" y="35"/>
                  </a:cubicBezTo>
                  <a:cubicBezTo>
                    <a:pt x="187" y="35"/>
                    <a:pt x="160" y="17"/>
                    <a:pt x="151" y="0"/>
                  </a:cubicBezTo>
                  <a:cubicBezTo>
                    <a:pt x="133" y="0"/>
                    <a:pt x="116" y="9"/>
                    <a:pt x="107" y="17"/>
                  </a:cubicBezTo>
                  <a:cubicBezTo>
                    <a:pt x="116" y="44"/>
                    <a:pt x="107" y="62"/>
                    <a:pt x="89" y="79"/>
                  </a:cubicBezTo>
                  <a:cubicBezTo>
                    <a:pt x="72" y="97"/>
                    <a:pt x="44" y="115"/>
                    <a:pt x="18" y="106"/>
                  </a:cubicBezTo>
                  <a:cubicBezTo>
                    <a:pt x="18" y="115"/>
                    <a:pt x="9" y="132"/>
                    <a:pt x="0" y="141"/>
                  </a:cubicBezTo>
                  <a:cubicBezTo>
                    <a:pt x="27" y="159"/>
                    <a:pt x="44" y="177"/>
                    <a:pt x="44" y="203"/>
                  </a:cubicBezTo>
                  <a:cubicBezTo>
                    <a:pt x="44" y="230"/>
                    <a:pt x="27" y="256"/>
                    <a:pt x="0" y="275"/>
                  </a:cubicBezTo>
                  <a:cubicBezTo>
                    <a:pt x="9" y="283"/>
                    <a:pt x="18" y="301"/>
                    <a:pt x="18" y="310"/>
                  </a:cubicBezTo>
                  <a:cubicBezTo>
                    <a:pt x="44" y="310"/>
                    <a:pt x="72" y="310"/>
                    <a:pt x="89" y="328"/>
                  </a:cubicBezTo>
                  <a:cubicBezTo>
                    <a:pt x="107" y="345"/>
                    <a:pt x="116" y="372"/>
                    <a:pt x="107" y="398"/>
                  </a:cubicBezTo>
                  <a:cubicBezTo>
                    <a:pt x="116" y="407"/>
                    <a:pt x="133" y="407"/>
                    <a:pt x="151" y="416"/>
                  </a:cubicBezTo>
                  <a:cubicBezTo>
                    <a:pt x="160" y="389"/>
                    <a:pt x="187" y="372"/>
                    <a:pt x="213" y="372"/>
                  </a:cubicBezTo>
                  <a:cubicBezTo>
                    <a:pt x="240" y="372"/>
                    <a:pt x="266" y="389"/>
                    <a:pt x="275" y="416"/>
                  </a:cubicBezTo>
                  <a:cubicBezTo>
                    <a:pt x="293" y="407"/>
                    <a:pt x="310" y="407"/>
                    <a:pt x="319" y="398"/>
                  </a:cubicBezTo>
                  <a:cubicBezTo>
                    <a:pt x="310" y="372"/>
                    <a:pt x="319" y="345"/>
                    <a:pt x="337" y="328"/>
                  </a:cubicBezTo>
                  <a:cubicBezTo>
                    <a:pt x="354" y="310"/>
                    <a:pt x="372" y="301"/>
                    <a:pt x="408" y="310"/>
                  </a:cubicBezTo>
                  <a:cubicBezTo>
                    <a:pt x="408" y="292"/>
                    <a:pt x="416" y="283"/>
                    <a:pt x="416" y="265"/>
                  </a:cubicBezTo>
                  <a:cubicBezTo>
                    <a:pt x="399" y="256"/>
                    <a:pt x="381" y="230"/>
                    <a:pt x="381" y="203"/>
                  </a:cubicBezTo>
                  <a:close/>
                  <a:moveTo>
                    <a:pt x="213" y="292"/>
                  </a:moveTo>
                  <a:lnTo>
                    <a:pt x="213" y="292"/>
                  </a:lnTo>
                  <a:cubicBezTo>
                    <a:pt x="160" y="292"/>
                    <a:pt x="125" y="256"/>
                    <a:pt x="125" y="203"/>
                  </a:cubicBezTo>
                  <a:cubicBezTo>
                    <a:pt x="125" y="159"/>
                    <a:pt x="160" y="115"/>
                    <a:pt x="213" y="115"/>
                  </a:cubicBezTo>
                  <a:cubicBezTo>
                    <a:pt x="266" y="115"/>
                    <a:pt x="301" y="159"/>
                    <a:pt x="301" y="203"/>
                  </a:cubicBezTo>
                  <a:cubicBezTo>
                    <a:pt x="301" y="256"/>
                    <a:pt x="266" y="292"/>
                    <a:pt x="213" y="292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852700" y="3171263"/>
            <a:ext cx="623014" cy="666411"/>
            <a:chOff x="12188503" y="4014252"/>
            <a:chExt cx="4083160" cy="4086395"/>
          </a:xfrm>
        </p:grpSpPr>
        <p:grpSp>
          <p:nvGrpSpPr>
            <p:cNvPr id="165" name="Group 165"/>
            <p:cNvGrpSpPr/>
            <p:nvPr/>
          </p:nvGrpSpPr>
          <p:grpSpPr>
            <a:xfrm>
              <a:off x="12188503" y="4014252"/>
              <a:ext cx="4083160" cy="4086395"/>
              <a:chOff x="13330222" y="5764695"/>
              <a:chExt cx="2321989" cy="2323829"/>
            </a:xfrm>
          </p:grpSpPr>
          <p:sp>
            <p:nvSpPr>
              <p:cNvPr id="166" name="AutoShape 166"/>
              <p:cNvSpPr/>
              <p:nvPr/>
            </p:nvSpPr>
            <p:spPr>
              <a:xfrm rot="11840417">
                <a:off x="13330222" y="5766832"/>
                <a:ext cx="2321691" cy="2321692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67" name="AutoShape 167"/>
              <p:cNvSpPr/>
              <p:nvPr/>
            </p:nvSpPr>
            <p:spPr>
              <a:xfrm rot="5422425">
                <a:off x="13345422" y="5764398"/>
                <a:ext cx="2306492" cy="2307086"/>
              </a:xfrm>
              <a:prstGeom prst="pie">
                <a:avLst>
                  <a:gd name="adj1" fmla="val 10766470"/>
                  <a:gd name="adj2" fmla="val 9371070"/>
                </a:avLst>
              </a:prstGeom>
              <a:solidFill>
                <a:schemeClr val="accent2"/>
              </a:solidFill>
              <a:effectLst>
                <a:outerShdw dist="38100" algn="ctr" rotWithShape="0">
                  <a:srgbClr val="000000">
                    <a:alpha val="18000"/>
                  </a:srgbClr>
                </a:outerShdw>
              </a:effectLst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68" name="AutoShape 168"/>
              <p:cNvSpPr/>
              <p:nvPr/>
            </p:nvSpPr>
            <p:spPr>
              <a:xfrm rot="5422425">
                <a:off x="13578017" y="6023651"/>
                <a:ext cx="1826101" cy="1826101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lnSpcReduction="10000"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169" name="Freeform 169"/>
            <p:cNvSpPr/>
            <p:nvPr/>
          </p:nvSpPr>
          <p:spPr>
            <a:xfrm>
              <a:off x="13746204" y="5634280"/>
              <a:ext cx="993968" cy="985868"/>
            </a:xfrm>
            <a:custGeom>
              <a:avLst/>
              <a:gdLst/>
              <a:ahLst/>
              <a:cxnLst/>
              <a:rect l="l" t="t" r="r" b="b"/>
              <a:pathLst>
                <a:path w="417" h="417">
                  <a:moveTo>
                    <a:pt x="381" y="203"/>
                  </a:moveTo>
                  <a:lnTo>
                    <a:pt x="381" y="203"/>
                  </a:lnTo>
                  <a:cubicBezTo>
                    <a:pt x="381" y="177"/>
                    <a:pt x="399" y="159"/>
                    <a:pt x="416" y="141"/>
                  </a:cubicBezTo>
                  <a:cubicBezTo>
                    <a:pt x="416" y="132"/>
                    <a:pt x="408" y="115"/>
                    <a:pt x="408" y="106"/>
                  </a:cubicBezTo>
                  <a:cubicBezTo>
                    <a:pt x="372" y="115"/>
                    <a:pt x="354" y="97"/>
                    <a:pt x="337" y="79"/>
                  </a:cubicBezTo>
                  <a:cubicBezTo>
                    <a:pt x="319" y="62"/>
                    <a:pt x="310" y="44"/>
                    <a:pt x="319" y="17"/>
                  </a:cubicBezTo>
                  <a:cubicBezTo>
                    <a:pt x="310" y="9"/>
                    <a:pt x="293" y="0"/>
                    <a:pt x="275" y="0"/>
                  </a:cubicBezTo>
                  <a:cubicBezTo>
                    <a:pt x="266" y="17"/>
                    <a:pt x="240" y="35"/>
                    <a:pt x="213" y="35"/>
                  </a:cubicBezTo>
                  <a:cubicBezTo>
                    <a:pt x="187" y="35"/>
                    <a:pt x="160" y="17"/>
                    <a:pt x="151" y="0"/>
                  </a:cubicBezTo>
                  <a:cubicBezTo>
                    <a:pt x="133" y="0"/>
                    <a:pt x="116" y="9"/>
                    <a:pt x="107" y="17"/>
                  </a:cubicBezTo>
                  <a:cubicBezTo>
                    <a:pt x="116" y="44"/>
                    <a:pt x="107" y="62"/>
                    <a:pt x="89" y="79"/>
                  </a:cubicBezTo>
                  <a:cubicBezTo>
                    <a:pt x="72" y="97"/>
                    <a:pt x="44" y="115"/>
                    <a:pt x="18" y="106"/>
                  </a:cubicBezTo>
                  <a:cubicBezTo>
                    <a:pt x="18" y="115"/>
                    <a:pt x="9" y="132"/>
                    <a:pt x="0" y="141"/>
                  </a:cubicBezTo>
                  <a:cubicBezTo>
                    <a:pt x="27" y="159"/>
                    <a:pt x="44" y="177"/>
                    <a:pt x="44" y="203"/>
                  </a:cubicBezTo>
                  <a:cubicBezTo>
                    <a:pt x="44" y="230"/>
                    <a:pt x="27" y="256"/>
                    <a:pt x="0" y="275"/>
                  </a:cubicBezTo>
                  <a:cubicBezTo>
                    <a:pt x="9" y="283"/>
                    <a:pt x="18" y="301"/>
                    <a:pt x="18" y="310"/>
                  </a:cubicBezTo>
                  <a:cubicBezTo>
                    <a:pt x="44" y="310"/>
                    <a:pt x="72" y="310"/>
                    <a:pt x="89" y="328"/>
                  </a:cubicBezTo>
                  <a:cubicBezTo>
                    <a:pt x="107" y="345"/>
                    <a:pt x="116" y="372"/>
                    <a:pt x="107" y="398"/>
                  </a:cubicBezTo>
                  <a:cubicBezTo>
                    <a:pt x="116" y="407"/>
                    <a:pt x="133" y="407"/>
                    <a:pt x="151" y="416"/>
                  </a:cubicBezTo>
                  <a:cubicBezTo>
                    <a:pt x="160" y="389"/>
                    <a:pt x="187" y="372"/>
                    <a:pt x="213" y="372"/>
                  </a:cubicBezTo>
                  <a:cubicBezTo>
                    <a:pt x="240" y="372"/>
                    <a:pt x="266" y="389"/>
                    <a:pt x="275" y="416"/>
                  </a:cubicBezTo>
                  <a:cubicBezTo>
                    <a:pt x="293" y="407"/>
                    <a:pt x="310" y="407"/>
                    <a:pt x="319" y="398"/>
                  </a:cubicBezTo>
                  <a:cubicBezTo>
                    <a:pt x="310" y="372"/>
                    <a:pt x="319" y="345"/>
                    <a:pt x="337" y="328"/>
                  </a:cubicBezTo>
                  <a:cubicBezTo>
                    <a:pt x="354" y="310"/>
                    <a:pt x="372" y="301"/>
                    <a:pt x="408" y="310"/>
                  </a:cubicBezTo>
                  <a:cubicBezTo>
                    <a:pt x="408" y="292"/>
                    <a:pt x="416" y="283"/>
                    <a:pt x="416" y="265"/>
                  </a:cubicBezTo>
                  <a:cubicBezTo>
                    <a:pt x="399" y="256"/>
                    <a:pt x="381" y="230"/>
                    <a:pt x="381" y="203"/>
                  </a:cubicBezTo>
                  <a:close/>
                  <a:moveTo>
                    <a:pt x="213" y="292"/>
                  </a:moveTo>
                  <a:lnTo>
                    <a:pt x="213" y="292"/>
                  </a:lnTo>
                  <a:cubicBezTo>
                    <a:pt x="160" y="292"/>
                    <a:pt x="125" y="256"/>
                    <a:pt x="125" y="203"/>
                  </a:cubicBezTo>
                  <a:cubicBezTo>
                    <a:pt x="125" y="159"/>
                    <a:pt x="160" y="115"/>
                    <a:pt x="213" y="115"/>
                  </a:cubicBezTo>
                  <a:cubicBezTo>
                    <a:pt x="266" y="115"/>
                    <a:pt x="301" y="159"/>
                    <a:pt x="301" y="203"/>
                  </a:cubicBezTo>
                  <a:cubicBezTo>
                    <a:pt x="301" y="256"/>
                    <a:pt x="266" y="292"/>
                    <a:pt x="213" y="292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852699" y="4717559"/>
            <a:ext cx="623015" cy="666411"/>
            <a:chOff x="12188503" y="4014252"/>
            <a:chExt cx="4083167" cy="4086395"/>
          </a:xfrm>
        </p:grpSpPr>
        <p:grpSp>
          <p:nvGrpSpPr>
            <p:cNvPr id="171" name="Group 171"/>
            <p:cNvGrpSpPr/>
            <p:nvPr/>
          </p:nvGrpSpPr>
          <p:grpSpPr>
            <a:xfrm>
              <a:off x="12188503" y="4014252"/>
              <a:ext cx="4083167" cy="4086395"/>
              <a:chOff x="13330222" y="5764695"/>
              <a:chExt cx="2321993" cy="2323829"/>
            </a:xfrm>
          </p:grpSpPr>
          <p:sp>
            <p:nvSpPr>
              <p:cNvPr id="172" name="AutoShape 172"/>
              <p:cNvSpPr/>
              <p:nvPr/>
            </p:nvSpPr>
            <p:spPr>
              <a:xfrm rot="11840417">
                <a:off x="13330222" y="5766832"/>
                <a:ext cx="2321691" cy="2321692"/>
              </a:xfrm>
              <a:prstGeom prst="ellipse">
                <a:avLst/>
              </a:prstGeom>
              <a:solidFill>
                <a:schemeClr val="accent3">
                  <a:alpha val="40000"/>
                </a:schemeClr>
              </a:solidFill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73" name="AutoShape 173"/>
              <p:cNvSpPr/>
              <p:nvPr/>
            </p:nvSpPr>
            <p:spPr>
              <a:xfrm rot="5422425">
                <a:off x="13345427" y="5764398"/>
                <a:ext cx="2306492" cy="2307085"/>
              </a:xfrm>
              <a:prstGeom prst="pie">
                <a:avLst>
                  <a:gd name="adj1" fmla="val 10766470"/>
                  <a:gd name="adj2" fmla="val 9371070"/>
                </a:avLst>
              </a:prstGeom>
              <a:solidFill>
                <a:schemeClr val="accent3"/>
              </a:solidFill>
              <a:effectLst>
                <a:outerShdw dist="38100" algn="ctr" rotWithShape="0">
                  <a:srgbClr val="000000">
                    <a:alpha val="18000"/>
                  </a:srgbClr>
                </a:outerShdw>
              </a:effectLst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74" name="AutoShape 174"/>
              <p:cNvSpPr/>
              <p:nvPr/>
            </p:nvSpPr>
            <p:spPr>
              <a:xfrm rot="5422425">
                <a:off x="13578017" y="6023651"/>
                <a:ext cx="1826101" cy="1826101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lnSpcReduction="10000"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175" name="Freeform 175"/>
            <p:cNvSpPr/>
            <p:nvPr/>
          </p:nvSpPr>
          <p:spPr>
            <a:xfrm>
              <a:off x="13746204" y="5634280"/>
              <a:ext cx="993968" cy="985868"/>
            </a:xfrm>
            <a:custGeom>
              <a:avLst/>
              <a:gdLst/>
              <a:ahLst/>
              <a:cxnLst/>
              <a:rect l="l" t="t" r="r" b="b"/>
              <a:pathLst>
                <a:path w="417" h="417">
                  <a:moveTo>
                    <a:pt x="381" y="203"/>
                  </a:moveTo>
                  <a:lnTo>
                    <a:pt x="381" y="203"/>
                  </a:lnTo>
                  <a:cubicBezTo>
                    <a:pt x="381" y="177"/>
                    <a:pt x="399" y="159"/>
                    <a:pt x="416" y="141"/>
                  </a:cubicBezTo>
                  <a:cubicBezTo>
                    <a:pt x="416" y="132"/>
                    <a:pt x="408" y="115"/>
                    <a:pt x="408" y="106"/>
                  </a:cubicBezTo>
                  <a:cubicBezTo>
                    <a:pt x="372" y="115"/>
                    <a:pt x="354" y="97"/>
                    <a:pt x="337" y="79"/>
                  </a:cubicBezTo>
                  <a:cubicBezTo>
                    <a:pt x="319" y="62"/>
                    <a:pt x="310" y="44"/>
                    <a:pt x="319" y="17"/>
                  </a:cubicBezTo>
                  <a:cubicBezTo>
                    <a:pt x="310" y="9"/>
                    <a:pt x="293" y="0"/>
                    <a:pt x="275" y="0"/>
                  </a:cubicBezTo>
                  <a:cubicBezTo>
                    <a:pt x="266" y="17"/>
                    <a:pt x="240" y="35"/>
                    <a:pt x="213" y="35"/>
                  </a:cubicBezTo>
                  <a:cubicBezTo>
                    <a:pt x="187" y="35"/>
                    <a:pt x="160" y="17"/>
                    <a:pt x="151" y="0"/>
                  </a:cubicBezTo>
                  <a:cubicBezTo>
                    <a:pt x="133" y="0"/>
                    <a:pt x="116" y="9"/>
                    <a:pt x="107" y="17"/>
                  </a:cubicBezTo>
                  <a:cubicBezTo>
                    <a:pt x="116" y="44"/>
                    <a:pt x="107" y="62"/>
                    <a:pt x="89" y="79"/>
                  </a:cubicBezTo>
                  <a:cubicBezTo>
                    <a:pt x="72" y="97"/>
                    <a:pt x="44" y="115"/>
                    <a:pt x="18" y="106"/>
                  </a:cubicBezTo>
                  <a:cubicBezTo>
                    <a:pt x="18" y="115"/>
                    <a:pt x="9" y="132"/>
                    <a:pt x="0" y="141"/>
                  </a:cubicBezTo>
                  <a:cubicBezTo>
                    <a:pt x="27" y="159"/>
                    <a:pt x="44" y="177"/>
                    <a:pt x="44" y="203"/>
                  </a:cubicBezTo>
                  <a:cubicBezTo>
                    <a:pt x="44" y="230"/>
                    <a:pt x="27" y="256"/>
                    <a:pt x="0" y="275"/>
                  </a:cubicBezTo>
                  <a:cubicBezTo>
                    <a:pt x="9" y="283"/>
                    <a:pt x="18" y="301"/>
                    <a:pt x="18" y="310"/>
                  </a:cubicBezTo>
                  <a:cubicBezTo>
                    <a:pt x="44" y="310"/>
                    <a:pt x="72" y="310"/>
                    <a:pt x="89" y="328"/>
                  </a:cubicBezTo>
                  <a:cubicBezTo>
                    <a:pt x="107" y="345"/>
                    <a:pt x="116" y="372"/>
                    <a:pt x="107" y="398"/>
                  </a:cubicBezTo>
                  <a:cubicBezTo>
                    <a:pt x="116" y="407"/>
                    <a:pt x="133" y="407"/>
                    <a:pt x="151" y="416"/>
                  </a:cubicBezTo>
                  <a:cubicBezTo>
                    <a:pt x="160" y="389"/>
                    <a:pt x="187" y="372"/>
                    <a:pt x="213" y="372"/>
                  </a:cubicBezTo>
                  <a:cubicBezTo>
                    <a:pt x="240" y="372"/>
                    <a:pt x="266" y="389"/>
                    <a:pt x="275" y="416"/>
                  </a:cubicBezTo>
                  <a:cubicBezTo>
                    <a:pt x="293" y="407"/>
                    <a:pt x="310" y="407"/>
                    <a:pt x="319" y="398"/>
                  </a:cubicBezTo>
                  <a:cubicBezTo>
                    <a:pt x="310" y="372"/>
                    <a:pt x="319" y="345"/>
                    <a:pt x="337" y="328"/>
                  </a:cubicBezTo>
                  <a:cubicBezTo>
                    <a:pt x="354" y="310"/>
                    <a:pt x="372" y="301"/>
                    <a:pt x="408" y="310"/>
                  </a:cubicBezTo>
                  <a:cubicBezTo>
                    <a:pt x="408" y="292"/>
                    <a:pt x="416" y="283"/>
                    <a:pt x="416" y="265"/>
                  </a:cubicBezTo>
                  <a:cubicBezTo>
                    <a:pt x="399" y="256"/>
                    <a:pt x="381" y="230"/>
                    <a:pt x="381" y="203"/>
                  </a:cubicBezTo>
                  <a:close/>
                  <a:moveTo>
                    <a:pt x="213" y="292"/>
                  </a:moveTo>
                  <a:lnTo>
                    <a:pt x="213" y="292"/>
                  </a:lnTo>
                  <a:cubicBezTo>
                    <a:pt x="160" y="292"/>
                    <a:pt x="125" y="256"/>
                    <a:pt x="125" y="203"/>
                  </a:cubicBezTo>
                  <a:cubicBezTo>
                    <a:pt x="125" y="159"/>
                    <a:pt x="160" y="115"/>
                    <a:pt x="213" y="115"/>
                  </a:cubicBezTo>
                  <a:cubicBezTo>
                    <a:pt x="266" y="115"/>
                    <a:pt x="301" y="159"/>
                    <a:pt x="301" y="203"/>
                  </a:cubicBezTo>
                  <a:cubicBezTo>
                    <a:pt x="301" y="256"/>
                    <a:pt x="266" y="292"/>
                    <a:pt x="213" y="292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76" name="TextBox 176"/>
          <p:cNvSpPr txBox="1"/>
          <p:nvPr/>
        </p:nvSpPr>
        <p:spPr>
          <a:xfrm>
            <a:off x="1701136" y="1497380"/>
            <a:ext cx="4617473" cy="3511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Enhancing Problem-Solving</a:t>
            </a:r>
            <a:endParaRPr lang="en-US" sz="1100"/>
          </a:p>
        </p:txBody>
      </p:sp>
      <p:sp>
        <p:nvSpPr>
          <p:cNvPr id="177" name="TextBox 177"/>
          <p:cNvSpPr txBox="1"/>
          <p:nvPr/>
        </p:nvSpPr>
        <p:spPr>
          <a:xfrm>
            <a:off x="1701134" y="3435458"/>
            <a:ext cx="4617473" cy="977426"/>
          </a:xfrm>
          <a:prstGeom prst="rect">
            <a:avLst/>
          </a:prstGeom>
        </p:spPr>
        <p:txBody>
          <a:bodyPr vert="horz" wrap="square" lIns="108745" tIns="54373" rIns="108745" bIns="54373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Explain how search results are incorporated into the reasoning process, allowing the LLM to refine its understanding and make better-informed decisions; this iterative feedback loop enhances precision and relevance.</a:t>
            </a:r>
            <a:endParaRPr lang="en-US" sz="1100"/>
          </a:p>
        </p:txBody>
      </p:sp>
      <p:sp>
        <p:nvSpPr>
          <p:cNvPr id="178" name="TextBox 178"/>
          <p:cNvSpPr txBox="1"/>
          <p:nvPr/>
        </p:nvSpPr>
        <p:spPr>
          <a:xfrm>
            <a:off x="1728295" y="3120813"/>
            <a:ext cx="4617473" cy="3511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Reasoning Process</a:t>
            </a:r>
            <a:endParaRPr lang="en-US" sz="1100"/>
          </a:p>
        </p:txBody>
      </p:sp>
      <p:sp>
        <p:nvSpPr>
          <p:cNvPr id="179" name="TextBox 179"/>
          <p:cNvSpPr txBox="1"/>
          <p:nvPr/>
        </p:nvSpPr>
        <p:spPr>
          <a:xfrm>
            <a:off x="1701133" y="4897125"/>
            <a:ext cx="4617473" cy="977426"/>
          </a:xfrm>
          <a:prstGeom prst="rect">
            <a:avLst/>
          </a:prstGeom>
        </p:spPr>
        <p:txBody>
          <a:bodyPr vert="horz" wrap="square" lIns="108745" tIns="54373" rIns="108745" bIns="54373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Describe how ReSearch integrates functionalities that allow LLMs to perform search operations as part of their reasoning workflow; this involves breaking down complex queries into manageable search tasks.</a:t>
            </a:r>
            <a:endParaRPr lang="en-US" sz="1100"/>
          </a:p>
        </p:txBody>
      </p:sp>
      <p:sp>
        <p:nvSpPr>
          <p:cNvPr id="180" name="TextBox 180"/>
          <p:cNvSpPr txBox="1"/>
          <p:nvPr/>
        </p:nvSpPr>
        <p:spPr>
          <a:xfrm>
            <a:off x="1701136" y="4631340"/>
            <a:ext cx="4617473" cy="3511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Integrating Search Operations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30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Key Design Decisions</a:t>
            </a:r>
          </a:p>
        </p:txBody>
      </p:sp>
      <p:sp>
        <p:nvSpPr>
          <p:cNvPr id="3" name="Freeform 3"/>
          <p:cNvSpPr/>
          <p:nvPr/>
        </p:nvSpPr>
        <p:spPr>
          <a:xfrm>
            <a:off x="2996192" y="3190749"/>
            <a:ext cx="1739504" cy="1739503"/>
          </a:xfrm>
          <a:custGeom>
            <a:avLst/>
            <a:gdLst/>
            <a:ahLst/>
            <a:cxnLst/>
            <a:rect l="l" t="t" r="r" b="b"/>
            <a:pathLst>
              <a:path w="1840" h="1840">
                <a:moveTo>
                  <a:pt x="1827" y="1080"/>
                </a:moveTo>
                <a:cubicBezTo>
                  <a:pt x="1840" y="964"/>
                  <a:pt x="1840" y="964"/>
                  <a:pt x="1840" y="964"/>
                </a:cubicBezTo>
                <a:cubicBezTo>
                  <a:pt x="1690" y="906"/>
                  <a:pt x="1690" y="906"/>
                  <a:pt x="1690" y="906"/>
                </a:cubicBezTo>
                <a:cubicBezTo>
                  <a:pt x="1689" y="874"/>
                  <a:pt x="1687" y="841"/>
                  <a:pt x="1682" y="808"/>
                </a:cubicBezTo>
                <a:cubicBezTo>
                  <a:pt x="1823" y="726"/>
                  <a:pt x="1823" y="726"/>
                  <a:pt x="1823" y="726"/>
                </a:cubicBezTo>
                <a:cubicBezTo>
                  <a:pt x="1791" y="614"/>
                  <a:pt x="1791" y="614"/>
                  <a:pt x="1791" y="614"/>
                </a:cubicBezTo>
                <a:cubicBezTo>
                  <a:pt x="1628" y="618"/>
                  <a:pt x="1628" y="618"/>
                  <a:pt x="1628" y="618"/>
                </a:cubicBezTo>
                <a:cubicBezTo>
                  <a:pt x="1614" y="584"/>
                  <a:pt x="1597" y="552"/>
                  <a:pt x="1578" y="521"/>
                </a:cubicBezTo>
                <a:cubicBezTo>
                  <a:pt x="1675" y="392"/>
                  <a:pt x="1675" y="392"/>
                  <a:pt x="1675" y="392"/>
                </a:cubicBezTo>
                <a:cubicBezTo>
                  <a:pt x="1602" y="301"/>
                  <a:pt x="1602" y="301"/>
                  <a:pt x="1602" y="301"/>
                </a:cubicBezTo>
                <a:cubicBezTo>
                  <a:pt x="1455" y="366"/>
                  <a:pt x="1455" y="366"/>
                  <a:pt x="1455" y="366"/>
                </a:cubicBezTo>
                <a:cubicBezTo>
                  <a:pt x="1431" y="344"/>
                  <a:pt x="1406" y="322"/>
                  <a:pt x="1379" y="303"/>
                </a:cubicBezTo>
                <a:cubicBezTo>
                  <a:pt x="1420" y="147"/>
                  <a:pt x="1420" y="147"/>
                  <a:pt x="1420" y="147"/>
                </a:cubicBezTo>
                <a:cubicBezTo>
                  <a:pt x="1318" y="90"/>
                  <a:pt x="1318" y="90"/>
                  <a:pt x="1318" y="90"/>
                </a:cubicBezTo>
                <a:cubicBezTo>
                  <a:pt x="1206" y="206"/>
                  <a:pt x="1206" y="206"/>
                  <a:pt x="1206" y="206"/>
                </a:cubicBezTo>
                <a:cubicBezTo>
                  <a:pt x="1173" y="193"/>
                  <a:pt x="1139" y="181"/>
                  <a:pt x="1103" y="173"/>
                </a:cubicBezTo>
                <a:cubicBezTo>
                  <a:pt x="1080" y="13"/>
                  <a:pt x="1080" y="13"/>
                  <a:pt x="1080" y="13"/>
                </a:cubicBezTo>
                <a:cubicBezTo>
                  <a:pt x="964" y="0"/>
                  <a:pt x="964" y="0"/>
                  <a:pt x="964" y="0"/>
                </a:cubicBezTo>
                <a:cubicBezTo>
                  <a:pt x="906" y="151"/>
                  <a:pt x="906" y="151"/>
                  <a:pt x="906" y="151"/>
                </a:cubicBezTo>
                <a:cubicBezTo>
                  <a:pt x="874" y="151"/>
                  <a:pt x="841" y="154"/>
                  <a:pt x="808" y="159"/>
                </a:cubicBezTo>
                <a:cubicBezTo>
                  <a:pt x="726" y="17"/>
                  <a:pt x="726" y="17"/>
                  <a:pt x="726" y="17"/>
                </a:cubicBezTo>
                <a:cubicBezTo>
                  <a:pt x="613" y="49"/>
                  <a:pt x="613" y="49"/>
                  <a:pt x="613" y="49"/>
                </a:cubicBezTo>
                <a:cubicBezTo>
                  <a:pt x="617" y="213"/>
                  <a:pt x="617" y="213"/>
                  <a:pt x="617" y="213"/>
                </a:cubicBezTo>
                <a:cubicBezTo>
                  <a:pt x="584" y="227"/>
                  <a:pt x="552" y="244"/>
                  <a:pt x="521" y="262"/>
                </a:cubicBezTo>
                <a:cubicBezTo>
                  <a:pt x="392" y="166"/>
                  <a:pt x="392" y="166"/>
                  <a:pt x="392" y="166"/>
                </a:cubicBezTo>
                <a:cubicBezTo>
                  <a:pt x="301" y="239"/>
                  <a:pt x="301" y="239"/>
                  <a:pt x="301" y="239"/>
                </a:cubicBezTo>
                <a:cubicBezTo>
                  <a:pt x="366" y="386"/>
                  <a:pt x="366" y="386"/>
                  <a:pt x="366" y="386"/>
                </a:cubicBezTo>
                <a:cubicBezTo>
                  <a:pt x="343" y="410"/>
                  <a:pt x="322" y="435"/>
                  <a:pt x="303" y="461"/>
                </a:cubicBezTo>
                <a:cubicBezTo>
                  <a:pt x="147" y="420"/>
                  <a:pt x="147" y="420"/>
                  <a:pt x="147" y="420"/>
                </a:cubicBezTo>
                <a:cubicBezTo>
                  <a:pt x="89" y="522"/>
                  <a:pt x="89" y="522"/>
                  <a:pt x="89" y="522"/>
                </a:cubicBezTo>
                <a:cubicBezTo>
                  <a:pt x="206" y="634"/>
                  <a:pt x="206" y="634"/>
                  <a:pt x="206" y="634"/>
                </a:cubicBezTo>
                <a:cubicBezTo>
                  <a:pt x="192" y="668"/>
                  <a:pt x="181" y="702"/>
                  <a:pt x="173" y="737"/>
                </a:cubicBezTo>
                <a:cubicBezTo>
                  <a:pt x="13" y="760"/>
                  <a:pt x="13" y="760"/>
                  <a:pt x="13" y="760"/>
                </a:cubicBezTo>
                <a:cubicBezTo>
                  <a:pt x="0" y="877"/>
                  <a:pt x="0" y="877"/>
                  <a:pt x="0" y="877"/>
                </a:cubicBezTo>
                <a:cubicBezTo>
                  <a:pt x="151" y="934"/>
                  <a:pt x="151" y="934"/>
                  <a:pt x="151" y="934"/>
                </a:cubicBezTo>
                <a:cubicBezTo>
                  <a:pt x="151" y="967"/>
                  <a:pt x="154" y="1000"/>
                  <a:pt x="159" y="1032"/>
                </a:cubicBezTo>
                <a:cubicBezTo>
                  <a:pt x="17" y="1115"/>
                  <a:pt x="17" y="1115"/>
                  <a:pt x="17" y="1115"/>
                </a:cubicBezTo>
                <a:cubicBezTo>
                  <a:pt x="49" y="1227"/>
                  <a:pt x="49" y="1227"/>
                  <a:pt x="49" y="1227"/>
                </a:cubicBezTo>
                <a:cubicBezTo>
                  <a:pt x="212" y="1223"/>
                  <a:pt x="212" y="1223"/>
                  <a:pt x="212" y="1223"/>
                </a:cubicBezTo>
                <a:cubicBezTo>
                  <a:pt x="227" y="1257"/>
                  <a:pt x="243" y="1289"/>
                  <a:pt x="262" y="1320"/>
                </a:cubicBezTo>
                <a:cubicBezTo>
                  <a:pt x="166" y="1449"/>
                  <a:pt x="166" y="1449"/>
                  <a:pt x="166" y="1449"/>
                </a:cubicBezTo>
                <a:cubicBezTo>
                  <a:pt x="239" y="1540"/>
                  <a:pt x="239" y="1540"/>
                  <a:pt x="239" y="1540"/>
                </a:cubicBezTo>
                <a:cubicBezTo>
                  <a:pt x="386" y="1474"/>
                  <a:pt x="386" y="1474"/>
                  <a:pt x="386" y="1474"/>
                </a:cubicBezTo>
                <a:cubicBezTo>
                  <a:pt x="410" y="1497"/>
                  <a:pt x="435" y="1518"/>
                  <a:pt x="461" y="1538"/>
                </a:cubicBezTo>
                <a:cubicBezTo>
                  <a:pt x="420" y="1694"/>
                  <a:pt x="420" y="1694"/>
                  <a:pt x="420" y="1694"/>
                </a:cubicBezTo>
                <a:cubicBezTo>
                  <a:pt x="522" y="1751"/>
                  <a:pt x="522" y="1751"/>
                  <a:pt x="522" y="1751"/>
                </a:cubicBezTo>
                <a:cubicBezTo>
                  <a:pt x="634" y="1635"/>
                  <a:pt x="634" y="1635"/>
                  <a:pt x="634" y="1635"/>
                </a:cubicBezTo>
                <a:cubicBezTo>
                  <a:pt x="667" y="1648"/>
                  <a:pt x="702" y="1659"/>
                  <a:pt x="737" y="1668"/>
                </a:cubicBezTo>
                <a:cubicBezTo>
                  <a:pt x="760" y="1827"/>
                  <a:pt x="760" y="1827"/>
                  <a:pt x="760" y="1827"/>
                </a:cubicBezTo>
                <a:cubicBezTo>
                  <a:pt x="876" y="1840"/>
                  <a:pt x="876" y="1840"/>
                  <a:pt x="876" y="1840"/>
                </a:cubicBezTo>
                <a:cubicBezTo>
                  <a:pt x="934" y="1690"/>
                  <a:pt x="934" y="1690"/>
                  <a:pt x="934" y="1690"/>
                </a:cubicBezTo>
                <a:cubicBezTo>
                  <a:pt x="967" y="1689"/>
                  <a:pt x="1000" y="1687"/>
                  <a:pt x="1032" y="1682"/>
                </a:cubicBezTo>
                <a:cubicBezTo>
                  <a:pt x="1114" y="1823"/>
                  <a:pt x="1114" y="1823"/>
                  <a:pt x="1114" y="1823"/>
                </a:cubicBezTo>
                <a:cubicBezTo>
                  <a:pt x="1227" y="1791"/>
                  <a:pt x="1227" y="1791"/>
                  <a:pt x="1227" y="1791"/>
                </a:cubicBezTo>
                <a:cubicBezTo>
                  <a:pt x="1223" y="1628"/>
                  <a:pt x="1223" y="1628"/>
                  <a:pt x="1223" y="1628"/>
                </a:cubicBezTo>
                <a:cubicBezTo>
                  <a:pt x="1256" y="1614"/>
                  <a:pt x="1289" y="1597"/>
                  <a:pt x="1319" y="1579"/>
                </a:cubicBezTo>
                <a:cubicBezTo>
                  <a:pt x="1448" y="1675"/>
                  <a:pt x="1448" y="1675"/>
                  <a:pt x="1448" y="1675"/>
                </a:cubicBezTo>
                <a:cubicBezTo>
                  <a:pt x="1540" y="1602"/>
                  <a:pt x="1540" y="1602"/>
                  <a:pt x="1540" y="1602"/>
                </a:cubicBezTo>
                <a:cubicBezTo>
                  <a:pt x="1474" y="1455"/>
                  <a:pt x="1474" y="1455"/>
                  <a:pt x="1474" y="1455"/>
                </a:cubicBezTo>
                <a:cubicBezTo>
                  <a:pt x="1497" y="1431"/>
                  <a:pt x="1518" y="1406"/>
                  <a:pt x="1538" y="1380"/>
                </a:cubicBezTo>
                <a:cubicBezTo>
                  <a:pt x="1694" y="1420"/>
                  <a:pt x="1694" y="1420"/>
                  <a:pt x="1694" y="1420"/>
                </a:cubicBezTo>
                <a:cubicBezTo>
                  <a:pt x="1751" y="1318"/>
                  <a:pt x="1751" y="1318"/>
                  <a:pt x="1751" y="1318"/>
                </a:cubicBezTo>
                <a:cubicBezTo>
                  <a:pt x="1635" y="1207"/>
                  <a:pt x="1635" y="1207"/>
                  <a:pt x="1635" y="1207"/>
                </a:cubicBezTo>
                <a:cubicBezTo>
                  <a:pt x="1648" y="1173"/>
                  <a:pt x="1659" y="1139"/>
                  <a:pt x="1668" y="1104"/>
                </a:cubicBezTo>
                <a:lnTo>
                  <a:pt x="1827" y="1080"/>
                </a:lnTo>
                <a:close/>
                <a:moveTo>
                  <a:pt x="1081" y="1490"/>
                </a:moveTo>
                <a:cubicBezTo>
                  <a:pt x="766" y="1579"/>
                  <a:pt x="439" y="1396"/>
                  <a:pt x="350" y="1081"/>
                </a:cubicBezTo>
                <a:cubicBezTo>
                  <a:pt x="262" y="767"/>
                  <a:pt x="445" y="439"/>
                  <a:pt x="759" y="351"/>
                </a:cubicBezTo>
                <a:cubicBezTo>
                  <a:pt x="1074" y="262"/>
                  <a:pt x="1401" y="445"/>
                  <a:pt x="1490" y="760"/>
                </a:cubicBezTo>
                <a:cubicBezTo>
                  <a:pt x="1579" y="1074"/>
                  <a:pt x="1396" y="1401"/>
                  <a:pt x="1081" y="149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897710" y="2823372"/>
            <a:ext cx="1262063" cy="1262063"/>
          </a:xfrm>
          <a:custGeom>
            <a:avLst/>
            <a:gdLst/>
            <a:ahLst/>
            <a:cxnLst/>
            <a:rect l="l" t="t" r="r" b="b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 rot="21321938">
            <a:off x="2754207" y="1936506"/>
            <a:ext cx="1262063" cy="1262063"/>
          </a:xfrm>
          <a:custGeom>
            <a:avLst/>
            <a:gdLst/>
            <a:ahLst/>
            <a:cxnLst/>
            <a:rect l="l" t="t" r="r" b="b"/>
            <a:pathLst>
              <a:path w="1335" h="1335">
                <a:moveTo>
                  <a:pt x="1326" y="784"/>
                </a:moveTo>
                <a:cubicBezTo>
                  <a:pt x="1335" y="699"/>
                  <a:pt x="1335" y="699"/>
                  <a:pt x="1335" y="699"/>
                </a:cubicBezTo>
                <a:cubicBezTo>
                  <a:pt x="1226" y="658"/>
                  <a:pt x="1226" y="658"/>
                  <a:pt x="1226" y="658"/>
                </a:cubicBezTo>
                <a:cubicBezTo>
                  <a:pt x="1226" y="634"/>
                  <a:pt x="1224" y="610"/>
                  <a:pt x="1220" y="586"/>
                </a:cubicBezTo>
                <a:cubicBezTo>
                  <a:pt x="1323" y="527"/>
                  <a:pt x="1323" y="527"/>
                  <a:pt x="1323" y="527"/>
                </a:cubicBezTo>
                <a:cubicBezTo>
                  <a:pt x="1300" y="445"/>
                  <a:pt x="1300" y="445"/>
                  <a:pt x="1300" y="445"/>
                </a:cubicBezTo>
                <a:cubicBezTo>
                  <a:pt x="1181" y="448"/>
                  <a:pt x="1181" y="448"/>
                  <a:pt x="1181" y="448"/>
                </a:cubicBezTo>
                <a:cubicBezTo>
                  <a:pt x="1171" y="424"/>
                  <a:pt x="1159" y="400"/>
                  <a:pt x="1145" y="378"/>
                </a:cubicBezTo>
                <a:cubicBezTo>
                  <a:pt x="1215" y="284"/>
                  <a:pt x="1215" y="284"/>
                  <a:pt x="1215" y="284"/>
                </a:cubicBezTo>
                <a:cubicBezTo>
                  <a:pt x="1162" y="218"/>
                  <a:pt x="1162" y="218"/>
                  <a:pt x="1162" y="218"/>
                </a:cubicBezTo>
                <a:cubicBezTo>
                  <a:pt x="1055" y="266"/>
                  <a:pt x="1055" y="266"/>
                  <a:pt x="1055" y="266"/>
                </a:cubicBezTo>
                <a:cubicBezTo>
                  <a:pt x="1038" y="249"/>
                  <a:pt x="1020" y="234"/>
                  <a:pt x="1001" y="219"/>
                </a:cubicBezTo>
                <a:cubicBezTo>
                  <a:pt x="1031" y="106"/>
                  <a:pt x="1031" y="106"/>
                  <a:pt x="1031" y="106"/>
                </a:cubicBezTo>
                <a:cubicBezTo>
                  <a:pt x="956" y="65"/>
                  <a:pt x="956" y="65"/>
                  <a:pt x="956" y="65"/>
                </a:cubicBezTo>
                <a:cubicBezTo>
                  <a:pt x="875" y="149"/>
                  <a:pt x="875" y="149"/>
                  <a:pt x="875" y="149"/>
                </a:cubicBezTo>
                <a:cubicBezTo>
                  <a:pt x="851" y="139"/>
                  <a:pt x="826" y="131"/>
                  <a:pt x="801" y="125"/>
                </a:cubicBezTo>
                <a:cubicBezTo>
                  <a:pt x="784" y="9"/>
                  <a:pt x="784" y="9"/>
                  <a:pt x="784" y="9"/>
                </a:cubicBezTo>
                <a:cubicBezTo>
                  <a:pt x="699" y="0"/>
                  <a:pt x="699" y="0"/>
                  <a:pt x="699" y="0"/>
                </a:cubicBezTo>
                <a:cubicBezTo>
                  <a:pt x="658" y="109"/>
                  <a:pt x="658" y="109"/>
                  <a:pt x="658" y="109"/>
                </a:cubicBezTo>
                <a:cubicBezTo>
                  <a:pt x="634" y="109"/>
                  <a:pt x="610" y="111"/>
                  <a:pt x="586" y="115"/>
                </a:cubicBezTo>
                <a:cubicBezTo>
                  <a:pt x="527" y="12"/>
                  <a:pt x="527" y="12"/>
                  <a:pt x="527" y="12"/>
                </a:cubicBezTo>
                <a:cubicBezTo>
                  <a:pt x="445" y="35"/>
                  <a:pt x="445" y="35"/>
                  <a:pt x="445" y="35"/>
                </a:cubicBezTo>
                <a:cubicBezTo>
                  <a:pt x="448" y="154"/>
                  <a:pt x="448" y="154"/>
                  <a:pt x="448" y="154"/>
                </a:cubicBezTo>
                <a:cubicBezTo>
                  <a:pt x="424" y="164"/>
                  <a:pt x="400" y="176"/>
                  <a:pt x="378" y="190"/>
                </a:cubicBezTo>
                <a:cubicBezTo>
                  <a:pt x="284" y="120"/>
                  <a:pt x="284" y="120"/>
                  <a:pt x="284" y="120"/>
                </a:cubicBezTo>
                <a:cubicBezTo>
                  <a:pt x="218" y="173"/>
                  <a:pt x="218" y="173"/>
                  <a:pt x="218" y="173"/>
                </a:cubicBezTo>
                <a:cubicBezTo>
                  <a:pt x="266" y="280"/>
                  <a:pt x="266" y="280"/>
                  <a:pt x="266" y="280"/>
                </a:cubicBezTo>
                <a:cubicBezTo>
                  <a:pt x="249" y="297"/>
                  <a:pt x="234" y="315"/>
                  <a:pt x="220" y="334"/>
                </a:cubicBezTo>
                <a:cubicBezTo>
                  <a:pt x="106" y="305"/>
                  <a:pt x="106" y="305"/>
                  <a:pt x="106" y="305"/>
                </a:cubicBezTo>
                <a:cubicBezTo>
                  <a:pt x="65" y="379"/>
                  <a:pt x="65" y="379"/>
                  <a:pt x="65" y="379"/>
                </a:cubicBezTo>
                <a:cubicBezTo>
                  <a:pt x="149" y="460"/>
                  <a:pt x="149" y="460"/>
                  <a:pt x="149" y="460"/>
                </a:cubicBezTo>
                <a:cubicBezTo>
                  <a:pt x="139" y="484"/>
                  <a:pt x="131" y="509"/>
                  <a:pt x="125" y="535"/>
                </a:cubicBezTo>
                <a:cubicBezTo>
                  <a:pt x="9" y="551"/>
                  <a:pt x="9" y="551"/>
                  <a:pt x="9" y="551"/>
                </a:cubicBezTo>
                <a:cubicBezTo>
                  <a:pt x="0" y="636"/>
                  <a:pt x="0" y="636"/>
                  <a:pt x="0" y="636"/>
                </a:cubicBezTo>
                <a:cubicBezTo>
                  <a:pt x="109" y="678"/>
                  <a:pt x="109" y="678"/>
                  <a:pt x="109" y="678"/>
                </a:cubicBezTo>
                <a:cubicBezTo>
                  <a:pt x="110" y="701"/>
                  <a:pt x="111" y="725"/>
                  <a:pt x="115" y="749"/>
                </a:cubicBezTo>
                <a:cubicBezTo>
                  <a:pt x="12" y="809"/>
                  <a:pt x="12" y="809"/>
                  <a:pt x="12" y="809"/>
                </a:cubicBezTo>
                <a:cubicBezTo>
                  <a:pt x="35" y="890"/>
                  <a:pt x="35" y="890"/>
                  <a:pt x="35" y="890"/>
                </a:cubicBezTo>
                <a:cubicBezTo>
                  <a:pt x="154" y="887"/>
                  <a:pt x="154" y="887"/>
                  <a:pt x="154" y="887"/>
                </a:cubicBezTo>
                <a:cubicBezTo>
                  <a:pt x="164" y="912"/>
                  <a:pt x="177" y="935"/>
                  <a:pt x="190" y="957"/>
                </a:cubicBezTo>
                <a:cubicBezTo>
                  <a:pt x="120" y="1051"/>
                  <a:pt x="120" y="1051"/>
                  <a:pt x="120" y="1051"/>
                </a:cubicBezTo>
                <a:cubicBezTo>
                  <a:pt x="173" y="1117"/>
                  <a:pt x="173" y="1117"/>
                  <a:pt x="173" y="1117"/>
                </a:cubicBezTo>
                <a:cubicBezTo>
                  <a:pt x="280" y="1070"/>
                  <a:pt x="280" y="1070"/>
                  <a:pt x="280" y="1070"/>
                </a:cubicBezTo>
                <a:cubicBezTo>
                  <a:pt x="297" y="1086"/>
                  <a:pt x="315" y="1102"/>
                  <a:pt x="334" y="1116"/>
                </a:cubicBezTo>
                <a:cubicBezTo>
                  <a:pt x="305" y="1229"/>
                  <a:pt x="305" y="1229"/>
                  <a:pt x="305" y="1229"/>
                </a:cubicBezTo>
                <a:cubicBezTo>
                  <a:pt x="379" y="1270"/>
                  <a:pt x="379" y="1270"/>
                  <a:pt x="379" y="1270"/>
                </a:cubicBezTo>
                <a:cubicBezTo>
                  <a:pt x="460" y="1186"/>
                  <a:pt x="460" y="1186"/>
                  <a:pt x="460" y="1186"/>
                </a:cubicBezTo>
                <a:cubicBezTo>
                  <a:pt x="484" y="1196"/>
                  <a:pt x="509" y="1204"/>
                  <a:pt x="535" y="1210"/>
                </a:cubicBezTo>
                <a:cubicBezTo>
                  <a:pt x="551" y="1326"/>
                  <a:pt x="551" y="1326"/>
                  <a:pt x="551" y="1326"/>
                </a:cubicBezTo>
                <a:cubicBezTo>
                  <a:pt x="636" y="1335"/>
                  <a:pt x="636" y="1335"/>
                  <a:pt x="636" y="1335"/>
                </a:cubicBezTo>
                <a:cubicBezTo>
                  <a:pt x="678" y="1226"/>
                  <a:pt x="678" y="1226"/>
                  <a:pt x="678" y="1226"/>
                </a:cubicBezTo>
                <a:cubicBezTo>
                  <a:pt x="701" y="1226"/>
                  <a:pt x="725" y="1224"/>
                  <a:pt x="749" y="1220"/>
                </a:cubicBezTo>
                <a:cubicBezTo>
                  <a:pt x="808" y="1323"/>
                  <a:pt x="808" y="1323"/>
                  <a:pt x="808" y="1323"/>
                </a:cubicBezTo>
                <a:cubicBezTo>
                  <a:pt x="890" y="1299"/>
                  <a:pt x="890" y="1299"/>
                  <a:pt x="890" y="1299"/>
                </a:cubicBezTo>
                <a:cubicBezTo>
                  <a:pt x="887" y="1181"/>
                  <a:pt x="887" y="1181"/>
                  <a:pt x="887" y="1181"/>
                </a:cubicBezTo>
                <a:cubicBezTo>
                  <a:pt x="912" y="1171"/>
                  <a:pt x="935" y="1159"/>
                  <a:pt x="957" y="1145"/>
                </a:cubicBezTo>
                <a:cubicBezTo>
                  <a:pt x="1051" y="1215"/>
                  <a:pt x="1051" y="1215"/>
                  <a:pt x="1051" y="1215"/>
                </a:cubicBezTo>
                <a:cubicBezTo>
                  <a:pt x="1117" y="1162"/>
                  <a:pt x="1117" y="1162"/>
                  <a:pt x="1117" y="1162"/>
                </a:cubicBezTo>
                <a:cubicBezTo>
                  <a:pt x="1070" y="1055"/>
                  <a:pt x="1070" y="1055"/>
                  <a:pt x="1070" y="1055"/>
                </a:cubicBezTo>
                <a:cubicBezTo>
                  <a:pt x="1086" y="1038"/>
                  <a:pt x="1102" y="1020"/>
                  <a:pt x="1116" y="1001"/>
                </a:cubicBezTo>
                <a:cubicBezTo>
                  <a:pt x="1229" y="1031"/>
                  <a:pt x="1229" y="1031"/>
                  <a:pt x="1229" y="1031"/>
                </a:cubicBezTo>
                <a:cubicBezTo>
                  <a:pt x="1271" y="956"/>
                  <a:pt x="1271" y="956"/>
                  <a:pt x="1271" y="956"/>
                </a:cubicBezTo>
                <a:cubicBezTo>
                  <a:pt x="1186" y="875"/>
                  <a:pt x="1186" y="875"/>
                  <a:pt x="1186" y="875"/>
                </a:cubicBezTo>
                <a:cubicBezTo>
                  <a:pt x="1196" y="851"/>
                  <a:pt x="1204" y="826"/>
                  <a:pt x="1210" y="801"/>
                </a:cubicBezTo>
                <a:lnTo>
                  <a:pt x="1326" y="784"/>
                </a:lnTo>
                <a:close/>
                <a:moveTo>
                  <a:pt x="776" y="1050"/>
                </a:moveTo>
                <a:cubicBezTo>
                  <a:pt x="565" y="1109"/>
                  <a:pt x="345" y="986"/>
                  <a:pt x="286" y="775"/>
                </a:cubicBezTo>
                <a:cubicBezTo>
                  <a:pt x="226" y="564"/>
                  <a:pt x="349" y="345"/>
                  <a:pt x="560" y="286"/>
                </a:cubicBezTo>
                <a:cubicBezTo>
                  <a:pt x="771" y="226"/>
                  <a:pt x="990" y="349"/>
                  <a:pt x="1050" y="560"/>
                </a:cubicBezTo>
                <a:cubicBezTo>
                  <a:pt x="1109" y="771"/>
                  <a:pt x="987" y="990"/>
                  <a:pt x="776" y="105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 rot="3456646">
            <a:off x="4194906" y="2914736"/>
            <a:ext cx="628649" cy="520769"/>
          </a:xfrm>
          <a:custGeom>
            <a:avLst/>
            <a:gdLst/>
            <a:ahLst/>
            <a:cxnLst/>
            <a:rect l="l" t="t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 rot="19573895">
            <a:off x="2335172" y="1934313"/>
            <a:ext cx="628649" cy="520769"/>
          </a:xfrm>
          <a:custGeom>
            <a:avLst/>
            <a:gdLst/>
            <a:ahLst/>
            <a:cxnLst/>
            <a:rect l="l" t="t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 rot="17898758" flipH="1">
            <a:off x="1729646" y="2562988"/>
            <a:ext cx="628649" cy="520769"/>
          </a:xfrm>
          <a:custGeom>
            <a:avLst/>
            <a:gdLst/>
            <a:ahLst/>
            <a:cxnLst/>
            <a:rect l="l" t="t" r="r" b="b"/>
            <a:pathLst>
              <a:path w="540" h="447">
                <a:moveTo>
                  <a:pt x="540" y="127"/>
                </a:moveTo>
                <a:cubicBezTo>
                  <a:pt x="540" y="127"/>
                  <a:pt x="537" y="125"/>
                  <a:pt x="531" y="120"/>
                </a:cubicBezTo>
                <a:cubicBezTo>
                  <a:pt x="525" y="116"/>
                  <a:pt x="516" y="110"/>
                  <a:pt x="506" y="103"/>
                </a:cubicBezTo>
                <a:cubicBezTo>
                  <a:pt x="485" y="89"/>
                  <a:pt x="456" y="71"/>
                  <a:pt x="425" y="55"/>
                </a:cubicBezTo>
                <a:cubicBezTo>
                  <a:pt x="394" y="38"/>
                  <a:pt x="361" y="24"/>
                  <a:pt x="335" y="14"/>
                </a:cubicBezTo>
                <a:cubicBezTo>
                  <a:pt x="321" y="10"/>
                  <a:pt x="310" y="6"/>
                  <a:pt x="302" y="4"/>
                </a:cubicBezTo>
                <a:cubicBezTo>
                  <a:pt x="294" y="1"/>
                  <a:pt x="289" y="0"/>
                  <a:pt x="289" y="0"/>
                </a:cubicBezTo>
                <a:cubicBezTo>
                  <a:pt x="289" y="0"/>
                  <a:pt x="292" y="2"/>
                  <a:pt x="295" y="4"/>
                </a:cubicBezTo>
                <a:cubicBezTo>
                  <a:pt x="299" y="7"/>
                  <a:pt x="304" y="10"/>
                  <a:pt x="310" y="15"/>
                </a:cubicBezTo>
                <a:cubicBezTo>
                  <a:pt x="323" y="25"/>
                  <a:pt x="339" y="37"/>
                  <a:pt x="354" y="50"/>
                </a:cubicBezTo>
                <a:cubicBezTo>
                  <a:pt x="361" y="57"/>
                  <a:pt x="369" y="64"/>
                  <a:pt x="375" y="70"/>
                </a:cubicBezTo>
                <a:cubicBezTo>
                  <a:pt x="382" y="76"/>
                  <a:pt x="388" y="82"/>
                  <a:pt x="393" y="88"/>
                </a:cubicBezTo>
                <a:cubicBezTo>
                  <a:pt x="399" y="93"/>
                  <a:pt x="403" y="97"/>
                  <a:pt x="406" y="100"/>
                </a:cubicBezTo>
                <a:cubicBezTo>
                  <a:pt x="409" y="103"/>
                  <a:pt x="410" y="105"/>
                  <a:pt x="410" y="105"/>
                </a:cubicBezTo>
                <a:cubicBezTo>
                  <a:pt x="410" y="105"/>
                  <a:pt x="408" y="105"/>
                  <a:pt x="404" y="106"/>
                </a:cubicBezTo>
                <a:cubicBezTo>
                  <a:pt x="400" y="107"/>
                  <a:pt x="394" y="108"/>
                  <a:pt x="386" y="110"/>
                </a:cubicBezTo>
                <a:cubicBezTo>
                  <a:pt x="379" y="112"/>
                  <a:pt x="370" y="114"/>
                  <a:pt x="359" y="117"/>
                </a:cubicBezTo>
                <a:cubicBezTo>
                  <a:pt x="349" y="120"/>
                  <a:pt x="337" y="123"/>
                  <a:pt x="324" y="127"/>
                </a:cubicBezTo>
                <a:cubicBezTo>
                  <a:pt x="299" y="135"/>
                  <a:pt x="269" y="146"/>
                  <a:pt x="240" y="162"/>
                </a:cubicBezTo>
                <a:cubicBezTo>
                  <a:pt x="225" y="169"/>
                  <a:pt x="210" y="178"/>
                  <a:pt x="195" y="187"/>
                </a:cubicBezTo>
                <a:cubicBezTo>
                  <a:pt x="188" y="192"/>
                  <a:pt x="180" y="197"/>
                  <a:pt x="173" y="202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52" y="218"/>
                  <a:pt x="152" y="218"/>
                  <a:pt x="152" y="218"/>
                </a:cubicBezTo>
                <a:cubicBezTo>
                  <a:pt x="125" y="241"/>
                  <a:pt x="100" y="267"/>
                  <a:pt x="80" y="292"/>
                </a:cubicBezTo>
                <a:cubicBezTo>
                  <a:pt x="61" y="319"/>
                  <a:pt x="45" y="345"/>
                  <a:pt x="33" y="368"/>
                </a:cubicBezTo>
                <a:cubicBezTo>
                  <a:pt x="21" y="391"/>
                  <a:pt x="13" y="411"/>
                  <a:pt x="8" y="425"/>
                </a:cubicBezTo>
                <a:cubicBezTo>
                  <a:pt x="5" y="432"/>
                  <a:pt x="3" y="437"/>
                  <a:pt x="2" y="441"/>
                </a:cubicBezTo>
                <a:cubicBezTo>
                  <a:pt x="1" y="445"/>
                  <a:pt x="0" y="447"/>
                  <a:pt x="0" y="447"/>
                </a:cubicBezTo>
                <a:cubicBezTo>
                  <a:pt x="0" y="447"/>
                  <a:pt x="1" y="445"/>
                  <a:pt x="3" y="441"/>
                </a:cubicBezTo>
                <a:cubicBezTo>
                  <a:pt x="4" y="438"/>
                  <a:pt x="7" y="433"/>
                  <a:pt x="10" y="426"/>
                </a:cubicBezTo>
                <a:cubicBezTo>
                  <a:pt x="17" y="413"/>
                  <a:pt x="27" y="394"/>
                  <a:pt x="41" y="373"/>
                </a:cubicBezTo>
                <a:cubicBezTo>
                  <a:pt x="55" y="351"/>
                  <a:pt x="73" y="328"/>
                  <a:pt x="95" y="305"/>
                </a:cubicBezTo>
                <a:cubicBezTo>
                  <a:pt x="117" y="282"/>
                  <a:pt x="142" y="261"/>
                  <a:pt x="170" y="243"/>
                </a:cubicBezTo>
                <a:cubicBezTo>
                  <a:pt x="180" y="236"/>
                  <a:pt x="180" y="236"/>
                  <a:pt x="180" y="236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198" y="226"/>
                  <a:pt x="206" y="222"/>
                  <a:pt x="213" y="218"/>
                </a:cubicBezTo>
                <a:cubicBezTo>
                  <a:pt x="227" y="211"/>
                  <a:pt x="242" y="205"/>
                  <a:pt x="256" y="199"/>
                </a:cubicBezTo>
                <a:cubicBezTo>
                  <a:pt x="285" y="188"/>
                  <a:pt x="313" y="181"/>
                  <a:pt x="337" y="176"/>
                </a:cubicBezTo>
                <a:cubicBezTo>
                  <a:pt x="349" y="174"/>
                  <a:pt x="360" y="172"/>
                  <a:pt x="370" y="170"/>
                </a:cubicBezTo>
                <a:cubicBezTo>
                  <a:pt x="380" y="169"/>
                  <a:pt x="389" y="168"/>
                  <a:pt x="396" y="167"/>
                </a:cubicBezTo>
                <a:cubicBezTo>
                  <a:pt x="403" y="166"/>
                  <a:pt x="409" y="166"/>
                  <a:pt x="413" y="165"/>
                </a:cubicBezTo>
                <a:cubicBezTo>
                  <a:pt x="416" y="165"/>
                  <a:pt x="418" y="165"/>
                  <a:pt x="418" y="165"/>
                </a:cubicBezTo>
                <a:cubicBezTo>
                  <a:pt x="418" y="165"/>
                  <a:pt x="417" y="167"/>
                  <a:pt x="416" y="171"/>
                </a:cubicBezTo>
                <a:cubicBezTo>
                  <a:pt x="414" y="175"/>
                  <a:pt x="412" y="180"/>
                  <a:pt x="409" y="187"/>
                </a:cubicBezTo>
                <a:cubicBezTo>
                  <a:pt x="406" y="193"/>
                  <a:pt x="403" y="201"/>
                  <a:pt x="399" y="209"/>
                </a:cubicBezTo>
                <a:cubicBezTo>
                  <a:pt x="396" y="217"/>
                  <a:pt x="393" y="225"/>
                  <a:pt x="390" y="234"/>
                </a:cubicBezTo>
                <a:cubicBezTo>
                  <a:pt x="384" y="251"/>
                  <a:pt x="379" y="269"/>
                  <a:pt x="375" y="282"/>
                </a:cubicBezTo>
                <a:cubicBezTo>
                  <a:pt x="374" y="288"/>
                  <a:pt x="372" y="294"/>
                  <a:pt x="372" y="298"/>
                </a:cubicBezTo>
                <a:cubicBezTo>
                  <a:pt x="371" y="301"/>
                  <a:pt x="370" y="304"/>
                  <a:pt x="370" y="304"/>
                </a:cubicBezTo>
                <a:cubicBezTo>
                  <a:pt x="370" y="304"/>
                  <a:pt x="372" y="301"/>
                  <a:pt x="375" y="295"/>
                </a:cubicBezTo>
                <a:cubicBezTo>
                  <a:pt x="378" y="290"/>
                  <a:pt x="383" y="283"/>
                  <a:pt x="390" y="274"/>
                </a:cubicBezTo>
                <a:cubicBezTo>
                  <a:pt x="402" y="256"/>
                  <a:pt x="421" y="233"/>
                  <a:pt x="443" y="211"/>
                </a:cubicBezTo>
                <a:cubicBezTo>
                  <a:pt x="464" y="189"/>
                  <a:pt x="489" y="167"/>
                  <a:pt x="508" y="152"/>
                </a:cubicBezTo>
                <a:cubicBezTo>
                  <a:pt x="517" y="144"/>
                  <a:pt x="525" y="138"/>
                  <a:pt x="531" y="134"/>
                </a:cubicBezTo>
                <a:cubicBezTo>
                  <a:pt x="537" y="129"/>
                  <a:pt x="540" y="127"/>
                  <a:pt x="540" y="127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3610909" y="3805823"/>
            <a:ext cx="510072" cy="509356"/>
          </a:xfrm>
          <a:custGeom>
            <a:avLst/>
            <a:gdLst/>
            <a:ahLst/>
            <a:cxnLst/>
            <a:rect l="l" t="t" r="r" b="b"/>
            <a:pathLst>
              <a:path w="606933" h="606087">
                <a:moveTo>
                  <a:pt x="283444" y="426569"/>
                </a:moveTo>
                <a:lnTo>
                  <a:pt x="283444" y="512781"/>
                </a:lnTo>
                <a:lnTo>
                  <a:pt x="323459" y="512781"/>
                </a:lnTo>
                <a:lnTo>
                  <a:pt x="323459" y="426569"/>
                </a:lnTo>
                <a:close/>
                <a:moveTo>
                  <a:pt x="499111" y="426559"/>
                </a:moveTo>
                <a:lnTo>
                  <a:pt x="499111" y="512777"/>
                </a:lnTo>
                <a:lnTo>
                  <a:pt x="539119" y="512777"/>
                </a:lnTo>
                <a:lnTo>
                  <a:pt x="539119" y="426559"/>
                </a:lnTo>
                <a:close/>
                <a:moveTo>
                  <a:pt x="67841" y="426559"/>
                </a:moveTo>
                <a:lnTo>
                  <a:pt x="67841" y="512777"/>
                </a:lnTo>
                <a:lnTo>
                  <a:pt x="107866" y="512777"/>
                </a:lnTo>
                <a:lnTo>
                  <a:pt x="107866" y="426559"/>
                </a:lnTo>
                <a:close/>
                <a:moveTo>
                  <a:pt x="283444" y="286410"/>
                </a:moveTo>
                <a:lnTo>
                  <a:pt x="283444" y="372623"/>
                </a:lnTo>
                <a:lnTo>
                  <a:pt x="323459" y="372623"/>
                </a:lnTo>
                <a:lnTo>
                  <a:pt x="323459" y="286410"/>
                </a:lnTo>
                <a:close/>
                <a:moveTo>
                  <a:pt x="499111" y="286394"/>
                </a:moveTo>
                <a:lnTo>
                  <a:pt x="499111" y="372611"/>
                </a:lnTo>
                <a:lnTo>
                  <a:pt x="539119" y="372611"/>
                </a:lnTo>
                <a:lnTo>
                  <a:pt x="539119" y="286394"/>
                </a:lnTo>
                <a:close/>
                <a:moveTo>
                  <a:pt x="67841" y="286394"/>
                </a:moveTo>
                <a:lnTo>
                  <a:pt x="67841" y="372611"/>
                </a:lnTo>
                <a:lnTo>
                  <a:pt x="107866" y="372611"/>
                </a:lnTo>
                <a:lnTo>
                  <a:pt x="107866" y="286394"/>
                </a:lnTo>
                <a:close/>
                <a:moveTo>
                  <a:pt x="283444" y="146252"/>
                </a:moveTo>
                <a:lnTo>
                  <a:pt x="283444" y="232465"/>
                </a:lnTo>
                <a:lnTo>
                  <a:pt x="323459" y="232465"/>
                </a:lnTo>
                <a:lnTo>
                  <a:pt x="323459" y="146252"/>
                </a:lnTo>
                <a:close/>
                <a:moveTo>
                  <a:pt x="519115" y="145929"/>
                </a:moveTo>
                <a:lnTo>
                  <a:pt x="606933" y="232446"/>
                </a:lnTo>
                <a:lnTo>
                  <a:pt x="606933" y="606087"/>
                </a:lnTo>
                <a:lnTo>
                  <a:pt x="431296" y="606087"/>
                </a:lnTo>
                <a:lnTo>
                  <a:pt x="431296" y="232446"/>
                </a:lnTo>
                <a:close/>
                <a:moveTo>
                  <a:pt x="87854" y="145929"/>
                </a:moveTo>
                <a:lnTo>
                  <a:pt x="175708" y="232446"/>
                </a:lnTo>
                <a:lnTo>
                  <a:pt x="175708" y="606087"/>
                </a:lnTo>
                <a:lnTo>
                  <a:pt x="0" y="606087"/>
                </a:lnTo>
                <a:lnTo>
                  <a:pt x="0" y="232446"/>
                </a:lnTo>
                <a:close/>
                <a:moveTo>
                  <a:pt x="306953" y="0"/>
                </a:moveTo>
                <a:cubicBezTo>
                  <a:pt x="336264" y="0"/>
                  <a:pt x="359973" y="23776"/>
                  <a:pt x="359973" y="53046"/>
                </a:cubicBezTo>
                <a:lnTo>
                  <a:pt x="391285" y="53046"/>
                </a:lnTo>
                <a:lnTo>
                  <a:pt x="391285" y="606087"/>
                </a:lnTo>
                <a:lnTo>
                  <a:pt x="215718" y="606087"/>
                </a:lnTo>
                <a:lnTo>
                  <a:pt x="215718" y="53046"/>
                </a:lnTo>
                <a:lnTo>
                  <a:pt x="253832" y="53046"/>
                </a:lnTo>
                <a:cubicBezTo>
                  <a:pt x="253832" y="23776"/>
                  <a:pt x="277641" y="0"/>
                  <a:pt x="30695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2339747" y="3265782"/>
            <a:ext cx="377988" cy="377243"/>
          </a:xfrm>
          <a:custGeom>
            <a:avLst/>
            <a:gdLst/>
            <a:ahLst/>
            <a:cxnLst/>
            <a:rect l="l" t="t" r="r" b="b"/>
            <a:pathLst>
              <a:path w="608838" h="607639">
                <a:moveTo>
                  <a:pt x="373364" y="414474"/>
                </a:moveTo>
                <a:lnTo>
                  <a:pt x="373364" y="461833"/>
                </a:lnTo>
                <a:cubicBezTo>
                  <a:pt x="382647" y="457764"/>
                  <a:pt x="391477" y="452904"/>
                  <a:pt x="399854" y="447365"/>
                </a:cubicBezTo>
                <a:close/>
                <a:moveTo>
                  <a:pt x="235475" y="414474"/>
                </a:moveTo>
                <a:lnTo>
                  <a:pt x="208984" y="447365"/>
                </a:lnTo>
                <a:cubicBezTo>
                  <a:pt x="217362" y="452904"/>
                  <a:pt x="226192" y="457764"/>
                  <a:pt x="235475" y="461833"/>
                </a:cubicBezTo>
                <a:close/>
                <a:moveTo>
                  <a:pt x="304419" y="174508"/>
                </a:moveTo>
                <a:cubicBezTo>
                  <a:pt x="341560" y="174508"/>
                  <a:pt x="371668" y="204585"/>
                  <a:pt x="371668" y="241687"/>
                </a:cubicBezTo>
                <a:cubicBezTo>
                  <a:pt x="371668" y="278789"/>
                  <a:pt x="341560" y="308866"/>
                  <a:pt x="304419" y="308866"/>
                </a:cubicBezTo>
                <a:cubicBezTo>
                  <a:pt x="267278" y="308866"/>
                  <a:pt x="237170" y="278789"/>
                  <a:pt x="237170" y="241687"/>
                </a:cubicBezTo>
                <a:cubicBezTo>
                  <a:pt x="237170" y="204585"/>
                  <a:pt x="267278" y="174508"/>
                  <a:pt x="304419" y="174508"/>
                </a:cubicBezTo>
                <a:close/>
                <a:moveTo>
                  <a:pt x="304419" y="131452"/>
                </a:moveTo>
                <a:cubicBezTo>
                  <a:pt x="209210" y="131452"/>
                  <a:pt x="131776" y="208763"/>
                  <a:pt x="131776" y="303820"/>
                </a:cubicBezTo>
                <a:cubicBezTo>
                  <a:pt x="131776" y="343944"/>
                  <a:pt x="145587" y="380792"/>
                  <a:pt x="168568" y="410179"/>
                </a:cubicBezTo>
                <a:lnTo>
                  <a:pt x="231626" y="329251"/>
                </a:lnTo>
                <a:cubicBezTo>
                  <a:pt x="236720" y="321678"/>
                  <a:pt x="245437" y="317157"/>
                  <a:pt x="254720" y="317157"/>
                </a:cubicBezTo>
                <a:lnTo>
                  <a:pt x="354005" y="317157"/>
                </a:lnTo>
                <a:cubicBezTo>
                  <a:pt x="363288" y="317157"/>
                  <a:pt x="372005" y="321678"/>
                  <a:pt x="377326" y="329364"/>
                </a:cubicBezTo>
                <a:lnTo>
                  <a:pt x="440157" y="410179"/>
                </a:lnTo>
                <a:cubicBezTo>
                  <a:pt x="463251" y="380792"/>
                  <a:pt x="477063" y="343944"/>
                  <a:pt x="477063" y="303820"/>
                </a:cubicBezTo>
                <a:cubicBezTo>
                  <a:pt x="477063" y="208763"/>
                  <a:pt x="399628" y="131452"/>
                  <a:pt x="304419" y="131452"/>
                </a:cubicBezTo>
                <a:close/>
                <a:moveTo>
                  <a:pt x="273400" y="0"/>
                </a:moveTo>
                <a:lnTo>
                  <a:pt x="338042" y="0"/>
                </a:lnTo>
                <a:cubicBezTo>
                  <a:pt x="354571" y="0"/>
                  <a:pt x="368382" y="12320"/>
                  <a:pt x="370420" y="28709"/>
                </a:cubicBezTo>
                <a:lnTo>
                  <a:pt x="374269" y="62392"/>
                </a:lnTo>
                <a:cubicBezTo>
                  <a:pt x="393288" y="67817"/>
                  <a:pt x="411515" y="75390"/>
                  <a:pt x="428610" y="85110"/>
                </a:cubicBezTo>
                <a:lnTo>
                  <a:pt x="454534" y="64539"/>
                </a:lnTo>
                <a:cubicBezTo>
                  <a:pt x="460308" y="60018"/>
                  <a:pt x="467553" y="57531"/>
                  <a:pt x="474799" y="57531"/>
                </a:cubicBezTo>
                <a:cubicBezTo>
                  <a:pt x="483516" y="57531"/>
                  <a:pt x="491667" y="60809"/>
                  <a:pt x="497780" y="67026"/>
                </a:cubicBezTo>
                <a:lnTo>
                  <a:pt x="543403" y="112576"/>
                </a:lnTo>
                <a:cubicBezTo>
                  <a:pt x="555064" y="124218"/>
                  <a:pt x="556083" y="142868"/>
                  <a:pt x="545894" y="155753"/>
                </a:cubicBezTo>
                <a:lnTo>
                  <a:pt x="524611" y="182540"/>
                </a:lnTo>
                <a:cubicBezTo>
                  <a:pt x="533554" y="198929"/>
                  <a:pt x="540573" y="216223"/>
                  <a:pt x="545441" y="233742"/>
                </a:cubicBezTo>
                <a:lnTo>
                  <a:pt x="579970" y="237811"/>
                </a:lnTo>
                <a:cubicBezTo>
                  <a:pt x="596385" y="239733"/>
                  <a:pt x="608838" y="253635"/>
                  <a:pt x="608838" y="270024"/>
                </a:cubicBezTo>
                <a:lnTo>
                  <a:pt x="608838" y="334676"/>
                </a:lnTo>
                <a:cubicBezTo>
                  <a:pt x="608838" y="351065"/>
                  <a:pt x="596385" y="364968"/>
                  <a:pt x="579970" y="366889"/>
                </a:cubicBezTo>
                <a:lnTo>
                  <a:pt x="544875" y="370958"/>
                </a:lnTo>
                <a:cubicBezTo>
                  <a:pt x="539781" y="388817"/>
                  <a:pt x="532422" y="406223"/>
                  <a:pt x="523139" y="422838"/>
                </a:cubicBezTo>
                <a:lnTo>
                  <a:pt x="546007" y="451773"/>
                </a:lnTo>
                <a:cubicBezTo>
                  <a:pt x="556196" y="464772"/>
                  <a:pt x="555177" y="483308"/>
                  <a:pt x="543517" y="494950"/>
                </a:cubicBezTo>
                <a:lnTo>
                  <a:pt x="497780" y="540613"/>
                </a:lnTo>
                <a:cubicBezTo>
                  <a:pt x="491554" y="546717"/>
                  <a:pt x="483403" y="550108"/>
                  <a:pt x="474799" y="550108"/>
                </a:cubicBezTo>
                <a:cubicBezTo>
                  <a:pt x="467440" y="550108"/>
                  <a:pt x="460308" y="547621"/>
                  <a:pt x="454534" y="543100"/>
                </a:cubicBezTo>
                <a:lnTo>
                  <a:pt x="425100" y="519816"/>
                </a:lnTo>
                <a:cubicBezTo>
                  <a:pt x="408232" y="528971"/>
                  <a:pt x="390458" y="536092"/>
                  <a:pt x="372118" y="541178"/>
                </a:cubicBezTo>
                <a:lnTo>
                  <a:pt x="367816" y="578930"/>
                </a:lnTo>
                <a:cubicBezTo>
                  <a:pt x="365892" y="595319"/>
                  <a:pt x="351967" y="607639"/>
                  <a:pt x="335439" y="607639"/>
                </a:cubicBezTo>
                <a:lnTo>
                  <a:pt x="270796" y="607639"/>
                </a:lnTo>
                <a:cubicBezTo>
                  <a:pt x="254268" y="607639"/>
                  <a:pt x="240343" y="595319"/>
                  <a:pt x="238418" y="578930"/>
                </a:cubicBezTo>
                <a:lnTo>
                  <a:pt x="233890" y="539596"/>
                </a:lnTo>
                <a:cubicBezTo>
                  <a:pt x="216795" y="534397"/>
                  <a:pt x="200380" y="527502"/>
                  <a:pt x="184871" y="518799"/>
                </a:cubicBezTo>
                <a:lnTo>
                  <a:pt x="154304" y="542987"/>
                </a:lnTo>
                <a:cubicBezTo>
                  <a:pt x="148530" y="547508"/>
                  <a:pt x="141285" y="549995"/>
                  <a:pt x="134040" y="549995"/>
                </a:cubicBezTo>
                <a:cubicBezTo>
                  <a:pt x="125323" y="549995"/>
                  <a:pt x="117172" y="546604"/>
                  <a:pt x="111058" y="540500"/>
                </a:cubicBezTo>
                <a:lnTo>
                  <a:pt x="65322" y="494837"/>
                </a:lnTo>
                <a:cubicBezTo>
                  <a:pt x="53661" y="483082"/>
                  <a:pt x="52642" y="464545"/>
                  <a:pt x="62831" y="451660"/>
                </a:cubicBezTo>
                <a:lnTo>
                  <a:pt x="87284" y="420917"/>
                </a:lnTo>
                <a:cubicBezTo>
                  <a:pt x="79133" y="406110"/>
                  <a:pt x="72454" y="390399"/>
                  <a:pt x="67473" y="374123"/>
                </a:cubicBezTo>
                <a:lnTo>
                  <a:pt x="28869" y="369602"/>
                </a:lnTo>
                <a:cubicBezTo>
                  <a:pt x="12453" y="367680"/>
                  <a:pt x="0" y="353778"/>
                  <a:pt x="0" y="337389"/>
                </a:cubicBezTo>
                <a:lnTo>
                  <a:pt x="0" y="272737"/>
                </a:lnTo>
                <a:cubicBezTo>
                  <a:pt x="0" y="256348"/>
                  <a:pt x="12453" y="242445"/>
                  <a:pt x="28869" y="240524"/>
                </a:cubicBezTo>
                <a:lnTo>
                  <a:pt x="65209" y="236342"/>
                </a:lnTo>
                <a:cubicBezTo>
                  <a:pt x="69963" y="218483"/>
                  <a:pt x="76869" y="201077"/>
                  <a:pt x="85699" y="184575"/>
                </a:cubicBezTo>
                <a:lnTo>
                  <a:pt x="62831" y="155866"/>
                </a:lnTo>
                <a:cubicBezTo>
                  <a:pt x="52642" y="142868"/>
                  <a:pt x="53661" y="124331"/>
                  <a:pt x="65322" y="112576"/>
                </a:cubicBezTo>
                <a:lnTo>
                  <a:pt x="111058" y="67026"/>
                </a:lnTo>
                <a:cubicBezTo>
                  <a:pt x="117285" y="60922"/>
                  <a:pt x="125436" y="57531"/>
                  <a:pt x="134040" y="57531"/>
                </a:cubicBezTo>
                <a:cubicBezTo>
                  <a:pt x="141398" y="57531"/>
                  <a:pt x="148530" y="60018"/>
                  <a:pt x="154304" y="64539"/>
                </a:cubicBezTo>
                <a:lnTo>
                  <a:pt x="181361" y="85901"/>
                </a:lnTo>
                <a:cubicBezTo>
                  <a:pt x="198908" y="75842"/>
                  <a:pt x="217588" y="67930"/>
                  <a:pt x="237173" y="62392"/>
                </a:cubicBezTo>
                <a:lnTo>
                  <a:pt x="241022" y="28709"/>
                </a:lnTo>
                <a:cubicBezTo>
                  <a:pt x="242947" y="12320"/>
                  <a:pt x="256871" y="0"/>
                  <a:pt x="2734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3196244" y="2409193"/>
            <a:ext cx="377988" cy="316689"/>
          </a:xfrm>
          <a:custGeom>
            <a:avLst/>
            <a:gdLst/>
            <a:ahLst/>
            <a:cxnLst/>
            <a:rect l="l" t="t" r="r" b="b"/>
            <a:pathLst>
              <a:path w="609615" h="510753">
                <a:moveTo>
                  <a:pt x="552739" y="397213"/>
                </a:moveTo>
                <a:cubicBezTo>
                  <a:pt x="584151" y="397213"/>
                  <a:pt x="609615" y="422630"/>
                  <a:pt x="609615" y="453983"/>
                </a:cubicBezTo>
                <a:cubicBezTo>
                  <a:pt x="609615" y="485336"/>
                  <a:pt x="584151" y="510753"/>
                  <a:pt x="552739" y="510753"/>
                </a:cubicBezTo>
                <a:cubicBezTo>
                  <a:pt x="521327" y="510753"/>
                  <a:pt x="495863" y="485336"/>
                  <a:pt x="495863" y="453983"/>
                </a:cubicBezTo>
                <a:cubicBezTo>
                  <a:pt x="495863" y="422630"/>
                  <a:pt x="521327" y="397213"/>
                  <a:pt x="552739" y="397213"/>
                </a:cubicBezTo>
                <a:close/>
                <a:moveTo>
                  <a:pt x="547870" y="198571"/>
                </a:moveTo>
                <a:cubicBezTo>
                  <a:pt x="579282" y="198571"/>
                  <a:pt x="604746" y="223988"/>
                  <a:pt x="604746" y="255341"/>
                </a:cubicBezTo>
                <a:cubicBezTo>
                  <a:pt x="604746" y="286694"/>
                  <a:pt x="579282" y="312111"/>
                  <a:pt x="547870" y="312111"/>
                </a:cubicBezTo>
                <a:cubicBezTo>
                  <a:pt x="516458" y="312111"/>
                  <a:pt x="490994" y="286694"/>
                  <a:pt x="490994" y="255341"/>
                </a:cubicBezTo>
                <a:cubicBezTo>
                  <a:pt x="490994" y="223988"/>
                  <a:pt x="516458" y="198571"/>
                  <a:pt x="547870" y="198571"/>
                </a:cubicBezTo>
                <a:close/>
                <a:moveTo>
                  <a:pt x="119644" y="191797"/>
                </a:moveTo>
                <a:lnTo>
                  <a:pt x="127891" y="196674"/>
                </a:lnTo>
                <a:lnTo>
                  <a:pt x="121502" y="203292"/>
                </a:lnTo>
                <a:lnTo>
                  <a:pt x="129982" y="212233"/>
                </a:lnTo>
                <a:lnTo>
                  <a:pt x="122664" y="226050"/>
                </a:lnTo>
                <a:cubicBezTo>
                  <a:pt x="120573" y="230114"/>
                  <a:pt x="117321" y="229998"/>
                  <a:pt x="115462" y="225702"/>
                </a:cubicBezTo>
                <a:lnTo>
                  <a:pt x="109306" y="211652"/>
                </a:lnTo>
                <a:lnTo>
                  <a:pt x="117669" y="203176"/>
                </a:lnTo>
                <a:lnTo>
                  <a:pt x="111513" y="196441"/>
                </a:lnTo>
                <a:close/>
                <a:moveTo>
                  <a:pt x="88250" y="191374"/>
                </a:moveTo>
                <a:lnTo>
                  <a:pt x="111272" y="231774"/>
                </a:lnTo>
                <a:cubicBezTo>
                  <a:pt x="113597" y="235954"/>
                  <a:pt x="116620" y="238160"/>
                  <a:pt x="119760" y="238160"/>
                </a:cubicBezTo>
                <a:cubicBezTo>
                  <a:pt x="123015" y="238160"/>
                  <a:pt x="126038" y="235954"/>
                  <a:pt x="128364" y="231891"/>
                </a:cubicBezTo>
                <a:lnTo>
                  <a:pt x="152316" y="191490"/>
                </a:lnTo>
                <a:lnTo>
                  <a:pt x="195918" y="193812"/>
                </a:lnTo>
                <a:cubicBezTo>
                  <a:pt x="207894" y="194392"/>
                  <a:pt x="222195" y="199268"/>
                  <a:pt x="228241" y="204725"/>
                </a:cubicBezTo>
                <a:cubicBezTo>
                  <a:pt x="234520" y="210297"/>
                  <a:pt x="239287" y="224112"/>
                  <a:pt x="239287" y="236302"/>
                </a:cubicBezTo>
                <a:lnTo>
                  <a:pt x="239287" y="249653"/>
                </a:lnTo>
                <a:lnTo>
                  <a:pt x="183360" y="461987"/>
                </a:lnTo>
                <a:cubicBezTo>
                  <a:pt x="177663" y="483581"/>
                  <a:pt x="154874" y="501227"/>
                  <a:pt x="132433" y="501227"/>
                </a:cubicBezTo>
                <a:lnTo>
                  <a:pt x="122085" y="501227"/>
                </a:lnTo>
                <a:cubicBezTo>
                  <a:pt x="99645" y="501227"/>
                  <a:pt x="75925" y="483929"/>
                  <a:pt x="68949" y="462568"/>
                </a:cubicBezTo>
                <a:lnTo>
                  <a:pt x="0" y="249769"/>
                </a:lnTo>
                <a:lnTo>
                  <a:pt x="0" y="236302"/>
                </a:lnTo>
                <a:cubicBezTo>
                  <a:pt x="0" y="224112"/>
                  <a:pt x="4883" y="210297"/>
                  <a:pt x="11046" y="204725"/>
                </a:cubicBezTo>
                <a:cubicBezTo>
                  <a:pt x="17208" y="199268"/>
                  <a:pt x="31393" y="194509"/>
                  <a:pt x="43369" y="193812"/>
                </a:cubicBezTo>
                <a:close/>
                <a:moveTo>
                  <a:pt x="138106" y="151894"/>
                </a:moveTo>
                <a:cubicBezTo>
                  <a:pt x="140196" y="151081"/>
                  <a:pt x="142635" y="152127"/>
                  <a:pt x="143448" y="154218"/>
                </a:cubicBezTo>
                <a:cubicBezTo>
                  <a:pt x="144377" y="156426"/>
                  <a:pt x="143332" y="158866"/>
                  <a:pt x="141125" y="159679"/>
                </a:cubicBezTo>
                <a:cubicBezTo>
                  <a:pt x="131950" y="163281"/>
                  <a:pt x="124286" y="164559"/>
                  <a:pt x="118014" y="164559"/>
                </a:cubicBezTo>
                <a:cubicBezTo>
                  <a:pt x="105239" y="164559"/>
                  <a:pt x="98620" y="159330"/>
                  <a:pt x="98271" y="158982"/>
                </a:cubicBezTo>
                <a:cubicBezTo>
                  <a:pt x="96529" y="157588"/>
                  <a:pt x="96181" y="154915"/>
                  <a:pt x="97691" y="153172"/>
                </a:cubicBezTo>
                <a:cubicBezTo>
                  <a:pt x="99084" y="151430"/>
                  <a:pt x="101639" y="151081"/>
                  <a:pt x="103497" y="152591"/>
                </a:cubicBezTo>
                <a:cubicBezTo>
                  <a:pt x="103962" y="152940"/>
                  <a:pt x="114995" y="161073"/>
                  <a:pt x="138106" y="151894"/>
                </a:cubicBezTo>
                <a:close/>
                <a:moveTo>
                  <a:pt x="139648" y="119739"/>
                </a:moveTo>
                <a:cubicBezTo>
                  <a:pt x="147918" y="120435"/>
                  <a:pt x="149316" y="134921"/>
                  <a:pt x="149316" y="134921"/>
                </a:cubicBezTo>
                <a:lnTo>
                  <a:pt x="129981" y="134921"/>
                </a:lnTo>
                <a:cubicBezTo>
                  <a:pt x="129981" y="134921"/>
                  <a:pt x="131379" y="119044"/>
                  <a:pt x="139648" y="119739"/>
                </a:cubicBezTo>
                <a:close/>
                <a:moveTo>
                  <a:pt x="91170" y="119739"/>
                </a:moveTo>
                <a:cubicBezTo>
                  <a:pt x="99440" y="120435"/>
                  <a:pt x="100838" y="134921"/>
                  <a:pt x="100838" y="134921"/>
                </a:cubicBezTo>
                <a:lnTo>
                  <a:pt x="81503" y="134921"/>
                </a:lnTo>
                <a:cubicBezTo>
                  <a:pt x="81503" y="134921"/>
                  <a:pt x="82901" y="119044"/>
                  <a:pt x="91170" y="119739"/>
                </a:cubicBezTo>
                <a:close/>
                <a:moveTo>
                  <a:pt x="95591" y="95554"/>
                </a:moveTo>
                <a:cubicBezTo>
                  <a:pt x="92685" y="103451"/>
                  <a:pt x="84429" y="120752"/>
                  <a:pt x="67686" y="130042"/>
                </a:cubicBezTo>
                <a:lnTo>
                  <a:pt x="67686" y="157679"/>
                </a:lnTo>
                <a:cubicBezTo>
                  <a:pt x="67686" y="166736"/>
                  <a:pt x="75127" y="174168"/>
                  <a:pt x="84313" y="174168"/>
                </a:cubicBezTo>
                <a:lnTo>
                  <a:pt x="153379" y="174168"/>
                </a:lnTo>
                <a:cubicBezTo>
                  <a:pt x="162449" y="174168"/>
                  <a:pt x="169890" y="166736"/>
                  <a:pt x="169890" y="157562"/>
                </a:cubicBezTo>
                <a:lnTo>
                  <a:pt x="169890" y="112043"/>
                </a:lnTo>
                <a:cubicBezTo>
                  <a:pt x="153961" y="116340"/>
                  <a:pt x="122102" y="120752"/>
                  <a:pt x="100359" y="95554"/>
                </a:cubicBezTo>
                <a:close/>
                <a:moveTo>
                  <a:pt x="305807" y="35565"/>
                </a:moveTo>
                <a:lnTo>
                  <a:pt x="415442" y="35565"/>
                </a:lnTo>
                <a:cubicBezTo>
                  <a:pt x="425557" y="35565"/>
                  <a:pt x="433695" y="43692"/>
                  <a:pt x="433695" y="53792"/>
                </a:cubicBezTo>
                <a:cubicBezTo>
                  <a:pt x="433695" y="63892"/>
                  <a:pt x="425557" y="72018"/>
                  <a:pt x="415442" y="72018"/>
                </a:cubicBezTo>
                <a:lnTo>
                  <a:pt x="324060" y="72018"/>
                </a:lnTo>
                <a:lnTo>
                  <a:pt x="324060" y="237103"/>
                </a:lnTo>
                <a:lnTo>
                  <a:pt x="415442" y="237103"/>
                </a:lnTo>
                <a:cubicBezTo>
                  <a:pt x="425557" y="237103"/>
                  <a:pt x="433695" y="245346"/>
                  <a:pt x="433695" y="255330"/>
                </a:cubicBezTo>
                <a:cubicBezTo>
                  <a:pt x="433695" y="265430"/>
                  <a:pt x="425557" y="273556"/>
                  <a:pt x="415442" y="273556"/>
                </a:cubicBezTo>
                <a:lnTo>
                  <a:pt x="324060" y="273556"/>
                </a:lnTo>
                <a:lnTo>
                  <a:pt x="324060" y="469290"/>
                </a:lnTo>
                <a:lnTo>
                  <a:pt x="415442" y="469290"/>
                </a:lnTo>
                <a:cubicBezTo>
                  <a:pt x="425557" y="469290"/>
                  <a:pt x="433695" y="477416"/>
                  <a:pt x="433695" y="487516"/>
                </a:cubicBezTo>
                <a:cubicBezTo>
                  <a:pt x="433695" y="497617"/>
                  <a:pt x="425557" y="505743"/>
                  <a:pt x="415442" y="505743"/>
                </a:cubicBezTo>
                <a:lnTo>
                  <a:pt x="305807" y="505743"/>
                </a:lnTo>
                <a:cubicBezTo>
                  <a:pt x="295692" y="505743"/>
                  <a:pt x="287554" y="497617"/>
                  <a:pt x="287554" y="487516"/>
                </a:cubicBezTo>
                <a:lnTo>
                  <a:pt x="287554" y="53792"/>
                </a:lnTo>
                <a:cubicBezTo>
                  <a:pt x="287554" y="43692"/>
                  <a:pt x="295692" y="35565"/>
                  <a:pt x="305807" y="35565"/>
                </a:cubicBezTo>
                <a:close/>
                <a:moveTo>
                  <a:pt x="117102" y="32037"/>
                </a:moveTo>
                <a:cubicBezTo>
                  <a:pt x="195819" y="32037"/>
                  <a:pt x="179890" y="108676"/>
                  <a:pt x="179890" y="108676"/>
                </a:cubicBezTo>
                <a:cubicBezTo>
                  <a:pt x="179890" y="108676"/>
                  <a:pt x="179308" y="108908"/>
                  <a:pt x="178262" y="109373"/>
                </a:cubicBezTo>
                <a:lnTo>
                  <a:pt x="178262" y="157679"/>
                </a:lnTo>
                <a:cubicBezTo>
                  <a:pt x="178262" y="171381"/>
                  <a:pt x="167099" y="182412"/>
                  <a:pt x="153379" y="182412"/>
                </a:cubicBezTo>
                <a:lnTo>
                  <a:pt x="84313" y="182412"/>
                </a:lnTo>
                <a:cubicBezTo>
                  <a:pt x="70593" y="182412"/>
                  <a:pt x="59430" y="171265"/>
                  <a:pt x="59430" y="157562"/>
                </a:cubicBezTo>
                <a:lnTo>
                  <a:pt x="59430" y="133642"/>
                </a:lnTo>
                <a:cubicBezTo>
                  <a:pt x="58151" y="134106"/>
                  <a:pt x="56872" y="134571"/>
                  <a:pt x="55593" y="134803"/>
                </a:cubicBezTo>
                <a:cubicBezTo>
                  <a:pt x="55593" y="134803"/>
                  <a:pt x="34083" y="32153"/>
                  <a:pt x="117102" y="32037"/>
                </a:cubicBezTo>
                <a:close/>
                <a:moveTo>
                  <a:pt x="543107" y="0"/>
                </a:moveTo>
                <a:cubicBezTo>
                  <a:pt x="574499" y="0"/>
                  <a:pt x="599948" y="25417"/>
                  <a:pt x="599948" y="56770"/>
                </a:cubicBezTo>
                <a:cubicBezTo>
                  <a:pt x="599948" y="88123"/>
                  <a:pt x="574499" y="113540"/>
                  <a:pt x="543107" y="113540"/>
                </a:cubicBezTo>
                <a:cubicBezTo>
                  <a:pt x="511715" y="113540"/>
                  <a:pt x="486266" y="88123"/>
                  <a:pt x="486266" y="56770"/>
                </a:cubicBezTo>
                <a:cubicBezTo>
                  <a:pt x="486266" y="25417"/>
                  <a:pt x="511715" y="0"/>
                  <a:pt x="543107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5696903" y="1219200"/>
            <a:ext cx="5821993" cy="3384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Reinforcement Learning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617286" y="1600200"/>
            <a:ext cx="1107996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l">
              <a:defRPr/>
            </a:pPr>
            <a:r>
              <a:rPr lang="en-US" sz="3600" b="1" i="0" u="none" baseline="0" dirty="0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381750" y="1600200"/>
            <a:ext cx="5137146" cy="134690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Explain the use of reinforcement learning to train the LLM to effectively use search operations; describe how the LLM learns to balance exploration (searching for new information) and exploitation (using existing knowledge).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96903" y="3048000"/>
            <a:ext cx="5821993" cy="3384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Structure of the Reasoning Chain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617286" y="3461707"/>
            <a:ext cx="1107996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l">
              <a:defRPr/>
            </a:pPr>
            <a:r>
              <a:rPr lang="en-US" sz="3600" b="1" i="0" u="none" baseline="0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81750" y="3383062"/>
            <a:ext cx="5429250" cy="134690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Describe the architecture of the reasoning chain, emphasizing how search steps are integrated into the broader decision-making process; this structure ensures that the LLM can leverage search in a coherent effective manner.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96903" y="4843200"/>
            <a:ext cx="5821993" cy="338400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Iterative Feedback Loops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5673804" y="5181600"/>
            <a:ext cx="1107996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l">
              <a:defRPr/>
            </a:pPr>
            <a:r>
              <a:rPr lang="en-US" sz="3600" b="1" i="0" u="none" baseline="0" dirty="0">
                <a:solidFill>
                  <a:schemeClr val="accent3"/>
                </a:solidFill>
                <a:latin typeface="Arial"/>
                <a:ea typeface="Arial"/>
              </a:rPr>
              <a:t>03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381750" y="5223510"/>
            <a:ext cx="5137146" cy="134690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Highlight the importance of iterative feedback loops in the ReSearch framework, allowing the LLM to continuously refine its search strategies and reasoning processes based on incoming information and outcomes.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4800600" y="3276600"/>
            <a:ext cx="4950919" cy="79631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b="1" i="0" u="none" baseline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Technical Findings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0379" y="3098252"/>
            <a:ext cx="1364451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0" i="0" u="none" spc="100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Reinforcement Learning Setup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74538" y="1713868"/>
            <a:ext cx="3835403" cy="3832395"/>
            <a:chOff x="976406" y="2270126"/>
            <a:chExt cx="2951163" cy="2947988"/>
          </a:xfrm>
          <a:solidFill>
            <a:schemeClr val="accent1"/>
          </a:solidFill>
        </p:grpSpPr>
        <p:sp>
          <p:nvSpPr>
            <p:cNvPr id="4" name="Freeform 4"/>
            <p:cNvSpPr/>
            <p:nvPr/>
          </p:nvSpPr>
          <p:spPr>
            <a:xfrm>
              <a:off x="1971769" y="2871789"/>
              <a:ext cx="1949450" cy="2336800"/>
            </a:xfrm>
            <a:custGeom>
              <a:avLst/>
              <a:gdLst/>
              <a:ahLst/>
              <a:cxnLst/>
              <a:rect l="l" t="t" r="r" b="b"/>
              <a:pathLst>
                <a:path w="804" h="964">
                  <a:moveTo>
                    <a:pt x="764" y="744"/>
                  </a:moveTo>
                  <a:cubicBezTo>
                    <a:pt x="764" y="843"/>
                    <a:pt x="683" y="924"/>
                    <a:pt x="584" y="924"/>
                  </a:cubicBezTo>
                  <a:cubicBezTo>
                    <a:pt x="0" y="924"/>
                    <a:pt x="0" y="924"/>
                    <a:pt x="0" y="924"/>
                  </a:cubicBezTo>
                  <a:cubicBezTo>
                    <a:pt x="0" y="964"/>
                    <a:pt x="0" y="964"/>
                    <a:pt x="0" y="964"/>
                  </a:cubicBezTo>
                  <a:cubicBezTo>
                    <a:pt x="584" y="964"/>
                    <a:pt x="584" y="964"/>
                    <a:pt x="584" y="964"/>
                  </a:cubicBezTo>
                  <a:cubicBezTo>
                    <a:pt x="705" y="964"/>
                    <a:pt x="804" y="865"/>
                    <a:pt x="804" y="744"/>
                  </a:cubicBezTo>
                  <a:cubicBezTo>
                    <a:pt x="804" y="0"/>
                    <a:pt x="804" y="0"/>
                    <a:pt x="804" y="0"/>
                  </a:cubicBezTo>
                  <a:cubicBezTo>
                    <a:pt x="764" y="0"/>
                    <a:pt x="764" y="0"/>
                    <a:pt x="764" y="0"/>
                  </a:cubicBezTo>
                  <a:lnTo>
                    <a:pt x="764" y="744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982756" y="2270126"/>
              <a:ext cx="1949450" cy="2376488"/>
            </a:xfrm>
            <a:custGeom>
              <a:avLst/>
              <a:gdLst/>
              <a:ahLst/>
              <a:cxnLst/>
              <a:rect l="l" t="t" r="r" b="b"/>
              <a:pathLst>
                <a:path w="804" h="980">
                  <a:moveTo>
                    <a:pt x="40" y="220"/>
                  </a:moveTo>
                  <a:cubicBezTo>
                    <a:pt x="40" y="121"/>
                    <a:pt x="121" y="40"/>
                    <a:pt x="220" y="40"/>
                  </a:cubicBezTo>
                  <a:cubicBezTo>
                    <a:pt x="804" y="40"/>
                    <a:pt x="804" y="40"/>
                    <a:pt x="804" y="40"/>
                  </a:cubicBezTo>
                  <a:cubicBezTo>
                    <a:pt x="804" y="0"/>
                    <a:pt x="804" y="0"/>
                    <a:pt x="804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99" y="0"/>
                    <a:pt x="0" y="99"/>
                    <a:pt x="0" y="220"/>
                  </a:cubicBezTo>
                  <a:cubicBezTo>
                    <a:pt x="0" y="980"/>
                    <a:pt x="0" y="980"/>
                    <a:pt x="0" y="980"/>
                  </a:cubicBezTo>
                  <a:cubicBezTo>
                    <a:pt x="40" y="980"/>
                    <a:pt x="40" y="980"/>
                    <a:pt x="40" y="980"/>
                  </a:cubicBezTo>
                  <a:lnTo>
                    <a:pt x="40" y="220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460594" y="4738689"/>
              <a:ext cx="412750" cy="479425"/>
            </a:xfrm>
            <a:custGeom>
              <a:avLst/>
              <a:gdLst/>
              <a:ahLst/>
              <a:cxnLst/>
              <a:rect l="l" t="t" r="r" b="b"/>
              <a:pathLst>
                <a:path w="170" h="198">
                  <a:moveTo>
                    <a:pt x="170" y="111"/>
                  </a:moveTo>
                  <a:cubicBezTo>
                    <a:pt x="170" y="87"/>
                    <a:pt x="162" y="68"/>
                    <a:pt x="147" y="52"/>
                  </a:cubicBezTo>
                  <a:cubicBezTo>
                    <a:pt x="132" y="36"/>
                    <a:pt x="111" y="28"/>
                    <a:pt x="87" y="26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59" y="7"/>
                    <a:pt x="39" y="21"/>
                    <a:pt x="24" y="41"/>
                  </a:cubicBezTo>
                  <a:cubicBezTo>
                    <a:pt x="8" y="61"/>
                    <a:pt x="0" y="84"/>
                    <a:pt x="0" y="110"/>
                  </a:cubicBezTo>
                  <a:cubicBezTo>
                    <a:pt x="0" y="135"/>
                    <a:pt x="8" y="156"/>
                    <a:pt x="24" y="173"/>
                  </a:cubicBezTo>
                  <a:cubicBezTo>
                    <a:pt x="41" y="190"/>
                    <a:pt x="60" y="198"/>
                    <a:pt x="84" y="198"/>
                  </a:cubicBezTo>
                  <a:cubicBezTo>
                    <a:pt x="109" y="198"/>
                    <a:pt x="129" y="190"/>
                    <a:pt x="145" y="173"/>
                  </a:cubicBezTo>
                  <a:cubicBezTo>
                    <a:pt x="162" y="156"/>
                    <a:pt x="170" y="136"/>
                    <a:pt x="170" y="111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976406" y="4738689"/>
              <a:ext cx="411163" cy="479425"/>
            </a:xfrm>
            <a:custGeom>
              <a:avLst/>
              <a:gdLst/>
              <a:ahLst/>
              <a:cxnLst/>
              <a:rect l="l" t="t" r="r" b="b"/>
              <a:pathLst>
                <a:path w="170" h="198">
                  <a:moveTo>
                    <a:pt x="146" y="173"/>
                  </a:moveTo>
                  <a:cubicBezTo>
                    <a:pt x="162" y="156"/>
                    <a:pt x="170" y="136"/>
                    <a:pt x="170" y="111"/>
                  </a:cubicBezTo>
                  <a:cubicBezTo>
                    <a:pt x="170" y="87"/>
                    <a:pt x="162" y="68"/>
                    <a:pt x="147" y="52"/>
                  </a:cubicBezTo>
                  <a:cubicBezTo>
                    <a:pt x="132" y="36"/>
                    <a:pt x="111" y="28"/>
                    <a:pt x="87" y="26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63" y="7"/>
                    <a:pt x="40" y="21"/>
                    <a:pt x="24" y="41"/>
                  </a:cubicBezTo>
                  <a:cubicBezTo>
                    <a:pt x="8" y="61"/>
                    <a:pt x="0" y="84"/>
                    <a:pt x="0" y="110"/>
                  </a:cubicBezTo>
                  <a:cubicBezTo>
                    <a:pt x="0" y="135"/>
                    <a:pt x="9" y="156"/>
                    <a:pt x="25" y="173"/>
                  </a:cubicBezTo>
                  <a:cubicBezTo>
                    <a:pt x="41" y="190"/>
                    <a:pt x="61" y="198"/>
                    <a:pt x="84" y="198"/>
                  </a:cubicBezTo>
                  <a:cubicBezTo>
                    <a:pt x="109" y="198"/>
                    <a:pt x="129" y="190"/>
                    <a:pt x="146" y="173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3030631" y="2298701"/>
              <a:ext cx="896938" cy="481013"/>
            </a:xfrm>
            <a:custGeom>
              <a:avLst/>
              <a:gdLst/>
              <a:ahLst/>
              <a:cxnLst/>
              <a:rect l="l" t="t" r="r" b="b"/>
              <a:pathLst>
                <a:path w="370" h="198">
                  <a:moveTo>
                    <a:pt x="146" y="157"/>
                  </a:moveTo>
                  <a:cubicBezTo>
                    <a:pt x="131" y="177"/>
                    <a:pt x="111" y="191"/>
                    <a:pt x="83" y="198"/>
                  </a:cubicBezTo>
                  <a:cubicBezTo>
                    <a:pt x="83" y="172"/>
                    <a:pt x="83" y="172"/>
                    <a:pt x="83" y="172"/>
                  </a:cubicBezTo>
                  <a:cubicBezTo>
                    <a:pt x="59" y="170"/>
                    <a:pt x="39" y="162"/>
                    <a:pt x="23" y="146"/>
                  </a:cubicBezTo>
                  <a:cubicBezTo>
                    <a:pt x="8" y="130"/>
                    <a:pt x="0" y="111"/>
                    <a:pt x="0" y="87"/>
                  </a:cubicBezTo>
                  <a:cubicBezTo>
                    <a:pt x="0" y="62"/>
                    <a:pt x="8" y="42"/>
                    <a:pt x="25" y="25"/>
                  </a:cubicBezTo>
                  <a:cubicBezTo>
                    <a:pt x="41" y="8"/>
                    <a:pt x="61" y="0"/>
                    <a:pt x="86" y="0"/>
                  </a:cubicBezTo>
                  <a:cubicBezTo>
                    <a:pt x="110" y="0"/>
                    <a:pt x="129" y="8"/>
                    <a:pt x="146" y="25"/>
                  </a:cubicBezTo>
                  <a:cubicBezTo>
                    <a:pt x="162" y="42"/>
                    <a:pt x="170" y="63"/>
                    <a:pt x="170" y="88"/>
                  </a:cubicBezTo>
                  <a:cubicBezTo>
                    <a:pt x="170" y="114"/>
                    <a:pt x="162" y="137"/>
                    <a:pt x="146" y="157"/>
                  </a:cubicBezTo>
                  <a:close/>
                  <a:moveTo>
                    <a:pt x="346" y="157"/>
                  </a:moveTo>
                  <a:cubicBezTo>
                    <a:pt x="330" y="177"/>
                    <a:pt x="307" y="191"/>
                    <a:pt x="283" y="198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59" y="170"/>
                    <a:pt x="238" y="162"/>
                    <a:pt x="223" y="146"/>
                  </a:cubicBezTo>
                  <a:cubicBezTo>
                    <a:pt x="208" y="130"/>
                    <a:pt x="200" y="111"/>
                    <a:pt x="200" y="87"/>
                  </a:cubicBezTo>
                  <a:cubicBezTo>
                    <a:pt x="200" y="62"/>
                    <a:pt x="208" y="42"/>
                    <a:pt x="224" y="25"/>
                  </a:cubicBezTo>
                  <a:cubicBezTo>
                    <a:pt x="241" y="8"/>
                    <a:pt x="261" y="0"/>
                    <a:pt x="286" y="0"/>
                  </a:cubicBezTo>
                  <a:cubicBezTo>
                    <a:pt x="309" y="0"/>
                    <a:pt x="329" y="8"/>
                    <a:pt x="345" y="25"/>
                  </a:cubicBezTo>
                  <a:cubicBezTo>
                    <a:pt x="361" y="42"/>
                    <a:pt x="370" y="63"/>
                    <a:pt x="370" y="88"/>
                  </a:cubicBezTo>
                  <a:cubicBezTo>
                    <a:pt x="370" y="114"/>
                    <a:pt x="362" y="137"/>
                    <a:pt x="346" y="157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894967" y="2961729"/>
            <a:ext cx="1249292" cy="1233753"/>
          </a:xfrm>
          <a:custGeom>
            <a:avLst/>
            <a:gdLst/>
            <a:ahLst/>
            <a:cxnLst/>
            <a:rect l="l" t="t" r="r" b="b"/>
            <a:pathLst>
              <a:path w="585452" h="597115">
                <a:moveTo>
                  <a:pt x="54222" y="339785"/>
                </a:moveTo>
                <a:cubicBezTo>
                  <a:pt x="83140" y="413517"/>
                  <a:pt x="150788" y="468172"/>
                  <a:pt x="231863" y="478484"/>
                </a:cubicBezTo>
                <a:cubicBezTo>
                  <a:pt x="233412" y="477968"/>
                  <a:pt x="234962" y="476937"/>
                  <a:pt x="236511" y="476421"/>
                </a:cubicBezTo>
                <a:cubicBezTo>
                  <a:pt x="234445" y="475906"/>
                  <a:pt x="232380" y="474874"/>
                  <a:pt x="230314" y="474359"/>
                </a:cubicBezTo>
                <a:cubicBezTo>
                  <a:pt x="212240" y="458891"/>
                  <a:pt x="196232" y="440844"/>
                  <a:pt x="182289" y="420736"/>
                </a:cubicBezTo>
                <a:cubicBezTo>
                  <a:pt x="131165" y="406299"/>
                  <a:pt x="86755" y="377425"/>
                  <a:pt x="54222" y="339785"/>
                </a:cubicBezTo>
                <a:close/>
                <a:moveTo>
                  <a:pt x="47508" y="201087"/>
                </a:moveTo>
                <a:cubicBezTo>
                  <a:pt x="42344" y="220164"/>
                  <a:pt x="39246" y="239757"/>
                  <a:pt x="39246" y="259866"/>
                </a:cubicBezTo>
                <a:cubicBezTo>
                  <a:pt x="39246" y="260382"/>
                  <a:pt x="39246" y="260897"/>
                  <a:pt x="39246" y="260897"/>
                </a:cubicBezTo>
                <a:cubicBezTo>
                  <a:pt x="59386" y="316067"/>
                  <a:pt x="103796" y="360410"/>
                  <a:pt x="161116" y="384643"/>
                </a:cubicBezTo>
                <a:cubicBezTo>
                  <a:pt x="145108" y="352160"/>
                  <a:pt x="134780" y="315552"/>
                  <a:pt x="131681" y="276881"/>
                </a:cubicBezTo>
                <a:cubicBezTo>
                  <a:pt x="97599" y="258319"/>
                  <a:pt x="68681" y="232023"/>
                  <a:pt x="47508" y="201087"/>
                </a:cubicBezTo>
                <a:close/>
                <a:moveTo>
                  <a:pt x="116189" y="92809"/>
                </a:moveTo>
                <a:cubicBezTo>
                  <a:pt x="91402" y="113949"/>
                  <a:pt x="72296" y="140245"/>
                  <a:pt x="58869" y="169635"/>
                </a:cubicBezTo>
                <a:cubicBezTo>
                  <a:pt x="75394" y="200571"/>
                  <a:pt x="100698" y="226867"/>
                  <a:pt x="131165" y="246460"/>
                </a:cubicBezTo>
                <a:cubicBezTo>
                  <a:pt x="132198" y="212430"/>
                  <a:pt x="138911" y="179431"/>
                  <a:pt x="149755" y="149526"/>
                </a:cubicBezTo>
                <a:cubicBezTo>
                  <a:pt x="134780" y="133542"/>
                  <a:pt x="122903" y="114465"/>
                  <a:pt x="116189" y="92809"/>
                </a:cubicBezTo>
                <a:close/>
                <a:moveTo>
                  <a:pt x="221535" y="42795"/>
                </a:moveTo>
                <a:cubicBezTo>
                  <a:pt x="192100" y="47951"/>
                  <a:pt x="165247" y="58779"/>
                  <a:pt x="141493" y="74247"/>
                </a:cubicBezTo>
                <a:cubicBezTo>
                  <a:pt x="145108" y="91263"/>
                  <a:pt x="152854" y="106731"/>
                  <a:pt x="163182" y="119621"/>
                </a:cubicBezTo>
                <a:cubicBezTo>
                  <a:pt x="178157" y="90231"/>
                  <a:pt x="197781" y="64451"/>
                  <a:pt x="221535" y="42795"/>
                </a:cubicBezTo>
                <a:close/>
                <a:moveTo>
                  <a:pt x="496052" y="42574"/>
                </a:moveTo>
                <a:cubicBezTo>
                  <a:pt x="518886" y="70288"/>
                  <a:pt x="618524" y="296739"/>
                  <a:pt x="574240" y="399614"/>
                </a:cubicBezTo>
                <a:cubicBezTo>
                  <a:pt x="527245" y="507905"/>
                  <a:pt x="411049" y="503264"/>
                  <a:pt x="343397" y="479027"/>
                </a:cubicBezTo>
                <a:cubicBezTo>
                  <a:pt x="350110" y="460979"/>
                  <a:pt x="365603" y="438805"/>
                  <a:pt x="374382" y="417147"/>
                </a:cubicBezTo>
                <a:cubicBezTo>
                  <a:pt x="382645" y="415600"/>
                  <a:pt x="415697" y="411990"/>
                  <a:pt x="444100" y="402708"/>
                </a:cubicBezTo>
                <a:cubicBezTo>
                  <a:pt x="452363" y="400130"/>
                  <a:pt x="460626" y="397036"/>
                  <a:pt x="467856" y="393426"/>
                </a:cubicBezTo>
                <a:cubicBezTo>
                  <a:pt x="475086" y="390332"/>
                  <a:pt x="482316" y="386723"/>
                  <a:pt x="487480" y="382597"/>
                </a:cubicBezTo>
                <a:cubicBezTo>
                  <a:pt x="490062" y="381050"/>
                  <a:pt x="492645" y="378988"/>
                  <a:pt x="494194" y="376925"/>
                </a:cubicBezTo>
                <a:cubicBezTo>
                  <a:pt x="496260" y="375378"/>
                  <a:pt x="498325" y="373831"/>
                  <a:pt x="498842" y="372284"/>
                </a:cubicBezTo>
                <a:cubicBezTo>
                  <a:pt x="500907" y="368674"/>
                  <a:pt x="502457" y="367127"/>
                  <a:pt x="502457" y="367127"/>
                </a:cubicBezTo>
                <a:cubicBezTo>
                  <a:pt x="502457" y="367127"/>
                  <a:pt x="500907" y="368674"/>
                  <a:pt x="498325" y="371768"/>
                </a:cubicBezTo>
                <a:cubicBezTo>
                  <a:pt x="497292" y="373315"/>
                  <a:pt x="495227" y="374347"/>
                  <a:pt x="493161" y="375894"/>
                </a:cubicBezTo>
                <a:cubicBezTo>
                  <a:pt x="491612" y="377441"/>
                  <a:pt x="489030" y="378988"/>
                  <a:pt x="485931" y="380535"/>
                </a:cubicBezTo>
                <a:cubicBezTo>
                  <a:pt x="480767" y="383629"/>
                  <a:pt x="473537" y="386207"/>
                  <a:pt x="465790" y="388785"/>
                </a:cubicBezTo>
                <a:cubicBezTo>
                  <a:pt x="458560" y="391364"/>
                  <a:pt x="450297" y="393426"/>
                  <a:pt x="442035" y="394973"/>
                </a:cubicBezTo>
                <a:cubicBezTo>
                  <a:pt x="424992" y="398583"/>
                  <a:pt x="407950" y="400130"/>
                  <a:pt x="395556" y="401677"/>
                </a:cubicBezTo>
                <a:cubicBezTo>
                  <a:pt x="391425" y="401677"/>
                  <a:pt x="384711" y="402193"/>
                  <a:pt x="381612" y="402193"/>
                </a:cubicBezTo>
                <a:cubicBezTo>
                  <a:pt x="389359" y="383629"/>
                  <a:pt x="400204" y="364033"/>
                  <a:pt x="407950" y="344954"/>
                </a:cubicBezTo>
                <a:cubicBezTo>
                  <a:pt x="414664" y="343407"/>
                  <a:pt x="440485" y="338766"/>
                  <a:pt x="465274" y="331031"/>
                </a:cubicBezTo>
                <a:cubicBezTo>
                  <a:pt x="472504" y="328452"/>
                  <a:pt x="479734" y="325874"/>
                  <a:pt x="485931" y="322780"/>
                </a:cubicBezTo>
                <a:cubicBezTo>
                  <a:pt x="492645" y="319686"/>
                  <a:pt x="498325" y="316592"/>
                  <a:pt x="502973" y="312982"/>
                </a:cubicBezTo>
                <a:cubicBezTo>
                  <a:pt x="505555" y="311435"/>
                  <a:pt x="507621" y="309888"/>
                  <a:pt x="509170" y="308341"/>
                </a:cubicBezTo>
                <a:cubicBezTo>
                  <a:pt x="510720" y="306794"/>
                  <a:pt x="512269" y="305247"/>
                  <a:pt x="513302" y="303700"/>
                </a:cubicBezTo>
                <a:cubicBezTo>
                  <a:pt x="514851" y="301122"/>
                  <a:pt x="515884" y="299575"/>
                  <a:pt x="515884" y="299575"/>
                </a:cubicBezTo>
                <a:cubicBezTo>
                  <a:pt x="515884" y="299575"/>
                  <a:pt x="514851" y="301122"/>
                  <a:pt x="512785" y="303700"/>
                </a:cubicBezTo>
                <a:cubicBezTo>
                  <a:pt x="511752" y="304732"/>
                  <a:pt x="510203" y="305763"/>
                  <a:pt x="508137" y="307310"/>
                </a:cubicBezTo>
                <a:cubicBezTo>
                  <a:pt x="506588" y="308857"/>
                  <a:pt x="504522" y="309888"/>
                  <a:pt x="501940" y="311435"/>
                </a:cubicBezTo>
                <a:cubicBezTo>
                  <a:pt x="497292" y="314014"/>
                  <a:pt x="491095" y="316592"/>
                  <a:pt x="484382" y="318655"/>
                </a:cubicBezTo>
                <a:cubicBezTo>
                  <a:pt x="477668" y="320717"/>
                  <a:pt x="470438" y="322264"/>
                  <a:pt x="463208" y="323811"/>
                </a:cubicBezTo>
                <a:cubicBezTo>
                  <a:pt x="448748" y="326905"/>
                  <a:pt x="433772" y="328452"/>
                  <a:pt x="422927" y="329484"/>
                </a:cubicBezTo>
                <a:cubicBezTo>
                  <a:pt x="419312" y="329999"/>
                  <a:pt x="416213" y="329999"/>
                  <a:pt x="413631" y="329999"/>
                </a:cubicBezTo>
                <a:cubicBezTo>
                  <a:pt x="421894" y="309373"/>
                  <a:pt x="429640" y="289261"/>
                  <a:pt x="436870" y="271729"/>
                </a:cubicBezTo>
                <a:lnTo>
                  <a:pt x="436870" y="272760"/>
                </a:lnTo>
                <a:cubicBezTo>
                  <a:pt x="436870" y="272760"/>
                  <a:pt x="460626" y="269150"/>
                  <a:pt x="482832" y="261931"/>
                </a:cubicBezTo>
                <a:cubicBezTo>
                  <a:pt x="488513" y="259868"/>
                  <a:pt x="494194" y="257806"/>
                  <a:pt x="499358" y="255743"/>
                </a:cubicBezTo>
                <a:cubicBezTo>
                  <a:pt x="504522" y="253165"/>
                  <a:pt x="509170" y="250586"/>
                  <a:pt x="512269" y="248008"/>
                </a:cubicBezTo>
                <a:cubicBezTo>
                  <a:pt x="514335" y="246977"/>
                  <a:pt x="515884" y="245430"/>
                  <a:pt x="517433" y="244398"/>
                </a:cubicBezTo>
                <a:cubicBezTo>
                  <a:pt x="518466" y="242851"/>
                  <a:pt x="519499" y="241820"/>
                  <a:pt x="520532" y="240789"/>
                </a:cubicBezTo>
                <a:cubicBezTo>
                  <a:pt x="521565" y="238726"/>
                  <a:pt x="522597" y="237695"/>
                  <a:pt x="522597" y="237695"/>
                </a:cubicBezTo>
                <a:cubicBezTo>
                  <a:pt x="522597" y="237695"/>
                  <a:pt x="521565" y="238726"/>
                  <a:pt x="520015" y="240789"/>
                </a:cubicBezTo>
                <a:cubicBezTo>
                  <a:pt x="519499" y="241820"/>
                  <a:pt x="517950" y="242336"/>
                  <a:pt x="516400" y="243367"/>
                </a:cubicBezTo>
                <a:cubicBezTo>
                  <a:pt x="515367" y="244398"/>
                  <a:pt x="513302" y="245430"/>
                  <a:pt x="511752" y="246461"/>
                </a:cubicBezTo>
                <a:cubicBezTo>
                  <a:pt x="507621" y="248524"/>
                  <a:pt x="502973" y="250586"/>
                  <a:pt x="497809" y="252133"/>
                </a:cubicBezTo>
                <a:cubicBezTo>
                  <a:pt x="492645" y="253680"/>
                  <a:pt x="487480" y="255227"/>
                  <a:pt x="481800" y="256259"/>
                </a:cubicBezTo>
                <a:cubicBezTo>
                  <a:pt x="470438" y="258837"/>
                  <a:pt x="459077" y="259868"/>
                  <a:pt x="450297" y="260900"/>
                </a:cubicBezTo>
                <a:cubicBezTo>
                  <a:pt x="446682" y="260900"/>
                  <a:pt x="443584" y="261415"/>
                  <a:pt x="441002" y="261415"/>
                </a:cubicBezTo>
                <a:cubicBezTo>
                  <a:pt x="467340" y="194894"/>
                  <a:pt x="479734" y="162407"/>
                  <a:pt x="446682" y="239242"/>
                </a:cubicBezTo>
                <a:cubicBezTo>
                  <a:pt x="443067" y="246977"/>
                  <a:pt x="436354" y="262962"/>
                  <a:pt x="436354" y="262962"/>
                </a:cubicBezTo>
                <a:cubicBezTo>
                  <a:pt x="435837" y="262962"/>
                  <a:pt x="435837" y="262962"/>
                  <a:pt x="435837" y="262962"/>
                </a:cubicBezTo>
                <a:cubicBezTo>
                  <a:pt x="434288" y="261931"/>
                  <a:pt x="431190" y="259868"/>
                  <a:pt x="427058" y="256774"/>
                </a:cubicBezTo>
                <a:cubicBezTo>
                  <a:pt x="420861" y="251618"/>
                  <a:pt x="413115" y="245430"/>
                  <a:pt x="405368" y="237695"/>
                </a:cubicBezTo>
                <a:cubicBezTo>
                  <a:pt x="401753" y="234085"/>
                  <a:pt x="398138" y="230475"/>
                  <a:pt x="395040" y="226866"/>
                </a:cubicBezTo>
                <a:cubicBezTo>
                  <a:pt x="391941" y="222740"/>
                  <a:pt x="389359" y="219131"/>
                  <a:pt x="387293" y="216037"/>
                </a:cubicBezTo>
                <a:cubicBezTo>
                  <a:pt x="386777" y="213974"/>
                  <a:pt x="385744" y="212427"/>
                  <a:pt x="385227" y="210880"/>
                </a:cubicBezTo>
                <a:cubicBezTo>
                  <a:pt x="384711" y="209333"/>
                  <a:pt x="384195" y="208302"/>
                  <a:pt x="384195" y="207270"/>
                </a:cubicBezTo>
                <a:cubicBezTo>
                  <a:pt x="383678" y="204692"/>
                  <a:pt x="383678" y="203661"/>
                  <a:pt x="383678" y="203661"/>
                </a:cubicBezTo>
                <a:cubicBezTo>
                  <a:pt x="383678" y="203661"/>
                  <a:pt x="383678" y="204692"/>
                  <a:pt x="383678" y="207270"/>
                </a:cubicBezTo>
                <a:cubicBezTo>
                  <a:pt x="383678" y="208302"/>
                  <a:pt x="384195" y="209849"/>
                  <a:pt x="384195" y="211396"/>
                </a:cubicBezTo>
                <a:cubicBezTo>
                  <a:pt x="384711" y="212943"/>
                  <a:pt x="385227" y="214490"/>
                  <a:pt x="386260" y="216552"/>
                </a:cubicBezTo>
                <a:cubicBezTo>
                  <a:pt x="387293" y="220162"/>
                  <a:pt x="389875" y="224287"/>
                  <a:pt x="392457" y="228413"/>
                </a:cubicBezTo>
                <a:cubicBezTo>
                  <a:pt x="395040" y="232538"/>
                  <a:pt x="398138" y="237179"/>
                  <a:pt x="401753" y="241304"/>
                </a:cubicBezTo>
                <a:cubicBezTo>
                  <a:pt x="415180" y="257806"/>
                  <a:pt x="431190" y="272244"/>
                  <a:pt x="431190" y="272244"/>
                </a:cubicBezTo>
                <a:lnTo>
                  <a:pt x="432222" y="270697"/>
                </a:lnTo>
                <a:cubicBezTo>
                  <a:pt x="421894" y="293387"/>
                  <a:pt x="411565" y="315561"/>
                  <a:pt x="400720" y="336187"/>
                </a:cubicBezTo>
                <a:cubicBezTo>
                  <a:pt x="398655" y="334640"/>
                  <a:pt x="394523" y="332062"/>
                  <a:pt x="389875" y="327937"/>
                </a:cubicBezTo>
                <a:cubicBezTo>
                  <a:pt x="382129" y="322264"/>
                  <a:pt x="371800" y="314014"/>
                  <a:pt x="362505" y="304732"/>
                </a:cubicBezTo>
                <a:cubicBezTo>
                  <a:pt x="357857" y="300091"/>
                  <a:pt x="353725" y="295449"/>
                  <a:pt x="349594" y="290808"/>
                </a:cubicBezTo>
                <a:cubicBezTo>
                  <a:pt x="345979" y="286167"/>
                  <a:pt x="342364" y="281526"/>
                  <a:pt x="340298" y="276885"/>
                </a:cubicBezTo>
                <a:cubicBezTo>
                  <a:pt x="338749" y="274823"/>
                  <a:pt x="337716" y="272760"/>
                  <a:pt x="337200" y="271213"/>
                </a:cubicBezTo>
                <a:cubicBezTo>
                  <a:pt x="336683" y="269150"/>
                  <a:pt x="336167" y="267603"/>
                  <a:pt x="336167" y="266056"/>
                </a:cubicBezTo>
                <a:cubicBezTo>
                  <a:pt x="335650" y="263478"/>
                  <a:pt x="335134" y="261415"/>
                  <a:pt x="335134" y="261415"/>
                </a:cubicBezTo>
                <a:cubicBezTo>
                  <a:pt x="335134" y="261415"/>
                  <a:pt x="335134" y="263478"/>
                  <a:pt x="335650" y="266056"/>
                </a:cubicBezTo>
                <a:cubicBezTo>
                  <a:pt x="335134" y="267603"/>
                  <a:pt x="336167" y="269150"/>
                  <a:pt x="336167" y="271213"/>
                </a:cubicBezTo>
                <a:cubicBezTo>
                  <a:pt x="336683" y="273276"/>
                  <a:pt x="337716" y="275338"/>
                  <a:pt x="338232" y="277917"/>
                </a:cubicBezTo>
                <a:cubicBezTo>
                  <a:pt x="340298" y="282558"/>
                  <a:pt x="342880" y="287714"/>
                  <a:pt x="346495" y="292871"/>
                </a:cubicBezTo>
                <a:cubicBezTo>
                  <a:pt x="349594" y="298544"/>
                  <a:pt x="353725" y="303700"/>
                  <a:pt x="357857" y="308857"/>
                </a:cubicBezTo>
                <a:cubicBezTo>
                  <a:pt x="374899" y="329484"/>
                  <a:pt x="395040" y="347532"/>
                  <a:pt x="395040" y="347532"/>
                </a:cubicBezTo>
                <a:cubicBezTo>
                  <a:pt x="385227" y="366612"/>
                  <a:pt x="375415" y="385176"/>
                  <a:pt x="365603" y="402708"/>
                </a:cubicBezTo>
                <a:cubicBezTo>
                  <a:pt x="362505" y="400646"/>
                  <a:pt x="357340" y="397036"/>
                  <a:pt x="350627" y="391364"/>
                </a:cubicBezTo>
                <a:cubicBezTo>
                  <a:pt x="340815" y="383629"/>
                  <a:pt x="327387" y="372800"/>
                  <a:pt x="314993" y="360939"/>
                </a:cubicBezTo>
                <a:cubicBezTo>
                  <a:pt x="309312" y="354751"/>
                  <a:pt x="303115" y="348563"/>
                  <a:pt x="298467" y="342375"/>
                </a:cubicBezTo>
                <a:cubicBezTo>
                  <a:pt x="293303" y="336187"/>
                  <a:pt x="288655" y="330515"/>
                  <a:pt x="286073" y="324843"/>
                </a:cubicBezTo>
                <a:cubicBezTo>
                  <a:pt x="284524" y="321749"/>
                  <a:pt x="282975" y="319170"/>
                  <a:pt x="282458" y="317108"/>
                </a:cubicBezTo>
                <a:cubicBezTo>
                  <a:pt x="281425" y="314529"/>
                  <a:pt x="280392" y="312467"/>
                  <a:pt x="280392" y="310404"/>
                </a:cubicBezTo>
                <a:cubicBezTo>
                  <a:pt x="279876" y="306794"/>
                  <a:pt x="279360" y="304732"/>
                  <a:pt x="279360" y="304732"/>
                </a:cubicBezTo>
                <a:cubicBezTo>
                  <a:pt x="279360" y="304732"/>
                  <a:pt x="279360" y="306794"/>
                  <a:pt x="279360" y="310404"/>
                </a:cubicBezTo>
                <a:cubicBezTo>
                  <a:pt x="279360" y="312467"/>
                  <a:pt x="280392" y="314529"/>
                  <a:pt x="280909" y="317108"/>
                </a:cubicBezTo>
                <a:cubicBezTo>
                  <a:pt x="281425" y="320202"/>
                  <a:pt x="282458" y="322780"/>
                  <a:pt x="283491" y="325874"/>
                </a:cubicBezTo>
                <a:cubicBezTo>
                  <a:pt x="286073" y="332062"/>
                  <a:pt x="289688" y="338766"/>
                  <a:pt x="293820" y="345469"/>
                </a:cubicBezTo>
                <a:cubicBezTo>
                  <a:pt x="298467" y="352689"/>
                  <a:pt x="303632" y="359392"/>
                  <a:pt x="309312" y="366096"/>
                </a:cubicBezTo>
                <a:cubicBezTo>
                  <a:pt x="331002" y="393426"/>
                  <a:pt x="356824" y="416631"/>
                  <a:pt x="357340" y="416631"/>
                </a:cubicBezTo>
                <a:cubicBezTo>
                  <a:pt x="347528" y="433648"/>
                  <a:pt x="251472" y="597115"/>
                  <a:pt x="251472" y="597115"/>
                </a:cubicBezTo>
                <a:lnTo>
                  <a:pt x="194665" y="585770"/>
                </a:lnTo>
                <a:cubicBezTo>
                  <a:pt x="202412" y="577004"/>
                  <a:pt x="206027" y="607944"/>
                  <a:pt x="306730" y="460979"/>
                </a:cubicBezTo>
                <a:cubicBezTo>
                  <a:pt x="254571" y="423851"/>
                  <a:pt x="203445" y="347016"/>
                  <a:pt x="242693" y="256774"/>
                </a:cubicBezTo>
                <a:cubicBezTo>
                  <a:pt x="293303" y="139202"/>
                  <a:pt x="495743" y="85057"/>
                  <a:pt x="491612" y="43804"/>
                </a:cubicBezTo>
                <a:cubicBezTo>
                  <a:pt x="491095" y="38712"/>
                  <a:pt x="492790" y="38615"/>
                  <a:pt x="496052" y="42574"/>
                </a:cubicBezTo>
                <a:close/>
                <a:moveTo>
                  <a:pt x="260265" y="0"/>
                </a:moveTo>
                <a:cubicBezTo>
                  <a:pt x="324299" y="0"/>
                  <a:pt x="383168" y="23718"/>
                  <a:pt x="428611" y="62389"/>
                </a:cubicBezTo>
                <a:cubicBezTo>
                  <a:pt x="420865" y="66513"/>
                  <a:pt x="413119" y="71154"/>
                  <a:pt x="405890" y="75279"/>
                </a:cubicBezTo>
                <a:cubicBezTo>
                  <a:pt x="392980" y="83013"/>
                  <a:pt x="379037" y="91263"/>
                  <a:pt x="364578" y="99512"/>
                </a:cubicBezTo>
                <a:cubicBezTo>
                  <a:pt x="369225" y="90747"/>
                  <a:pt x="372840" y="81466"/>
                  <a:pt x="374906" y="71154"/>
                </a:cubicBezTo>
                <a:cubicBezTo>
                  <a:pt x="352184" y="57748"/>
                  <a:pt x="326364" y="47436"/>
                  <a:pt x="299512" y="42795"/>
                </a:cubicBezTo>
                <a:cubicBezTo>
                  <a:pt x="319651" y="61357"/>
                  <a:pt x="336692" y="83528"/>
                  <a:pt x="351151" y="108278"/>
                </a:cubicBezTo>
                <a:cubicBezTo>
                  <a:pt x="342889" y="113434"/>
                  <a:pt x="334627" y="119105"/>
                  <a:pt x="326364" y="124777"/>
                </a:cubicBezTo>
                <a:cubicBezTo>
                  <a:pt x="309323" y="94356"/>
                  <a:pt x="287118" y="68576"/>
                  <a:pt x="260265" y="48983"/>
                </a:cubicBezTo>
                <a:cubicBezTo>
                  <a:pt x="228765" y="72185"/>
                  <a:pt x="202945" y="104153"/>
                  <a:pt x="185387" y="141792"/>
                </a:cubicBezTo>
                <a:cubicBezTo>
                  <a:pt x="205527" y="157260"/>
                  <a:pt x="230314" y="166026"/>
                  <a:pt x="257683" y="166026"/>
                </a:cubicBezTo>
                <a:cubicBezTo>
                  <a:pt x="264396" y="166026"/>
                  <a:pt x="270593" y="165510"/>
                  <a:pt x="276790" y="164479"/>
                </a:cubicBezTo>
                <a:cubicBezTo>
                  <a:pt x="266462" y="174275"/>
                  <a:pt x="257683" y="184587"/>
                  <a:pt x="248904" y="194900"/>
                </a:cubicBezTo>
                <a:cubicBezTo>
                  <a:pt x="221019" y="193353"/>
                  <a:pt x="195715" y="184587"/>
                  <a:pt x="174026" y="169635"/>
                </a:cubicBezTo>
                <a:cubicBezTo>
                  <a:pt x="165247" y="196446"/>
                  <a:pt x="160083" y="224805"/>
                  <a:pt x="160083" y="254710"/>
                </a:cubicBezTo>
                <a:cubicBezTo>
                  <a:pt x="160083" y="257288"/>
                  <a:pt x="160600" y="259866"/>
                  <a:pt x="160600" y="261929"/>
                </a:cubicBezTo>
                <a:cubicBezTo>
                  <a:pt x="175575" y="268631"/>
                  <a:pt x="191067" y="273788"/>
                  <a:pt x="207593" y="277397"/>
                </a:cubicBezTo>
                <a:cubicBezTo>
                  <a:pt x="205527" y="286162"/>
                  <a:pt x="204494" y="294412"/>
                  <a:pt x="203461" y="303177"/>
                </a:cubicBezTo>
                <a:cubicBezTo>
                  <a:pt x="189518" y="300084"/>
                  <a:pt x="175575" y="296474"/>
                  <a:pt x="162665" y="291318"/>
                </a:cubicBezTo>
                <a:cubicBezTo>
                  <a:pt x="168346" y="331020"/>
                  <a:pt x="181772" y="367112"/>
                  <a:pt x="201912" y="398049"/>
                </a:cubicBezTo>
                <a:cubicBezTo>
                  <a:pt x="207593" y="399596"/>
                  <a:pt x="213273" y="400111"/>
                  <a:pt x="218437" y="401143"/>
                </a:cubicBezTo>
                <a:cubicBezTo>
                  <a:pt x="223085" y="410939"/>
                  <a:pt x="228249" y="420736"/>
                  <a:pt x="233929" y="430017"/>
                </a:cubicBezTo>
                <a:cubicBezTo>
                  <a:pt x="231347" y="430017"/>
                  <a:pt x="228765" y="430017"/>
                  <a:pt x="226183" y="429501"/>
                </a:cubicBezTo>
                <a:cubicBezTo>
                  <a:pt x="233412" y="437751"/>
                  <a:pt x="240642" y="444454"/>
                  <a:pt x="248904" y="451156"/>
                </a:cubicBezTo>
                <a:cubicBezTo>
                  <a:pt x="252519" y="456313"/>
                  <a:pt x="256650" y="460953"/>
                  <a:pt x="260782" y="465078"/>
                </a:cubicBezTo>
                <a:cubicBezTo>
                  <a:pt x="242191" y="491374"/>
                  <a:pt x="229281" y="506842"/>
                  <a:pt x="221019" y="516123"/>
                </a:cubicBezTo>
                <a:cubicBezTo>
                  <a:pt x="96050" y="497561"/>
                  <a:pt x="0" y="389799"/>
                  <a:pt x="0" y="259866"/>
                </a:cubicBezTo>
                <a:cubicBezTo>
                  <a:pt x="0" y="248007"/>
                  <a:pt x="1033" y="236664"/>
                  <a:pt x="2582" y="225320"/>
                </a:cubicBezTo>
                <a:cubicBezTo>
                  <a:pt x="6197" y="200056"/>
                  <a:pt x="12910" y="176338"/>
                  <a:pt x="23238" y="153651"/>
                </a:cubicBezTo>
                <a:cubicBezTo>
                  <a:pt x="28402" y="142823"/>
                  <a:pt x="34082" y="131996"/>
                  <a:pt x="40795" y="121168"/>
                </a:cubicBezTo>
                <a:cubicBezTo>
                  <a:pt x="42861" y="117559"/>
                  <a:pt x="45443" y="113434"/>
                  <a:pt x="48541" y="109824"/>
                </a:cubicBezTo>
                <a:cubicBezTo>
                  <a:pt x="65066" y="86622"/>
                  <a:pt x="85206" y="65998"/>
                  <a:pt x="108444" y="49498"/>
                </a:cubicBezTo>
                <a:cubicBezTo>
                  <a:pt x="108444" y="48467"/>
                  <a:pt x="108444" y="47436"/>
                  <a:pt x="108444" y="46405"/>
                </a:cubicBezTo>
                <a:lnTo>
                  <a:pt x="112058" y="46405"/>
                </a:lnTo>
                <a:cubicBezTo>
                  <a:pt x="154403" y="17531"/>
                  <a:pt x="205011" y="0"/>
                  <a:pt x="26026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5533502" y="1388005"/>
            <a:ext cx="878080" cy="880403"/>
            <a:chOff x="3852543" y="1668897"/>
            <a:chExt cx="823456" cy="825634"/>
          </a:xfrm>
        </p:grpSpPr>
        <p:sp>
          <p:nvSpPr>
            <p:cNvPr id="11" name="AutoShape 11"/>
            <p:cNvSpPr/>
            <p:nvPr/>
          </p:nvSpPr>
          <p:spPr>
            <a:xfrm>
              <a:off x="3852543" y="1668897"/>
              <a:ext cx="823456" cy="825634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FFFFF"/>
              </a:solidFill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053487" y="1876431"/>
              <a:ext cx="421566" cy="410563"/>
            </a:xfrm>
            <a:custGeom>
              <a:avLst/>
              <a:gdLst/>
              <a:ahLst/>
              <a:cxnLst/>
              <a:rect l="l" t="t" r="r" b="b"/>
              <a:pathLst>
                <a:path w="607258" h="591409">
                  <a:moveTo>
                    <a:pt x="254856" y="462909"/>
                  </a:moveTo>
                  <a:lnTo>
                    <a:pt x="281230" y="545836"/>
                  </a:lnTo>
                  <a:lnTo>
                    <a:pt x="284784" y="557043"/>
                  </a:lnTo>
                  <a:lnTo>
                    <a:pt x="296568" y="523797"/>
                  </a:lnTo>
                  <a:cubicBezTo>
                    <a:pt x="269446" y="486256"/>
                    <a:pt x="298626" y="484388"/>
                    <a:pt x="303676" y="484388"/>
                  </a:cubicBezTo>
                  <a:lnTo>
                    <a:pt x="303769" y="484388"/>
                  </a:lnTo>
                  <a:lnTo>
                    <a:pt x="303863" y="484388"/>
                  </a:lnTo>
                  <a:lnTo>
                    <a:pt x="304050" y="484388"/>
                  </a:lnTo>
                  <a:lnTo>
                    <a:pt x="304144" y="484388"/>
                  </a:lnTo>
                  <a:cubicBezTo>
                    <a:pt x="309287" y="484388"/>
                    <a:pt x="338280" y="486256"/>
                    <a:pt x="311252" y="523797"/>
                  </a:cubicBezTo>
                  <a:lnTo>
                    <a:pt x="322942" y="557043"/>
                  </a:lnTo>
                  <a:lnTo>
                    <a:pt x="326590" y="545836"/>
                  </a:lnTo>
                  <a:lnTo>
                    <a:pt x="352870" y="462909"/>
                  </a:lnTo>
                  <a:cubicBezTo>
                    <a:pt x="352870" y="462909"/>
                    <a:pt x="373352" y="476263"/>
                    <a:pt x="407395" y="489244"/>
                  </a:cubicBezTo>
                  <a:cubicBezTo>
                    <a:pt x="413662" y="491579"/>
                    <a:pt x="418712" y="494287"/>
                    <a:pt x="423014" y="497556"/>
                  </a:cubicBezTo>
                  <a:cubicBezTo>
                    <a:pt x="439942" y="489711"/>
                    <a:pt x="449575" y="483454"/>
                    <a:pt x="449575" y="483454"/>
                  </a:cubicBezTo>
                  <a:lnTo>
                    <a:pt x="471647" y="553214"/>
                  </a:lnTo>
                  <a:lnTo>
                    <a:pt x="474640" y="562646"/>
                  </a:lnTo>
                  <a:lnTo>
                    <a:pt x="484460" y="534630"/>
                  </a:lnTo>
                  <a:cubicBezTo>
                    <a:pt x="461733" y="503065"/>
                    <a:pt x="486237" y="501571"/>
                    <a:pt x="490446" y="501571"/>
                  </a:cubicBezTo>
                  <a:lnTo>
                    <a:pt x="490539" y="501571"/>
                  </a:lnTo>
                  <a:lnTo>
                    <a:pt x="490726" y="501571"/>
                  </a:lnTo>
                  <a:lnTo>
                    <a:pt x="490820" y="501571"/>
                  </a:lnTo>
                  <a:lnTo>
                    <a:pt x="490913" y="501571"/>
                  </a:lnTo>
                  <a:cubicBezTo>
                    <a:pt x="495215" y="501571"/>
                    <a:pt x="519625" y="503065"/>
                    <a:pt x="496899" y="534630"/>
                  </a:cubicBezTo>
                  <a:lnTo>
                    <a:pt x="506813" y="562646"/>
                  </a:lnTo>
                  <a:lnTo>
                    <a:pt x="509805" y="553214"/>
                  </a:lnTo>
                  <a:lnTo>
                    <a:pt x="531877" y="483454"/>
                  </a:lnTo>
                  <a:cubicBezTo>
                    <a:pt x="531877" y="483454"/>
                    <a:pt x="548899" y="494567"/>
                    <a:pt x="577611" y="505493"/>
                  </a:cubicBezTo>
                  <a:cubicBezTo>
                    <a:pt x="609129" y="516980"/>
                    <a:pt x="607165" y="542848"/>
                    <a:pt x="607258" y="591409"/>
                  </a:cubicBezTo>
                  <a:lnTo>
                    <a:pt x="490352" y="591409"/>
                  </a:lnTo>
                  <a:lnTo>
                    <a:pt x="484366" y="591409"/>
                  </a:lnTo>
                  <a:lnTo>
                    <a:pt x="442935" y="591409"/>
                  </a:lnTo>
                  <a:lnTo>
                    <a:pt x="373072" y="591409"/>
                  </a:lnTo>
                  <a:lnTo>
                    <a:pt x="303769" y="591409"/>
                  </a:lnTo>
                  <a:lnTo>
                    <a:pt x="296568" y="591409"/>
                  </a:lnTo>
                  <a:lnTo>
                    <a:pt x="234093" y="591409"/>
                  </a:lnTo>
                  <a:lnTo>
                    <a:pt x="164230" y="591409"/>
                  </a:lnTo>
                  <a:lnTo>
                    <a:pt x="117093" y="591409"/>
                  </a:lnTo>
                  <a:lnTo>
                    <a:pt x="111108" y="591409"/>
                  </a:lnTo>
                  <a:lnTo>
                    <a:pt x="0" y="591409"/>
                  </a:lnTo>
                  <a:cubicBezTo>
                    <a:pt x="655" y="542848"/>
                    <a:pt x="-1403" y="516980"/>
                    <a:pt x="30208" y="505493"/>
                  </a:cubicBezTo>
                  <a:cubicBezTo>
                    <a:pt x="58734" y="494661"/>
                    <a:pt x="75942" y="483454"/>
                    <a:pt x="75942" y="483454"/>
                  </a:cubicBezTo>
                  <a:lnTo>
                    <a:pt x="98014" y="553214"/>
                  </a:lnTo>
                  <a:lnTo>
                    <a:pt x="101007" y="562646"/>
                  </a:lnTo>
                  <a:lnTo>
                    <a:pt x="110827" y="534630"/>
                  </a:lnTo>
                  <a:cubicBezTo>
                    <a:pt x="88194" y="503065"/>
                    <a:pt x="112604" y="501571"/>
                    <a:pt x="116813" y="501571"/>
                  </a:cubicBezTo>
                  <a:lnTo>
                    <a:pt x="117000" y="501571"/>
                  </a:lnTo>
                  <a:lnTo>
                    <a:pt x="117093" y="501571"/>
                  </a:lnTo>
                  <a:lnTo>
                    <a:pt x="117187" y="501571"/>
                  </a:lnTo>
                  <a:lnTo>
                    <a:pt x="117374" y="501571"/>
                  </a:lnTo>
                  <a:cubicBezTo>
                    <a:pt x="121583" y="501571"/>
                    <a:pt x="145993" y="503065"/>
                    <a:pt x="123360" y="534630"/>
                  </a:cubicBezTo>
                  <a:lnTo>
                    <a:pt x="133180" y="562646"/>
                  </a:lnTo>
                  <a:lnTo>
                    <a:pt x="136172" y="553214"/>
                  </a:lnTo>
                  <a:lnTo>
                    <a:pt x="158244" y="483454"/>
                  </a:lnTo>
                  <a:cubicBezTo>
                    <a:pt x="158244" y="483454"/>
                    <a:pt x="167877" y="489804"/>
                    <a:pt x="184806" y="497556"/>
                  </a:cubicBezTo>
                  <a:cubicBezTo>
                    <a:pt x="189014" y="494194"/>
                    <a:pt x="194158" y="491485"/>
                    <a:pt x="200424" y="489244"/>
                  </a:cubicBezTo>
                  <a:cubicBezTo>
                    <a:pt x="234467" y="476263"/>
                    <a:pt x="254856" y="462909"/>
                    <a:pt x="254856" y="462909"/>
                  </a:cubicBezTo>
                  <a:close/>
                  <a:moveTo>
                    <a:pt x="486780" y="322405"/>
                  </a:moveTo>
                  <a:cubicBezTo>
                    <a:pt x="499780" y="321284"/>
                    <a:pt x="509601" y="324553"/>
                    <a:pt x="516615" y="328662"/>
                  </a:cubicBezTo>
                  <a:cubicBezTo>
                    <a:pt x="527090" y="334546"/>
                    <a:pt x="531112" y="342111"/>
                    <a:pt x="531112" y="342111"/>
                  </a:cubicBezTo>
                  <a:cubicBezTo>
                    <a:pt x="531112" y="342111"/>
                    <a:pt x="555148" y="343699"/>
                    <a:pt x="547012" y="392546"/>
                  </a:cubicBezTo>
                  <a:cubicBezTo>
                    <a:pt x="546544" y="395067"/>
                    <a:pt x="545796" y="397682"/>
                    <a:pt x="544954" y="400297"/>
                  </a:cubicBezTo>
                  <a:cubicBezTo>
                    <a:pt x="549630" y="399737"/>
                    <a:pt x="555429" y="402632"/>
                    <a:pt x="550004" y="421405"/>
                  </a:cubicBezTo>
                  <a:cubicBezTo>
                    <a:pt x="546170" y="435134"/>
                    <a:pt x="542522" y="438964"/>
                    <a:pt x="539810" y="439244"/>
                  </a:cubicBezTo>
                  <a:cubicBezTo>
                    <a:pt x="537285" y="455588"/>
                    <a:pt x="524191" y="476322"/>
                    <a:pt x="503802" y="483700"/>
                  </a:cubicBezTo>
                  <a:cubicBezTo>
                    <a:pt x="495197" y="486689"/>
                    <a:pt x="485845" y="486689"/>
                    <a:pt x="477334" y="483700"/>
                  </a:cubicBezTo>
                  <a:cubicBezTo>
                    <a:pt x="456664" y="476509"/>
                    <a:pt x="443944" y="455681"/>
                    <a:pt x="441419" y="439244"/>
                  </a:cubicBezTo>
                  <a:cubicBezTo>
                    <a:pt x="438707" y="439150"/>
                    <a:pt x="435059" y="435228"/>
                    <a:pt x="431225" y="421405"/>
                  </a:cubicBezTo>
                  <a:cubicBezTo>
                    <a:pt x="425800" y="402632"/>
                    <a:pt x="431412" y="399737"/>
                    <a:pt x="436275" y="400297"/>
                  </a:cubicBezTo>
                  <a:cubicBezTo>
                    <a:pt x="435340" y="397682"/>
                    <a:pt x="434685" y="395161"/>
                    <a:pt x="434217" y="392546"/>
                  </a:cubicBezTo>
                  <a:cubicBezTo>
                    <a:pt x="432440" y="383860"/>
                    <a:pt x="431973" y="375641"/>
                    <a:pt x="434030" y="367795"/>
                  </a:cubicBezTo>
                  <a:cubicBezTo>
                    <a:pt x="436462" y="357335"/>
                    <a:pt x="442167" y="348836"/>
                    <a:pt x="448527" y="342392"/>
                  </a:cubicBezTo>
                  <a:cubicBezTo>
                    <a:pt x="452642" y="338095"/>
                    <a:pt x="457132" y="334360"/>
                    <a:pt x="461995" y="331277"/>
                  </a:cubicBezTo>
                  <a:cubicBezTo>
                    <a:pt x="466017" y="328569"/>
                    <a:pt x="470319" y="326141"/>
                    <a:pt x="475089" y="324553"/>
                  </a:cubicBezTo>
                  <a:cubicBezTo>
                    <a:pt x="478830" y="323152"/>
                    <a:pt x="482852" y="322405"/>
                    <a:pt x="486780" y="322405"/>
                  </a:cubicBezTo>
                  <a:close/>
                  <a:moveTo>
                    <a:pt x="113711" y="322405"/>
                  </a:moveTo>
                  <a:cubicBezTo>
                    <a:pt x="126714" y="321284"/>
                    <a:pt x="136536" y="324553"/>
                    <a:pt x="143552" y="328662"/>
                  </a:cubicBezTo>
                  <a:cubicBezTo>
                    <a:pt x="154029" y="334546"/>
                    <a:pt x="157958" y="342111"/>
                    <a:pt x="157958" y="342111"/>
                  </a:cubicBezTo>
                  <a:cubicBezTo>
                    <a:pt x="157958" y="342111"/>
                    <a:pt x="182092" y="343699"/>
                    <a:pt x="173954" y="392546"/>
                  </a:cubicBezTo>
                  <a:cubicBezTo>
                    <a:pt x="173486" y="395067"/>
                    <a:pt x="172738" y="397682"/>
                    <a:pt x="171802" y="400297"/>
                  </a:cubicBezTo>
                  <a:cubicBezTo>
                    <a:pt x="176573" y="399737"/>
                    <a:pt x="182279" y="402632"/>
                    <a:pt x="176947" y="421405"/>
                  </a:cubicBezTo>
                  <a:cubicBezTo>
                    <a:pt x="173112" y="435134"/>
                    <a:pt x="169464" y="438964"/>
                    <a:pt x="166751" y="439244"/>
                  </a:cubicBezTo>
                  <a:cubicBezTo>
                    <a:pt x="164225" y="455588"/>
                    <a:pt x="151129" y="476322"/>
                    <a:pt x="130643" y="483700"/>
                  </a:cubicBezTo>
                  <a:cubicBezTo>
                    <a:pt x="122037" y="486689"/>
                    <a:pt x="112682" y="486689"/>
                    <a:pt x="104264" y="483700"/>
                  </a:cubicBezTo>
                  <a:cubicBezTo>
                    <a:pt x="83497" y="476509"/>
                    <a:pt x="70775" y="455681"/>
                    <a:pt x="68343" y="439244"/>
                  </a:cubicBezTo>
                  <a:cubicBezTo>
                    <a:pt x="65536" y="438964"/>
                    <a:pt x="61982" y="435134"/>
                    <a:pt x="58053" y="421592"/>
                  </a:cubicBezTo>
                  <a:cubicBezTo>
                    <a:pt x="52721" y="402726"/>
                    <a:pt x="58427" y="399924"/>
                    <a:pt x="63198" y="400391"/>
                  </a:cubicBezTo>
                  <a:cubicBezTo>
                    <a:pt x="62169" y="397776"/>
                    <a:pt x="61608" y="395254"/>
                    <a:pt x="61046" y="392639"/>
                  </a:cubicBezTo>
                  <a:cubicBezTo>
                    <a:pt x="59363" y="383953"/>
                    <a:pt x="58801" y="375734"/>
                    <a:pt x="60953" y="367889"/>
                  </a:cubicBezTo>
                  <a:cubicBezTo>
                    <a:pt x="63291" y="357428"/>
                    <a:pt x="69091" y="348929"/>
                    <a:pt x="75452" y="342485"/>
                  </a:cubicBezTo>
                  <a:cubicBezTo>
                    <a:pt x="79568" y="338282"/>
                    <a:pt x="84058" y="334546"/>
                    <a:pt x="88922" y="331371"/>
                  </a:cubicBezTo>
                  <a:cubicBezTo>
                    <a:pt x="92758" y="328662"/>
                    <a:pt x="97154" y="326327"/>
                    <a:pt x="101831" y="324646"/>
                  </a:cubicBezTo>
                  <a:cubicBezTo>
                    <a:pt x="105573" y="323432"/>
                    <a:pt x="109502" y="322685"/>
                    <a:pt x="113711" y="322405"/>
                  </a:cubicBezTo>
                  <a:close/>
                  <a:moveTo>
                    <a:pt x="299632" y="270867"/>
                  </a:moveTo>
                  <a:cubicBezTo>
                    <a:pt x="314973" y="269560"/>
                    <a:pt x="326666" y="273389"/>
                    <a:pt x="335085" y="278338"/>
                  </a:cubicBezTo>
                  <a:cubicBezTo>
                    <a:pt x="347527" y="285342"/>
                    <a:pt x="352298" y="294401"/>
                    <a:pt x="352298" y="294401"/>
                  </a:cubicBezTo>
                  <a:cubicBezTo>
                    <a:pt x="352298" y="294401"/>
                    <a:pt x="380922" y="296455"/>
                    <a:pt x="371194" y="354447"/>
                  </a:cubicBezTo>
                  <a:cubicBezTo>
                    <a:pt x="370632" y="357436"/>
                    <a:pt x="369884" y="360517"/>
                    <a:pt x="368761" y="363693"/>
                  </a:cubicBezTo>
                  <a:cubicBezTo>
                    <a:pt x="374468" y="363039"/>
                    <a:pt x="381203" y="366401"/>
                    <a:pt x="374842" y="388813"/>
                  </a:cubicBezTo>
                  <a:cubicBezTo>
                    <a:pt x="370258" y="405249"/>
                    <a:pt x="365862" y="409825"/>
                    <a:pt x="362588" y="410105"/>
                  </a:cubicBezTo>
                  <a:cubicBezTo>
                    <a:pt x="359594" y="429529"/>
                    <a:pt x="344066" y="454276"/>
                    <a:pt x="319744" y="463055"/>
                  </a:cubicBezTo>
                  <a:cubicBezTo>
                    <a:pt x="309641" y="466790"/>
                    <a:pt x="298416" y="466790"/>
                    <a:pt x="288313" y="463148"/>
                  </a:cubicBezTo>
                  <a:cubicBezTo>
                    <a:pt x="263617" y="454557"/>
                    <a:pt x="248462" y="429809"/>
                    <a:pt x="245469" y="410199"/>
                  </a:cubicBezTo>
                  <a:cubicBezTo>
                    <a:pt x="242288" y="409825"/>
                    <a:pt x="237892" y="405342"/>
                    <a:pt x="233308" y="388907"/>
                  </a:cubicBezTo>
                  <a:cubicBezTo>
                    <a:pt x="226947" y="366494"/>
                    <a:pt x="233682" y="363319"/>
                    <a:pt x="239482" y="363786"/>
                  </a:cubicBezTo>
                  <a:cubicBezTo>
                    <a:pt x="238360" y="360704"/>
                    <a:pt x="237518" y="357716"/>
                    <a:pt x="237050" y="354541"/>
                  </a:cubicBezTo>
                  <a:cubicBezTo>
                    <a:pt x="234992" y="344082"/>
                    <a:pt x="234431" y="334370"/>
                    <a:pt x="236863" y="325031"/>
                  </a:cubicBezTo>
                  <a:cubicBezTo>
                    <a:pt x="239763" y="312517"/>
                    <a:pt x="246498" y="302525"/>
                    <a:pt x="254075" y="294774"/>
                  </a:cubicBezTo>
                  <a:cubicBezTo>
                    <a:pt x="258846" y="289731"/>
                    <a:pt x="264365" y="285249"/>
                    <a:pt x="270071" y="281607"/>
                  </a:cubicBezTo>
                  <a:cubicBezTo>
                    <a:pt x="274655" y="278338"/>
                    <a:pt x="279894" y="275537"/>
                    <a:pt x="285506" y="273669"/>
                  </a:cubicBezTo>
                  <a:cubicBezTo>
                    <a:pt x="289903" y="272175"/>
                    <a:pt x="294674" y="271148"/>
                    <a:pt x="299632" y="270867"/>
                  </a:cubicBezTo>
                  <a:close/>
                  <a:moveTo>
                    <a:pt x="246074" y="135486"/>
                  </a:moveTo>
                  <a:cubicBezTo>
                    <a:pt x="243923" y="146504"/>
                    <a:pt x="242708" y="158643"/>
                    <a:pt x="242708" y="171715"/>
                  </a:cubicBezTo>
                  <a:cubicBezTo>
                    <a:pt x="242708" y="184787"/>
                    <a:pt x="244017" y="196833"/>
                    <a:pt x="246168" y="207944"/>
                  </a:cubicBezTo>
                  <a:lnTo>
                    <a:pt x="291334" y="207944"/>
                  </a:lnTo>
                  <a:lnTo>
                    <a:pt x="291334" y="135486"/>
                  </a:lnTo>
                  <a:close/>
                  <a:moveTo>
                    <a:pt x="388399" y="135299"/>
                  </a:moveTo>
                  <a:cubicBezTo>
                    <a:pt x="390269" y="146504"/>
                    <a:pt x="391391" y="158643"/>
                    <a:pt x="391391" y="171528"/>
                  </a:cubicBezTo>
                  <a:cubicBezTo>
                    <a:pt x="391391" y="184507"/>
                    <a:pt x="390269" y="196459"/>
                    <a:pt x="388399" y="207757"/>
                  </a:cubicBezTo>
                  <a:lnTo>
                    <a:pt x="426926" y="207757"/>
                  </a:lnTo>
                  <a:cubicBezTo>
                    <a:pt x="430292" y="196366"/>
                    <a:pt x="432162" y="184134"/>
                    <a:pt x="432162" y="171528"/>
                  </a:cubicBezTo>
                  <a:cubicBezTo>
                    <a:pt x="432162" y="159016"/>
                    <a:pt x="430292" y="146784"/>
                    <a:pt x="426926" y="135299"/>
                  </a:cubicBezTo>
                  <a:close/>
                  <a:moveTo>
                    <a:pt x="316956" y="135299"/>
                  </a:moveTo>
                  <a:lnTo>
                    <a:pt x="316956" y="207757"/>
                  </a:lnTo>
                  <a:lnTo>
                    <a:pt x="362216" y="207757"/>
                  </a:lnTo>
                  <a:cubicBezTo>
                    <a:pt x="364367" y="196739"/>
                    <a:pt x="365582" y="184601"/>
                    <a:pt x="365582" y="171528"/>
                  </a:cubicBezTo>
                  <a:cubicBezTo>
                    <a:pt x="365582" y="158456"/>
                    <a:pt x="364273" y="146411"/>
                    <a:pt x="362122" y="135299"/>
                  </a:cubicBezTo>
                  <a:close/>
                  <a:moveTo>
                    <a:pt x="181177" y="135299"/>
                  </a:moveTo>
                  <a:cubicBezTo>
                    <a:pt x="177811" y="146784"/>
                    <a:pt x="175940" y="159016"/>
                    <a:pt x="175940" y="171528"/>
                  </a:cubicBezTo>
                  <a:cubicBezTo>
                    <a:pt x="175940" y="184134"/>
                    <a:pt x="177811" y="196366"/>
                    <a:pt x="181177" y="207757"/>
                  </a:cubicBezTo>
                  <a:lnTo>
                    <a:pt x="219704" y="207757"/>
                  </a:lnTo>
                  <a:cubicBezTo>
                    <a:pt x="217834" y="196553"/>
                    <a:pt x="216712" y="184507"/>
                    <a:pt x="216712" y="171528"/>
                  </a:cubicBezTo>
                  <a:cubicBezTo>
                    <a:pt x="216712" y="158643"/>
                    <a:pt x="217834" y="146691"/>
                    <a:pt x="219704" y="135299"/>
                  </a:cubicBezTo>
                  <a:close/>
                  <a:moveTo>
                    <a:pt x="253368" y="54157"/>
                  </a:moveTo>
                  <a:cubicBezTo>
                    <a:pt x="227372" y="65362"/>
                    <a:pt x="205771" y="85064"/>
                    <a:pt x="192024" y="109715"/>
                  </a:cubicBezTo>
                  <a:lnTo>
                    <a:pt x="225876" y="109715"/>
                  </a:lnTo>
                  <a:cubicBezTo>
                    <a:pt x="232796" y="87118"/>
                    <a:pt x="242895" y="68723"/>
                    <a:pt x="253368" y="54157"/>
                  </a:cubicBezTo>
                  <a:close/>
                  <a:moveTo>
                    <a:pt x="354922" y="54064"/>
                  </a:moveTo>
                  <a:cubicBezTo>
                    <a:pt x="365395" y="68630"/>
                    <a:pt x="375494" y="87025"/>
                    <a:pt x="382414" y="109528"/>
                  </a:cubicBezTo>
                  <a:lnTo>
                    <a:pt x="416266" y="109528"/>
                  </a:lnTo>
                  <a:cubicBezTo>
                    <a:pt x="402519" y="85064"/>
                    <a:pt x="380918" y="65362"/>
                    <a:pt x="354922" y="54064"/>
                  </a:cubicBezTo>
                  <a:close/>
                  <a:moveTo>
                    <a:pt x="316956" y="49301"/>
                  </a:moveTo>
                  <a:lnTo>
                    <a:pt x="316956" y="109715"/>
                  </a:lnTo>
                  <a:lnTo>
                    <a:pt x="355109" y="109715"/>
                  </a:lnTo>
                  <a:cubicBezTo>
                    <a:pt x="344916" y="81702"/>
                    <a:pt x="329487" y="61907"/>
                    <a:pt x="316956" y="49301"/>
                  </a:cubicBezTo>
                  <a:close/>
                  <a:moveTo>
                    <a:pt x="291334" y="49021"/>
                  </a:moveTo>
                  <a:cubicBezTo>
                    <a:pt x="278803" y="61534"/>
                    <a:pt x="263093" y="81422"/>
                    <a:pt x="252994" y="109528"/>
                  </a:cubicBezTo>
                  <a:lnTo>
                    <a:pt x="291334" y="109528"/>
                  </a:lnTo>
                  <a:close/>
                  <a:moveTo>
                    <a:pt x="304145" y="0"/>
                  </a:moveTo>
                  <a:cubicBezTo>
                    <a:pt x="399059" y="0"/>
                    <a:pt x="476113" y="77034"/>
                    <a:pt x="476113" y="171715"/>
                  </a:cubicBezTo>
                  <a:cubicBezTo>
                    <a:pt x="476113" y="232315"/>
                    <a:pt x="444413" y="285725"/>
                    <a:pt x="396628" y="316258"/>
                  </a:cubicBezTo>
                  <a:cubicBezTo>
                    <a:pt x="394664" y="304680"/>
                    <a:pt x="390643" y="294969"/>
                    <a:pt x="384565" y="287219"/>
                  </a:cubicBezTo>
                  <a:cubicBezTo>
                    <a:pt x="381573" y="283484"/>
                    <a:pt x="378300" y="280496"/>
                    <a:pt x="374933" y="277975"/>
                  </a:cubicBezTo>
                  <a:cubicBezTo>
                    <a:pt x="392046" y="266677"/>
                    <a:pt x="406166" y="251457"/>
                    <a:pt x="416078" y="233529"/>
                  </a:cubicBezTo>
                  <a:lnTo>
                    <a:pt x="382321" y="233529"/>
                  </a:lnTo>
                  <a:cubicBezTo>
                    <a:pt x="377926" y="247908"/>
                    <a:pt x="372222" y="260607"/>
                    <a:pt x="365956" y="271625"/>
                  </a:cubicBezTo>
                  <a:cubicBezTo>
                    <a:pt x="361748" y="267050"/>
                    <a:pt x="355670" y="261728"/>
                    <a:pt x="347441" y="257059"/>
                  </a:cubicBezTo>
                  <a:cubicBezTo>
                    <a:pt x="346693" y="256685"/>
                    <a:pt x="346038" y="256312"/>
                    <a:pt x="345290" y="255938"/>
                  </a:cubicBezTo>
                  <a:cubicBezTo>
                    <a:pt x="348937" y="249216"/>
                    <a:pt x="352397" y="241746"/>
                    <a:pt x="355296" y="233715"/>
                  </a:cubicBezTo>
                  <a:lnTo>
                    <a:pt x="316956" y="233715"/>
                  </a:lnTo>
                  <a:lnTo>
                    <a:pt x="316956" y="246881"/>
                  </a:lnTo>
                  <a:cubicBezTo>
                    <a:pt x="313403" y="246414"/>
                    <a:pt x="309662" y="246134"/>
                    <a:pt x="305735" y="246134"/>
                  </a:cubicBezTo>
                  <a:cubicBezTo>
                    <a:pt x="303303" y="246134"/>
                    <a:pt x="300685" y="246228"/>
                    <a:pt x="298067" y="246508"/>
                  </a:cubicBezTo>
                  <a:cubicBezTo>
                    <a:pt x="295822" y="246508"/>
                    <a:pt x="293578" y="246788"/>
                    <a:pt x="291334" y="247161"/>
                  </a:cubicBezTo>
                  <a:lnTo>
                    <a:pt x="291334" y="233529"/>
                  </a:lnTo>
                  <a:lnTo>
                    <a:pt x="253181" y="233529"/>
                  </a:lnTo>
                  <a:cubicBezTo>
                    <a:pt x="256267" y="241932"/>
                    <a:pt x="259727" y="249589"/>
                    <a:pt x="263654" y="256592"/>
                  </a:cubicBezTo>
                  <a:cubicBezTo>
                    <a:pt x="261223" y="257993"/>
                    <a:pt x="258885" y="259487"/>
                    <a:pt x="256548" y="261074"/>
                  </a:cubicBezTo>
                  <a:cubicBezTo>
                    <a:pt x="251498" y="264155"/>
                    <a:pt x="246822" y="267797"/>
                    <a:pt x="242427" y="271812"/>
                  </a:cubicBezTo>
                  <a:cubicBezTo>
                    <a:pt x="236162" y="260701"/>
                    <a:pt x="230458" y="248002"/>
                    <a:pt x="225969" y="233529"/>
                  </a:cubicBezTo>
                  <a:lnTo>
                    <a:pt x="192212" y="233529"/>
                  </a:lnTo>
                  <a:cubicBezTo>
                    <a:pt x="202404" y="252017"/>
                    <a:pt x="217273" y="267704"/>
                    <a:pt x="234946" y="279095"/>
                  </a:cubicBezTo>
                  <a:cubicBezTo>
                    <a:pt x="224380" y="290487"/>
                    <a:pt x="216992" y="303279"/>
                    <a:pt x="213345" y="317192"/>
                  </a:cubicBezTo>
                  <a:cubicBezTo>
                    <a:pt x="164719" y="286939"/>
                    <a:pt x="132177" y="232968"/>
                    <a:pt x="132177" y="171715"/>
                  </a:cubicBezTo>
                  <a:cubicBezTo>
                    <a:pt x="132177" y="76940"/>
                    <a:pt x="209418" y="0"/>
                    <a:pt x="304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6573191" y="1724919"/>
            <a:ext cx="4947297" cy="110453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2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Describe the role of the LLM policy in the reinforcement learning setup; explain how the policy guides the LLM to select appropriate search operations, analyze results, and update its reasoning.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3191" y="1388005"/>
            <a:ext cx="494729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LLM Policy Role</a:t>
            </a:r>
            <a:endParaRPr lang="en-US" sz="1100"/>
          </a:p>
        </p:txBody>
      </p:sp>
      <p:grpSp>
        <p:nvGrpSpPr>
          <p:cNvPr id="15" name="Group 15"/>
          <p:cNvGrpSpPr/>
          <p:nvPr/>
        </p:nvGrpSpPr>
        <p:grpSpPr>
          <a:xfrm>
            <a:off x="5533501" y="2818387"/>
            <a:ext cx="878080" cy="880403"/>
            <a:chOff x="3852543" y="1667810"/>
            <a:chExt cx="823456" cy="825634"/>
          </a:xfrm>
        </p:grpSpPr>
        <p:sp>
          <p:nvSpPr>
            <p:cNvPr id="16" name="AutoShape 16"/>
            <p:cNvSpPr/>
            <p:nvPr/>
          </p:nvSpPr>
          <p:spPr>
            <a:xfrm>
              <a:off x="3852543" y="1667810"/>
              <a:ext cx="823456" cy="825634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FFFFFF"/>
              </a:solidFill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053487" y="1882499"/>
              <a:ext cx="421566" cy="396253"/>
            </a:xfrm>
            <a:custGeom>
              <a:avLst/>
              <a:gdLst/>
              <a:ahLst/>
              <a:cxnLst/>
              <a:rect l="l" t="t" r="r" b="b"/>
              <a:pathLst>
                <a:path w="606516" h="570098">
                  <a:moveTo>
                    <a:pt x="373712" y="411044"/>
                  </a:moveTo>
                  <a:lnTo>
                    <a:pt x="406213" y="513558"/>
                  </a:lnTo>
                  <a:lnTo>
                    <a:pt x="410671" y="527554"/>
                  </a:lnTo>
                  <a:lnTo>
                    <a:pt x="425250" y="486400"/>
                  </a:lnTo>
                  <a:cubicBezTo>
                    <a:pt x="391820" y="439778"/>
                    <a:pt x="427850" y="437553"/>
                    <a:pt x="434072" y="437553"/>
                  </a:cubicBezTo>
                  <a:lnTo>
                    <a:pt x="434165" y="437553"/>
                  </a:lnTo>
                  <a:lnTo>
                    <a:pt x="434258" y="437553"/>
                  </a:lnTo>
                  <a:lnTo>
                    <a:pt x="434443" y="437553"/>
                  </a:lnTo>
                  <a:lnTo>
                    <a:pt x="434536" y="437553"/>
                  </a:lnTo>
                  <a:cubicBezTo>
                    <a:pt x="440851" y="437553"/>
                    <a:pt x="476788" y="439778"/>
                    <a:pt x="443358" y="486400"/>
                  </a:cubicBezTo>
                  <a:lnTo>
                    <a:pt x="457937" y="527554"/>
                  </a:lnTo>
                  <a:lnTo>
                    <a:pt x="462395" y="513558"/>
                  </a:lnTo>
                  <a:lnTo>
                    <a:pt x="494804" y="411044"/>
                  </a:lnTo>
                  <a:cubicBezTo>
                    <a:pt x="494804" y="411044"/>
                    <a:pt x="520062" y="427450"/>
                    <a:pt x="562221" y="443485"/>
                  </a:cubicBezTo>
                  <a:cubicBezTo>
                    <a:pt x="608652" y="460355"/>
                    <a:pt x="605681" y="498357"/>
                    <a:pt x="606516" y="570098"/>
                  </a:cubicBezTo>
                  <a:lnTo>
                    <a:pt x="434443" y="570098"/>
                  </a:lnTo>
                  <a:lnTo>
                    <a:pt x="434072" y="570098"/>
                  </a:lnTo>
                  <a:lnTo>
                    <a:pt x="374362" y="570098"/>
                  </a:lnTo>
                  <a:lnTo>
                    <a:pt x="374362" y="569727"/>
                  </a:lnTo>
                  <a:cubicBezTo>
                    <a:pt x="374362" y="565000"/>
                    <a:pt x="374269" y="560458"/>
                    <a:pt x="374269" y="556102"/>
                  </a:cubicBezTo>
                  <a:cubicBezTo>
                    <a:pt x="373897" y="522641"/>
                    <a:pt x="373619" y="496132"/>
                    <a:pt x="366840" y="473702"/>
                  </a:cubicBezTo>
                  <a:cubicBezTo>
                    <a:pt x="361268" y="455349"/>
                    <a:pt x="351703" y="441075"/>
                    <a:pt x="337681" y="430323"/>
                  </a:cubicBezTo>
                  <a:cubicBezTo>
                    <a:pt x="360711" y="419571"/>
                    <a:pt x="373712" y="411044"/>
                    <a:pt x="373712" y="411044"/>
                  </a:cubicBezTo>
                  <a:close/>
                  <a:moveTo>
                    <a:pt x="111694" y="411044"/>
                  </a:moveTo>
                  <a:lnTo>
                    <a:pt x="144097" y="513541"/>
                  </a:lnTo>
                  <a:lnTo>
                    <a:pt x="148554" y="527535"/>
                  </a:lnTo>
                  <a:lnTo>
                    <a:pt x="163130" y="486388"/>
                  </a:lnTo>
                  <a:cubicBezTo>
                    <a:pt x="129706" y="439773"/>
                    <a:pt x="165730" y="437549"/>
                    <a:pt x="171951" y="437549"/>
                  </a:cubicBezTo>
                  <a:lnTo>
                    <a:pt x="172044" y="437549"/>
                  </a:lnTo>
                  <a:lnTo>
                    <a:pt x="172230" y="437549"/>
                  </a:lnTo>
                  <a:lnTo>
                    <a:pt x="172323" y="437549"/>
                  </a:lnTo>
                  <a:lnTo>
                    <a:pt x="172416" y="437549"/>
                  </a:lnTo>
                  <a:cubicBezTo>
                    <a:pt x="178729" y="437549"/>
                    <a:pt x="214661" y="439773"/>
                    <a:pt x="181236" y="486388"/>
                  </a:cubicBezTo>
                  <a:lnTo>
                    <a:pt x="195813" y="527535"/>
                  </a:lnTo>
                  <a:lnTo>
                    <a:pt x="200269" y="513541"/>
                  </a:lnTo>
                  <a:lnTo>
                    <a:pt x="232766" y="411044"/>
                  </a:lnTo>
                  <a:cubicBezTo>
                    <a:pt x="232766" y="411044"/>
                    <a:pt x="258020" y="427447"/>
                    <a:pt x="300079" y="443480"/>
                  </a:cubicBezTo>
                  <a:cubicBezTo>
                    <a:pt x="346502" y="460347"/>
                    <a:pt x="343624" y="498343"/>
                    <a:pt x="344552" y="569887"/>
                  </a:cubicBezTo>
                  <a:lnTo>
                    <a:pt x="172416" y="569887"/>
                  </a:lnTo>
                  <a:lnTo>
                    <a:pt x="172044" y="569887"/>
                  </a:lnTo>
                  <a:lnTo>
                    <a:pt x="0" y="569887"/>
                  </a:lnTo>
                  <a:cubicBezTo>
                    <a:pt x="1021" y="498343"/>
                    <a:pt x="-1950" y="460347"/>
                    <a:pt x="44287" y="443480"/>
                  </a:cubicBezTo>
                  <a:cubicBezTo>
                    <a:pt x="86439" y="427447"/>
                    <a:pt x="111694" y="411044"/>
                    <a:pt x="111694" y="411044"/>
                  </a:cubicBezTo>
                  <a:close/>
                  <a:moveTo>
                    <a:pt x="434261" y="196698"/>
                  </a:moveTo>
                  <a:cubicBezTo>
                    <a:pt x="441132" y="196420"/>
                    <a:pt x="510677" y="195678"/>
                    <a:pt x="514298" y="278742"/>
                  </a:cubicBezTo>
                  <a:cubicBezTo>
                    <a:pt x="514298" y="278742"/>
                    <a:pt x="527854" y="402967"/>
                    <a:pt x="434632" y="403987"/>
                  </a:cubicBezTo>
                  <a:lnTo>
                    <a:pt x="434168" y="403987"/>
                  </a:lnTo>
                  <a:lnTo>
                    <a:pt x="433704" y="403987"/>
                  </a:lnTo>
                  <a:cubicBezTo>
                    <a:pt x="340574" y="402967"/>
                    <a:pt x="354038" y="278742"/>
                    <a:pt x="354038" y="278742"/>
                  </a:cubicBezTo>
                  <a:cubicBezTo>
                    <a:pt x="357937" y="195678"/>
                    <a:pt x="427483" y="196420"/>
                    <a:pt x="434261" y="196698"/>
                  </a:cubicBezTo>
                  <a:close/>
                  <a:moveTo>
                    <a:pt x="172044" y="196698"/>
                  </a:moveTo>
                  <a:cubicBezTo>
                    <a:pt x="178915" y="196420"/>
                    <a:pt x="248460" y="195678"/>
                    <a:pt x="252267" y="278742"/>
                  </a:cubicBezTo>
                  <a:cubicBezTo>
                    <a:pt x="252267" y="278742"/>
                    <a:pt x="265916" y="402967"/>
                    <a:pt x="172694" y="403987"/>
                  </a:cubicBezTo>
                  <a:lnTo>
                    <a:pt x="172230" y="403987"/>
                  </a:lnTo>
                  <a:lnTo>
                    <a:pt x="171673" y="403987"/>
                  </a:lnTo>
                  <a:cubicBezTo>
                    <a:pt x="78636" y="402967"/>
                    <a:pt x="92099" y="278742"/>
                    <a:pt x="91821" y="278742"/>
                  </a:cubicBezTo>
                  <a:cubicBezTo>
                    <a:pt x="95720" y="195678"/>
                    <a:pt x="165266" y="196420"/>
                    <a:pt x="172044" y="196698"/>
                  </a:cubicBezTo>
                  <a:close/>
                  <a:moveTo>
                    <a:pt x="301680" y="52170"/>
                  </a:moveTo>
                  <a:lnTo>
                    <a:pt x="303165" y="52170"/>
                  </a:lnTo>
                  <a:cubicBezTo>
                    <a:pt x="321728" y="52077"/>
                    <a:pt x="336763" y="66906"/>
                    <a:pt x="336763" y="85443"/>
                  </a:cubicBezTo>
                  <a:cubicBezTo>
                    <a:pt x="336763" y="103795"/>
                    <a:pt x="321913" y="118624"/>
                    <a:pt x="303444" y="118809"/>
                  </a:cubicBezTo>
                  <a:cubicBezTo>
                    <a:pt x="284881" y="118902"/>
                    <a:pt x="269938" y="104073"/>
                    <a:pt x="270031" y="85443"/>
                  </a:cubicBezTo>
                  <a:lnTo>
                    <a:pt x="270031" y="83775"/>
                  </a:lnTo>
                  <a:cubicBezTo>
                    <a:pt x="272908" y="84794"/>
                    <a:pt x="275878" y="85443"/>
                    <a:pt x="279034" y="85443"/>
                  </a:cubicBezTo>
                  <a:cubicBezTo>
                    <a:pt x="292677" y="85443"/>
                    <a:pt x="303444" y="74507"/>
                    <a:pt x="303444" y="61067"/>
                  </a:cubicBezTo>
                  <a:cubicBezTo>
                    <a:pt x="303351" y="58009"/>
                    <a:pt x="302794" y="54858"/>
                    <a:pt x="301680" y="52170"/>
                  </a:cubicBezTo>
                  <a:close/>
                  <a:moveTo>
                    <a:pt x="303340" y="27249"/>
                  </a:moveTo>
                  <a:cubicBezTo>
                    <a:pt x="271025" y="27249"/>
                    <a:pt x="244838" y="53293"/>
                    <a:pt x="244838" y="85547"/>
                  </a:cubicBezTo>
                  <a:cubicBezTo>
                    <a:pt x="244838" y="117801"/>
                    <a:pt x="271025" y="143845"/>
                    <a:pt x="303340" y="143845"/>
                  </a:cubicBezTo>
                  <a:cubicBezTo>
                    <a:pt x="335656" y="143845"/>
                    <a:pt x="361750" y="117801"/>
                    <a:pt x="361750" y="85547"/>
                  </a:cubicBezTo>
                  <a:cubicBezTo>
                    <a:pt x="361750" y="53293"/>
                    <a:pt x="335656" y="27249"/>
                    <a:pt x="303340" y="27249"/>
                  </a:cubicBezTo>
                  <a:close/>
                  <a:moveTo>
                    <a:pt x="303340" y="0"/>
                  </a:moveTo>
                  <a:cubicBezTo>
                    <a:pt x="314484" y="185"/>
                    <a:pt x="325348" y="2224"/>
                    <a:pt x="336120" y="5932"/>
                  </a:cubicBezTo>
                  <a:cubicBezTo>
                    <a:pt x="356085" y="12883"/>
                    <a:pt x="373729" y="23634"/>
                    <a:pt x="390443" y="35961"/>
                  </a:cubicBezTo>
                  <a:cubicBezTo>
                    <a:pt x="410316" y="50698"/>
                    <a:pt x="434552" y="75259"/>
                    <a:pt x="434552" y="75259"/>
                  </a:cubicBezTo>
                  <a:cubicBezTo>
                    <a:pt x="440217" y="81006"/>
                    <a:pt x="440495" y="90645"/>
                    <a:pt x="435202" y="96577"/>
                  </a:cubicBezTo>
                  <a:cubicBezTo>
                    <a:pt x="435202" y="96577"/>
                    <a:pt x="432695" y="99264"/>
                    <a:pt x="426288" y="105845"/>
                  </a:cubicBezTo>
                  <a:cubicBezTo>
                    <a:pt x="407901" y="124474"/>
                    <a:pt x="387843" y="140880"/>
                    <a:pt x="364814" y="153392"/>
                  </a:cubicBezTo>
                  <a:cubicBezTo>
                    <a:pt x="346985" y="163124"/>
                    <a:pt x="328227" y="169797"/>
                    <a:pt x="307612" y="170816"/>
                  </a:cubicBezTo>
                  <a:cubicBezTo>
                    <a:pt x="306126" y="170909"/>
                    <a:pt x="304826" y="170909"/>
                    <a:pt x="303340" y="170909"/>
                  </a:cubicBezTo>
                  <a:cubicBezTo>
                    <a:pt x="301855" y="170909"/>
                    <a:pt x="300462" y="170909"/>
                    <a:pt x="298976" y="170816"/>
                  </a:cubicBezTo>
                  <a:cubicBezTo>
                    <a:pt x="278454" y="169797"/>
                    <a:pt x="259603" y="163124"/>
                    <a:pt x="241774" y="153392"/>
                  </a:cubicBezTo>
                  <a:cubicBezTo>
                    <a:pt x="218744" y="140787"/>
                    <a:pt x="198687" y="124474"/>
                    <a:pt x="180393" y="105845"/>
                  </a:cubicBezTo>
                  <a:cubicBezTo>
                    <a:pt x="173893" y="99264"/>
                    <a:pt x="171478" y="96577"/>
                    <a:pt x="171478" y="96577"/>
                  </a:cubicBezTo>
                  <a:cubicBezTo>
                    <a:pt x="166278" y="90459"/>
                    <a:pt x="166464" y="81006"/>
                    <a:pt x="172036" y="75259"/>
                  </a:cubicBezTo>
                  <a:cubicBezTo>
                    <a:pt x="172036" y="75259"/>
                    <a:pt x="196365" y="50698"/>
                    <a:pt x="216144" y="35961"/>
                  </a:cubicBezTo>
                  <a:cubicBezTo>
                    <a:pt x="232952" y="23542"/>
                    <a:pt x="250688" y="12790"/>
                    <a:pt x="270468" y="5932"/>
                  </a:cubicBezTo>
                  <a:cubicBezTo>
                    <a:pt x="281240" y="2224"/>
                    <a:pt x="292197" y="0"/>
                    <a:pt x="3033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6573189" y="3291840"/>
            <a:ext cx="4947297" cy="110453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2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Define the search environment in which the LLM operates; specify the types of search engines, databases, or APIs that the LLM can access to gather information.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73190" y="3014246"/>
            <a:ext cx="494729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Search Environment</a:t>
            </a:r>
            <a:endParaRPr lang="en-US" sz="1100" dirty="0"/>
          </a:p>
        </p:txBody>
      </p:sp>
      <p:grpSp>
        <p:nvGrpSpPr>
          <p:cNvPr id="20" name="Group 20"/>
          <p:cNvGrpSpPr/>
          <p:nvPr/>
        </p:nvGrpSpPr>
        <p:grpSpPr>
          <a:xfrm>
            <a:off x="5498398" y="4400420"/>
            <a:ext cx="878080" cy="880403"/>
            <a:chOff x="3852543" y="1667810"/>
            <a:chExt cx="823456" cy="825634"/>
          </a:xfrm>
        </p:grpSpPr>
        <p:sp>
          <p:nvSpPr>
            <p:cNvPr id="21" name="AutoShape 21"/>
            <p:cNvSpPr/>
            <p:nvPr/>
          </p:nvSpPr>
          <p:spPr>
            <a:xfrm>
              <a:off x="3852543" y="1667810"/>
              <a:ext cx="823456" cy="825634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FFFFF"/>
              </a:solidFill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053488" y="1885340"/>
              <a:ext cx="421566" cy="390570"/>
            </a:xfrm>
            <a:custGeom>
              <a:avLst/>
              <a:gdLst/>
              <a:ahLst/>
              <a:cxnLst/>
              <a:rect l="l" t="t" r="r" b="b"/>
              <a:pathLst>
                <a:path w="605804" h="561262">
                  <a:moveTo>
                    <a:pt x="445285" y="326174"/>
                  </a:moveTo>
                  <a:cubicBezTo>
                    <a:pt x="443428" y="326174"/>
                    <a:pt x="441943" y="327658"/>
                    <a:pt x="441943" y="329512"/>
                  </a:cubicBezTo>
                  <a:lnTo>
                    <a:pt x="441943" y="343787"/>
                  </a:lnTo>
                  <a:cubicBezTo>
                    <a:pt x="432752" y="345085"/>
                    <a:pt x="425510" y="348422"/>
                    <a:pt x="419754" y="353799"/>
                  </a:cubicBezTo>
                  <a:cubicBezTo>
                    <a:pt x="413627" y="359732"/>
                    <a:pt x="410470" y="367333"/>
                    <a:pt x="410470" y="376603"/>
                  </a:cubicBezTo>
                  <a:cubicBezTo>
                    <a:pt x="410470" y="386800"/>
                    <a:pt x="413441" y="394494"/>
                    <a:pt x="419290" y="399778"/>
                  </a:cubicBezTo>
                  <a:cubicBezTo>
                    <a:pt x="425139" y="405155"/>
                    <a:pt x="434516" y="410346"/>
                    <a:pt x="447420" y="415352"/>
                  </a:cubicBezTo>
                  <a:cubicBezTo>
                    <a:pt x="452619" y="417762"/>
                    <a:pt x="456333" y="420080"/>
                    <a:pt x="458375" y="422397"/>
                  </a:cubicBezTo>
                  <a:cubicBezTo>
                    <a:pt x="460511" y="424807"/>
                    <a:pt x="461532" y="428145"/>
                    <a:pt x="461532" y="432409"/>
                  </a:cubicBezTo>
                  <a:cubicBezTo>
                    <a:pt x="461532" y="436117"/>
                    <a:pt x="460511" y="439083"/>
                    <a:pt x="458561" y="441493"/>
                  </a:cubicBezTo>
                  <a:cubicBezTo>
                    <a:pt x="456519" y="443811"/>
                    <a:pt x="453548" y="444923"/>
                    <a:pt x="449648" y="444923"/>
                  </a:cubicBezTo>
                  <a:cubicBezTo>
                    <a:pt x="444914" y="444923"/>
                    <a:pt x="441107" y="443440"/>
                    <a:pt x="438136" y="440474"/>
                  </a:cubicBezTo>
                  <a:cubicBezTo>
                    <a:pt x="435630" y="438156"/>
                    <a:pt x="434237" y="434263"/>
                    <a:pt x="433773" y="429350"/>
                  </a:cubicBezTo>
                  <a:cubicBezTo>
                    <a:pt x="433680" y="427403"/>
                    <a:pt x="431916" y="426012"/>
                    <a:pt x="429966" y="426012"/>
                  </a:cubicBezTo>
                  <a:lnTo>
                    <a:pt x="410377" y="426383"/>
                  </a:lnTo>
                  <a:cubicBezTo>
                    <a:pt x="408242" y="426383"/>
                    <a:pt x="406385" y="428237"/>
                    <a:pt x="406571" y="430369"/>
                  </a:cubicBezTo>
                  <a:cubicBezTo>
                    <a:pt x="407035" y="440752"/>
                    <a:pt x="410470" y="448724"/>
                    <a:pt x="416690" y="454471"/>
                  </a:cubicBezTo>
                  <a:cubicBezTo>
                    <a:pt x="423375" y="460497"/>
                    <a:pt x="431916" y="464112"/>
                    <a:pt x="441943" y="465317"/>
                  </a:cubicBezTo>
                  <a:lnTo>
                    <a:pt x="441943" y="478666"/>
                  </a:lnTo>
                  <a:cubicBezTo>
                    <a:pt x="441943" y="480520"/>
                    <a:pt x="443428" y="482003"/>
                    <a:pt x="445285" y="482003"/>
                  </a:cubicBezTo>
                  <a:lnTo>
                    <a:pt x="457261" y="482003"/>
                  </a:lnTo>
                  <a:cubicBezTo>
                    <a:pt x="459118" y="482003"/>
                    <a:pt x="460603" y="480520"/>
                    <a:pt x="460603" y="478666"/>
                  </a:cubicBezTo>
                  <a:lnTo>
                    <a:pt x="460603" y="464854"/>
                  </a:lnTo>
                  <a:cubicBezTo>
                    <a:pt x="468773" y="463371"/>
                    <a:pt x="475365" y="460126"/>
                    <a:pt x="480471" y="455213"/>
                  </a:cubicBezTo>
                  <a:cubicBezTo>
                    <a:pt x="486506" y="449466"/>
                    <a:pt x="489477" y="441864"/>
                    <a:pt x="489477" y="432316"/>
                  </a:cubicBezTo>
                  <a:cubicBezTo>
                    <a:pt x="489477" y="422397"/>
                    <a:pt x="486506" y="414610"/>
                    <a:pt x="480564" y="409326"/>
                  </a:cubicBezTo>
                  <a:cubicBezTo>
                    <a:pt x="474622" y="403857"/>
                    <a:pt x="465245" y="398573"/>
                    <a:pt x="452619" y="393104"/>
                  </a:cubicBezTo>
                  <a:cubicBezTo>
                    <a:pt x="447142" y="390694"/>
                    <a:pt x="443428" y="388283"/>
                    <a:pt x="441479" y="385966"/>
                  </a:cubicBezTo>
                  <a:cubicBezTo>
                    <a:pt x="439436" y="383648"/>
                    <a:pt x="438508" y="380682"/>
                    <a:pt x="438229" y="376789"/>
                  </a:cubicBezTo>
                  <a:cubicBezTo>
                    <a:pt x="438229" y="373081"/>
                    <a:pt x="439250" y="370022"/>
                    <a:pt x="441107" y="367704"/>
                  </a:cubicBezTo>
                  <a:cubicBezTo>
                    <a:pt x="442964" y="365294"/>
                    <a:pt x="445935" y="364089"/>
                    <a:pt x="449741" y="364089"/>
                  </a:cubicBezTo>
                  <a:cubicBezTo>
                    <a:pt x="453548" y="364089"/>
                    <a:pt x="456519" y="365479"/>
                    <a:pt x="458932" y="368446"/>
                  </a:cubicBezTo>
                  <a:cubicBezTo>
                    <a:pt x="460789" y="370763"/>
                    <a:pt x="461903" y="374008"/>
                    <a:pt x="462275" y="378272"/>
                  </a:cubicBezTo>
                  <a:cubicBezTo>
                    <a:pt x="462367" y="380311"/>
                    <a:pt x="464131" y="381609"/>
                    <a:pt x="466081" y="381609"/>
                  </a:cubicBezTo>
                  <a:lnTo>
                    <a:pt x="485763" y="381424"/>
                  </a:lnTo>
                  <a:cubicBezTo>
                    <a:pt x="487991" y="381424"/>
                    <a:pt x="489755" y="379570"/>
                    <a:pt x="489569" y="377438"/>
                  </a:cubicBezTo>
                  <a:cubicBezTo>
                    <a:pt x="489105" y="368909"/>
                    <a:pt x="486227" y="361771"/>
                    <a:pt x="481307" y="355931"/>
                  </a:cubicBezTo>
                  <a:cubicBezTo>
                    <a:pt x="476108" y="349906"/>
                    <a:pt x="469145" y="346012"/>
                    <a:pt x="460603" y="344344"/>
                  </a:cubicBezTo>
                  <a:lnTo>
                    <a:pt x="460603" y="329512"/>
                  </a:lnTo>
                  <a:cubicBezTo>
                    <a:pt x="460603" y="327658"/>
                    <a:pt x="459118" y="326174"/>
                    <a:pt x="457261" y="326174"/>
                  </a:cubicBezTo>
                  <a:close/>
                  <a:moveTo>
                    <a:pt x="434887" y="246823"/>
                  </a:moveTo>
                  <a:lnTo>
                    <a:pt x="461718" y="246823"/>
                  </a:lnTo>
                  <a:lnTo>
                    <a:pt x="461718" y="278063"/>
                  </a:lnTo>
                  <a:cubicBezTo>
                    <a:pt x="521042" y="284367"/>
                    <a:pt x="568204" y="331458"/>
                    <a:pt x="574517" y="390694"/>
                  </a:cubicBezTo>
                  <a:lnTo>
                    <a:pt x="605804" y="390694"/>
                  </a:lnTo>
                  <a:lnTo>
                    <a:pt x="605804" y="417391"/>
                  </a:lnTo>
                  <a:lnTo>
                    <a:pt x="574517" y="417391"/>
                  </a:lnTo>
                  <a:cubicBezTo>
                    <a:pt x="568204" y="476534"/>
                    <a:pt x="521042" y="523626"/>
                    <a:pt x="461718" y="529929"/>
                  </a:cubicBezTo>
                  <a:lnTo>
                    <a:pt x="461718" y="561262"/>
                  </a:lnTo>
                  <a:lnTo>
                    <a:pt x="434887" y="561262"/>
                  </a:lnTo>
                  <a:lnTo>
                    <a:pt x="434887" y="530115"/>
                  </a:lnTo>
                  <a:cubicBezTo>
                    <a:pt x="375563" y="523811"/>
                    <a:pt x="328400" y="476719"/>
                    <a:pt x="322087" y="417484"/>
                  </a:cubicBezTo>
                  <a:lnTo>
                    <a:pt x="290800" y="417484"/>
                  </a:lnTo>
                  <a:lnTo>
                    <a:pt x="290800" y="390694"/>
                  </a:lnTo>
                  <a:lnTo>
                    <a:pt x="322087" y="390694"/>
                  </a:lnTo>
                  <a:cubicBezTo>
                    <a:pt x="328400" y="331458"/>
                    <a:pt x="375563" y="284367"/>
                    <a:pt x="434887" y="278063"/>
                  </a:cubicBezTo>
                  <a:close/>
                  <a:moveTo>
                    <a:pt x="229238" y="401"/>
                  </a:moveTo>
                  <a:cubicBezTo>
                    <a:pt x="253564" y="-1638"/>
                    <a:pt x="271855" y="4387"/>
                    <a:pt x="284946" y="12174"/>
                  </a:cubicBezTo>
                  <a:cubicBezTo>
                    <a:pt x="304629" y="22927"/>
                    <a:pt x="312057" y="37295"/>
                    <a:pt x="312057" y="37295"/>
                  </a:cubicBezTo>
                  <a:cubicBezTo>
                    <a:pt x="312057" y="37295"/>
                    <a:pt x="357180" y="40447"/>
                    <a:pt x="341954" y="131662"/>
                  </a:cubicBezTo>
                  <a:cubicBezTo>
                    <a:pt x="341396" y="134443"/>
                    <a:pt x="340654" y="137224"/>
                    <a:pt x="339911" y="140098"/>
                  </a:cubicBezTo>
                  <a:cubicBezTo>
                    <a:pt x="348453" y="140098"/>
                    <a:pt x="357273" y="146772"/>
                    <a:pt x="347896" y="179773"/>
                  </a:cubicBezTo>
                  <a:cubicBezTo>
                    <a:pt x="340561" y="205450"/>
                    <a:pt x="333876" y="212773"/>
                    <a:pt x="328677" y="213144"/>
                  </a:cubicBezTo>
                  <a:cubicBezTo>
                    <a:pt x="326820" y="224917"/>
                    <a:pt x="322270" y="237709"/>
                    <a:pt x="315214" y="249945"/>
                  </a:cubicBezTo>
                  <a:lnTo>
                    <a:pt x="315214" y="295831"/>
                  </a:lnTo>
                  <a:cubicBezTo>
                    <a:pt x="315214" y="297407"/>
                    <a:pt x="316142" y="298890"/>
                    <a:pt x="317628" y="299632"/>
                  </a:cubicBezTo>
                  <a:cubicBezTo>
                    <a:pt x="320785" y="301115"/>
                    <a:pt x="326727" y="304267"/>
                    <a:pt x="334712" y="308438"/>
                  </a:cubicBezTo>
                  <a:cubicBezTo>
                    <a:pt x="320135" y="325773"/>
                    <a:pt x="309364" y="346259"/>
                    <a:pt x="303794" y="368877"/>
                  </a:cubicBezTo>
                  <a:lnTo>
                    <a:pt x="290795" y="368877"/>
                  </a:lnTo>
                  <a:cubicBezTo>
                    <a:pt x="278818" y="368877"/>
                    <a:pt x="268976" y="378611"/>
                    <a:pt x="268976" y="390662"/>
                  </a:cubicBezTo>
                  <a:lnTo>
                    <a:pt x="268976" y="417359"/>
                  </a:lnTo>
                  <a:cubicBezTo>
                    <a:pt x="268976" y="429317"/>
                    <a:pt x="278818" y="439050"/>
                    <a:pt x="290795" y="439050"/>
                  </a:cubicBezTo>
                  <a:lnTo>
                    <a:pt x="303794" y="439050"/>
                  </a:lnTo>
                  <a:cubicBezTo>
                    <a:pt x="308529" y="458239"/>
                    <a:pt x="317071" y="475944"/>
                    <a:pt x="328398" y="491332"/>
                  </a:cubicBezTo>
                  <a:lnTo>
                    <a:pt x="267769" y="491332"/>
                  </a:lnTo>
                  <a:lnTo>
                    <a:pt x="205655" y="491332"/>
                  </a:lnTo>
                  <a:lnTo>
                    <a:pt x="0" y="491332"/>
                  </a:lnTo>
                  <a:lnTo>
                    <a:pt x="0" y="424775"/>
                  </a:lnTo>
                  <a:cubicBezTo>
                    <a:pt x="0" y="410777"/>
                    <a:pt x="6221" y="397429"/>
                    <a:pt x="16991" y="388529"/>
                  </a:cubicBezTo>
                  <a:cubicBezTo>
                    <a:pt x="77341" y="338936"/>
                    <a:pt x="142519" y="306121"/>
                    <a:pt x="155704" y="299632"/>
                  </a:cubicBezTo>
                  <a:cubicBezTo>
                    <a:pt x="157189" y="299076"/>
                    <a:pt x="158211" y="297407"/>
                    <a:pt x="157839" y="295831"/>
                  </a:cubicBezTo>
                  <a:lnTo>
                    <a:pt x="157839" y="249945"/>
                  </a:lnTo>
                  <a:cubicBezTo>
                    <a:pt x="150690" y="237709"/>
                    <a:pt x="146233" y="224731"/>
                    <a:pt x="144376" y="213144"/>
                  </a:cubicBezTo>
                  <a:cubicBezTo>
                    <a:pt x="139270" y="212773"/>
                    <a:pt x="132492" y="205450"/>
                    <a:pt x="125157" y="179773"/>
                  </a:cubicBezTo>
                  <a:cubicBezTo>
                    <a:pt x="115965" y="147236"/>
                    <a:pt x="124322" y="140376"/>
                    <a:pt x="132678" y="140098"/>
                  </a:cubicBezTo>
                  <a:cubicBezTo>
                    <a:pt x="131935" y="137224"/>
                    <a:pt x="131192" y="134536"/>
                    <a:pt x="130728" y="131662"/>
                  </a:cubicBezTo>
                  <a:cubicBezTo>
                    <a:pt x="127478" y="115255"/>
                    <a:pt x="126643" y="100052"/>
                    <a:pt x="130449" y="85313"/>
                  </a:cubicBezTo>
                  <a:cubicBezTo>
                    <a:pt x="135092" y="65661"/>
                    <a:pt x="145676" y="49995"/>
                    <a:pt x="157561" y="37852"/>
                  </a:cubicBezTo>
                  <a:cubicBezTo>
                    <a:pt x="165174" y="29879"/>
                    <a:pt x="173716" y="22834"/>
                    <a:pt x="182722" y="17087"/>
                  </a:cubicBezTo>
                  <a:cubicBezTo>
                    <a:pt x="190150" y="12081"/>
                    <a:pt x="198227" y="7632"/>
                    <a:pt x="207141" y="4665"/>
                  </a:cubicBezTo>
                  <a:cubicBezTo>
                    <a:pt x="214011" y="2255"/>
                    <a:pt x="221439" y="772"/>
                    <a:pt x="229238" y="4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6573189" y="5135880"/>
            <a:ext cx="4947297" cy="110453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2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Explain the design of the reward model, which provides feedback to the LLM on the quality of its search and reasoning outcomes; describe how the reward model incentivizes the LLM to improve its performance.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73190" y="4766846"/>
            <a:ext cx="494729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Reward Model</a:t>
            </a:r>
            <a:endParaRPr lang="en-US" sz="1100" dirty="0"/>
          </a:p>
        </p:txBody>
      </p:sp>
      <p:cxnSp>
        <p:nvCxnSpPr>
          <p:cNvPr id="25" name="Connector 25"/>
          <p:cNvCxnSpPr/>
          <p:nvPr/>
        </p:nvCxnSpPr>
        <p:spPr>
          <a:xfrm>
            <a:off x="6573191" y="2895600"/>
            <a:ext cx="4947296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26" name="Connector 26"/>
          <p:cNvCxnSpPr/>
          <p:nvPr/>
        </p:nvCxnSpPr>
        <p:spPr>
          <a:xfrm>
            <a:off x="6573191" y="4572000"/>
            <a:ext cx="4947297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Reward Design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986501" y="3424952"/>
            <a:ext cx="9987656" cy="0"/>
          </a:xfrm>
          <a:prstGeom prst="straightConnector1">
            <a:avLst/>
          </a:prstGeom>
          <a:ln w="9525" cap="flat" cmpd="sng">
            <a:solidFill>
              <a:srgbClr val="768395">
                <a:lumMod val="20000"/>
                <a:lumOff val="80000"/>
              </a:srgbClr>
            </a:soli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1676400" y="1447540"/>
            <a:ext cx="2641933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/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Guiding the Learning Process</a:t>
            </a:r>
          </a:p>
        </p:txBody>
      </p:sp>
      <p:sp>
        <p:nvSpPr>
          <p:cNvPr id="5" name="AutoShape 5"/>
          <p:cNvSpPr/>
          <p:nvPr/>
        </p:nvSpPr>
        <p:spPr>
          <a:xfrm>
            <a:off x="1600200" y="1787828"/>
            <a:ext cx="2641933" cy="276534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Explain how rewards are structured to guide the learning process; detail the criteria used to assess the relevance, accuracy, and efficiency of search results, ensuring the model learns to optimize its performance.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81000" y="1889833"/>
            <a:ext cx="1284438" cy="1586491"/>
            <a:chOff x="1330500" y="2804233"/>
            <a:chExt cx="1284438" cy="1586491"/>
          </a:xfrm>
        </p:grpSpPr>
        <p:sp>
          <p:nvSpPr>
            <p:cNvPr id="7" name="AutoShape 7"/>
            <p:cNvSpPr/>
            <p:nvPr/>
          </p:nvSpPr>
          <p:spPr>
            <a:xfrm>
              <a:off x="1330500" y="2804233"/>
              <a:ext cx="1284438" cy="1284438"/>
            </a:xfrm>
            <a:prstGeom prst="arc">
              <a:avLst>
                <a:gd name="adj1" fmla="val 232236"/>
                <a:gd name="adj2" fmla="val 10741087"/>
              </a:avLst>
            </a:prstGeom>
            <a:noFill/>
            <a:ln w="25400" cap="rnd" cmpd="sng">
              <a:solidFill>
                <a:schemeClr val="accent1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1442147" y="2915880"/>
              <a:ext cx="1061144" cy="1061144"/>
            </a:xfrm>
            <a:prstGeom prst="ellipse">
              <a:avLst/>
            </a:prstGeom>
            <a:gradFill>
              <a:gsLst>
                <a:gs pos="0">
                  <a:srgbClr val="105CFB">
                    <a:lumMod val="60000"/>
                    <a:lumOff val="40000"/>
                  </a:srgbClr>
                </a:gs>
                <a:gs pos="50000">
                  <a:srgbClr val="105CFB"/>
                </a:gs>
              </a:gsLst>
              <a:lin ang="2700000"/>
            </a:gradFill>
          </p:spPr>
          <p:txBody>
            <a:bodyPr vert="horz" wrap="none" lIns="108000" tIns="108000" rIns="108000" bIns="10800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1920907" y="4287100"/>
              <a:ext cx="103624" cy="103624"/>
            </a:xfrm>
            <a:prstGeom prst="ellipse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63998" y="3280249"/>
              <a:ext cx="417442" cy="332407"/>
            </a:xfrm>
            <a:custGeom>
              <a:avLst/>
              <a:gdLst/>
              <a:ahLst/>
              <a:cxnLst/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960" y="621"/>
                    <a:pt x="515342" y="13004"/>
                    <a:pt x="515342" y="29196"/>
                  </a:cubicBezTo>
                  <a:lnTo>
                    <a:pt x="515342" y="324471"/>
                  </a:lnTo>
                  <a:cubicBezTo>
                    <a:pt x="515342" y="340664"/>
                    <a:pt x="502960" y="353046"/>
                    <a:pt x="486767" y="353046"/>
                  </a:cubicBezTo>
                  <a:lnTo>
                    <a:pt x="192445" y="353046"/>
                  </a:lnTo>
                  <a:lnTo>
                    <a:pt x="115292" y="410196"/>
                  </a:lnTo>
                  <a:lnTo>
                    <a:pt x="115292" y="353046"/>
                  </a:lnTo>
                  <a:lnTo>
                    <a:pt x="29567" y="353046"/>
                  </a:lnTo>
                  <a:cubicBezTo>
                    <a:pt x="13374" y="353046"/>
                    <a:pt x="992" y="340664"/>
                    <a:pt x="992" y="324471"/>
                  </a:cubicBezTo>
                  <a:lnTo>
                    <a:pt x="992" y="29196"/>
                  </a:lnTo>
                  <a:cubicBezTo>
                    <a:pt x="992" y="13004"/>
                    <a:pt x="13374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720" y="143496"/>
                    <a:pt x="91480" y="158736"/>
                    <a:pt x="91480" y="176834"/>
                  </a:cubicBezTo>
                  <a:cubicBezTo>
                    <a:pt x="91480" y="194931"/>
                    <a:pt x="106720" y="210171"/>
                    <a:pt x="124817" y="210171"/>
                  </a:cubicBezTo>
                  <a:cubicBezTo>
                    <a:pt x="142914" y="210171"/>
                    <a:pt x="158155" y="194931"/>
                    <a:pt x="158155" y="176834"/>
                  </a:cubicBezTo>
                  <a:cubicBezTo>
                    <a:pt x="158155" y="157784"/>
                    <a:pt x="142914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40070" y="143496"/>
                    <a:pt x="224830" y="158736"/>
                    <a:pt x="224830" y="176834"/>
                  </a:cubicBezTo>
                  <a:cubicBezTo>
                    <a:pt x="224830" y="194931"/>
                    <a:pt x="240070" y="210171"/>
                    <a:pt x="258167" y="210171"/>
                  </a:cubicBezTo>
                  <a:cubicBezTo>
                    <a:pt x="276264" y="210171"/>
                    <a:pt x="291505" y="194931"/>
                    <a:pt x="291505" y="176834"/>
                  </a:cubicBezTo>
                  <a:cubicBezTo>
                    <a:pt x="291505" y="157784"/>
                    <a:pt x="276264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420" y="143496"/>
                    <a:pt x="358180" y="158736"/>
                    <a:pt x="358180" y="176834"/>
                  </a:cubicBezTo>
                  <a:cubicBezTo>
                    <a:pt x="358180" y="194931"/>
                    <a:pt x="373420" y="210171"/>
                    <a:pt x="391517" y="210171"/>
                  </a:cubicBezTo>
                  <a:cubicBezTo>
                    <a:pt x="409614" y="210171"/>
                    <a:pt x="424855" y="194931"/>
                    <a:pt x="424855" y="176834"/>
                  </a:cubicBezTo>
                  <a:cubicBezTo>
                    <a:pt x="424855" y="157784"/>
                    <a:pt x="409614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92500" lnSpcReduction="10000"/>
            </a:bodyPr>
            <a:lstStyle/>
            <a:p>
              <a:pPr marL="0" algn="l"/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5562600" y="3768813"/>
            <a:ext cx="2641933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/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Improving Model Performance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562600" y="4109101"/>
            <a:ext cx="2641933" cy="308851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Describe how specific reward signals encourage desirable behaviors; for example, rewards for identifying critical information, avoiding irrelevant data, and converging to correct solutions quickly.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266786" y="3576115"/>
            <a:ext cx="1284438" cy="1284438"/>
          </a:xfrm>
          <a:prstGeom prst="arc">
            <a:avLst>
              <a:gd name="adj1" fmla="val 232236"/>
              <a:gd name="adj2" fmla="val 10741087"/>
            </a:avLst>
          </a:prstGeom>
          <a:noFill/>
          <a:ln w="25400" cap="rnd" cmpd="sng">
            <a:solidFill>
              <a:schemeClr val="accent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389034" y="3702572"/>
            <a:ext cx="1061144" cy="1061144"/>
          </a:xfrm>
          <a:prstGeom prst="ellipse">
            <a:avLst/>
          </a:prstGeom>
          <a:gradFill>
            <a:gsLst>
              <a:gs pos="0">
                <a:srgbClr val="44CCFF">
                  <a:lumMod val="60000"/>
                  <a:lumOff val="40000"/>
                </a:srgbClr>
              </a:gs>
              <a:gs pos="50000">
                <a:srgbClr val="44CCFF"/>
              </a:gs>
            </a:gsLst>
            <a:lin ang="2700000"/>
          </a:gradFill>
        </p:spPr>
        <p:txBody>
          <a:bodyPr vert="horz" wrap="none" lIns="108000" tIns="108000" rIns="108000" bIns="10800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857193" y="3377507"/>
            <a:ext cx="103624" cy="103624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4708015" y="3998018"/>
            <a:ext cx="401981" cy="440633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930" y="621"/>
                  <a:pt x="496420" y="111111"/>
                  <a:pt x="496420" y="248271"/>
                </a:cubicBezTo>
                <a:cubicBezTo>
                  <a:pt x="496420" y="358761"/>
                  <a:pt x="424030" y="452106"/>
                  <a:pt x="324017" y="484491"/>
                </a:cubicBezTo>
                <a:lnTo>
                  <a:pt x="346877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663" y="524496"/>
                </a:lnTo>
                <a:lnTo>
                  <a:pt x="173523" y="484491"/>
                </a:lnTo>
                <a:cubicBezTo>
                  <a:pt x="73510" y="453059"/>
                  <a:pt x="1120" y="358761"/>
                  <a:pt x="1120" y="248271"/>
                </a:cubicBezTo>
                <a:cubicBezTo>
                  <a:pt x="1120" y="111111"/>
                  <a:pt x="111610" y="621"/>
                  <a:pt x="248770" y="621"/>
                </a:cubicBezTo>
                <a:close/>
                <a:moveTo>
                  <a:pt x="192573" y="489254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967" y="489254"/>
                </a:lnTo>
                <a:cubicBezTo>
                  <a:pt x="286870" y="493064"/>
                  <a:pt x="267820" y="495921"/>
                  <a:pt x="248770" y="495921"/>
                </a:cubicBezTo>
                <a:cubicBezTo>
                  <a:pt x="229720" y="495921"/>
                  <a:pt x="210670" y="493064"/>
                  <a:pt x="192573" y="489254"/>
                </a:cubicBezTo>
                <a:close/>
                <a:moveTo>
                  <a:pt x="248770" y="143496"/>
                </a:moveTo>
                <a:cubicBezTo>
                  <a:pt x="190667" y="143496"/>
                  <a:pt x="143995" y="190169"/>
                  <a:pt x="143995" y="248271"/>
                </a:cubicBezTo>
                <a:cubicBezTo>
                  <a:pt x="143995" y="306374"/>
                  <a:pt x="190667" y="353046"/>
                  <a:pt x="248770" y="353046"/>
                </a:cubicBezTo>
                <a:cubicBezTo>
                  <a:pt x="306873" y="353046"/>
                  <a:pt x="353545" y="306374"/>
                  <a:pt x="353545" y="248271"/>
                </a:cubicBezTo>
                <a:cubicBezTo>
                  <a:pt x="353545" y="190169"/>
                  <a:pt x="306873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60213" y="114921"/>
                  <a:pt x="353545" y="121589"/>
                  <a:pt x="353545" y="129209"/>
                </a:cubicBezTo>
                <a:cubicBezTo>
                  <a:pt x="353545" y="136829"/>
                  <a:pt x="360213" y="143496"/>
                  <a:pt x="367833" y="143496"/>
                </a:cubicBezTo>
                <a:cubicBezTo>
                  <a:pt x="375452" y="143496"/>
                  <a:pt x="382120" y="136829"/>
                  <a:pt x="382120" y="129209"/>
                </a:cubicBezTo>
                <a:cubicBezTo>
                  <a:pt x="382120" y="121589"/>
                  <a:pt x="375452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788067" y="1447540"/>
            <a:ext cx="2641933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/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Balancing Exploration and Exploitation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839200" y="1787828"/>
            <a:ext cx="2641933" cy="308851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Explain how the reward model balances the need for exploration (discovering new data) with the exploitation of existing knowledge; this balance ensures that the LLM remains adaptable while maintaining efficiency.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315200" y="1889833"/>
            <a:ext cx="1284438" cy="1284438"/>
          </a:xfrm>
          <a:prstGeom prst="arc">
            <a:avLst>
              <a:gd name="adj1" fmla="val 232236"/>
              <a:gd name="adj2" fmla="val 10741087"/>
            </a:avLst>
          </a:prstGeom>
          <a:noFill/>
          <a:ln w="25400" cap="rnd" cmpd="sng">
            <a:solidFill>
              <a:schemeClr val="accent3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397056" y="2001480"/>
            <a:ext cx="1061144" cy="1061144"/>
          </a:xfrm>
          <a:prstGeom prst="ellipse">
            <a:avLst/>
          </a:prstGeom>
          <a:gradFill>
            <a:gsLst>
              <a:gs pos="0">
                <a:srgbClr val="38DB99">
                  <a:lumMod val="60000"/>
                  <a:lumOff val="40000"/>
                </a:srgbClr>
              </a:gs>
              <a:gs pos="50000">
                <a:srgbClr val="38DB99"/>
              </a:gs>
            </a:gsLst>
            <a:lin ang="2700000"/>
          </a:gradFill>
        </p:spPr>
        <p:txBody>
          <a:bodyPr vert="horz" wrap="none" lIns="108000" tIns="108000" rIns="108000" bIns="10800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897376" y="3372700"/>
            <a:ext cx="103624" cy="103624"/>
          </a:xfrm>
          <a:prstGeom prst="ellipse">
            <a:avLst/>
          </a:prstGeom>
          <a:solidFill>
            <a:schemeClr val="accent3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7767984" y="2323331"/>
            <a:ext cx="309216" cy="417442"/>
          </a:xfrm>
          <a:custGeom>
            <a:avLst/>
            <a:gdLst/>
            <a:ahLst/>
            <a:cxnLst/>
            <a:rect l="l" t="t" r="r" b="b"/>
            <a:pathLst>
              <a:path w="381000" h="514350">
                <a:moveTo>
                  <a:pt x="86973" y="38721"/>
                </a:moveTo>
                <a:lnTo>
                  <a:pt x="86973" y="57771"/>
                </a:lnTo>
                <a:cubicBezTo>
                  <a:pt x="86973" y="77774"/>
                  <a:pt x="103166" y="94919"/>
                  <a:pt x="123168" y="95871"/>
                </a:cubicBezTo>
                <a:lnTo>
                  <a:pt x="125073" y="95871"/>
                </a:lnTo>
                <a:lnTo>
                  <a:pt x="258423" y="95871"/>
                </a:lnTo>
                <a:cubicBezTo>
                  <a:pt x="278426" y="95871"/>
                  <a:pt x="295570" y="79679"/>
                  <a:pt x="296523" y="59676"/>
                </a:cubicBezTo>
                <a:lnTo>
                  <a:pt x="296523" y="57771"/>
                </a:lnTo>
                <a:lnTo>
                  <a:pt x="296523" y="38721"/>
                </a:lnTo>
                <a:lnTo>
                  <a:pt x="353673" y="38721"/>
                </a:lnTo>
                <a:cubicBezTo>
                  <a:pt x="369866" y="38721"/>
                  <a:pt x="382248" y="51104"/>
                  <a:pt x="382248" y="67296"/>
                </a:cubicBezTo>
                <a:lnTo>
                  <a:pt x="382248" y="486396"/>
                </a:lnTo>
                <a:cubicBezTo>
                  <a:pt x="382248" y="502589"/>
                  <a:pt x="369866" y="514971"/>
                  <a:pt x="353673" y="514971"/>
                </a:cubicBezTo>
                <a:lnTo>
                  <a:pt x="29823" y="514971"/>
                </a:lnTo>
                <a:cubicBezTo>
                  <a:pt x="13630" y="514971"/>
                  <a:pt x="1248" y="502589"/>
                  <a:pt x="1248" y="486396"/>
                </a:cubicBezTo>
                <a:lnTo>
                  <a:pt x="1248" y="67296"/>
                </a:lnTo>
                <a:cubicBezTo>
                  <a:pt x="1248" y="51104"/>
                  <a:pt x="13630" y="38721"/>
                  <a:pt x="29823" y="38721"/>
                </a:cubicBezTo>
                <a:lnTo>
                  <a:pt x="86973" y="38721"/>
                </a:lnTo>
                <a:close/>
                <a:moveTo>
                  <a:pt x="191748" y="333996"/>
                </a:moveTo>
                <a:lnTo>
                  <a:pt x="77448" y="333996"/>
                </a:lnTo>
                <a:lnTo>
                  <a:pt x="77448" y="353046"/>
                </a:lnTo>
                <a:lnTo>
                  <a:pt x="191748" y="353046"/>
                </a:lnTo>
                <a:lnTo>
                  <a:pt x="191748" y="333996"/>
                </a:lnTo>
                <a:close/>
                <a:moveTo>
                  <a:pt x="306048" y="257796"/>
                </a:moveTo>
                <a:lnTo>
                  <a:pt x="77448" y="257796"/>
                </a:lnTo>
                <a:lnTo>
                  <a:pt x="77448" y="276846"/>
                </a:lnTo>
                <a:lnTo>
                  <a:pt x="306048" y="276846"/>
                </a:lnTo>
                <a:lnTo>
                  <a:pt x="306048" y="257796"/>
                </a:lnTo>
                <a:close/>
                <a:moveTo>
                  <a:pt x="306048" y="181596"/>
                </a:moveTo>
                <a:lnTo>
                  <a:pt x="77448" y="181596"/>
                </a:lnTo>
                <a:lnTo>
                  <a:pt x="77448" y="200646"/>
                </a:lnTo>
                <a:lnTo>
                  <a:pt x="306048" y="200646"/>
                </a:lnTo>
                <a:lnTo>
                  <a:pt x="306048" y="181596"/>
                </a:lnTo>
                <a:close/>
                <a:moveTo>
                  <a:pt x="248898" y="621"/>
                </a:moveTo>
                <a:cubicBezTo>
                  <a:pt x="265091" y="621"/>
                  <a:pt x="277473" y="13004"/>
                  <a:pt x="277473" y="29196"/>
                </a:cubicBezTo>
                <a:lnTo>
                  <a:pt x="277473" y="48246"/>
                </a:lnTo>
                <a:cubicBezTo>
                  <a:pt x="277473" y="64439"/>
                  <a:pt x="265091" y="76821"/>
                  <a:pt x="248898" y="76821"/>
                </a:cubicBezTo>
                <a:lnTo>
                  <a:pt x="134598" y="76821"/>
                </a:lnTo>
                <a:cubicBezTo>
                  <a:pt x="118405" y="76821"/>
                  <a:pt x="106023" y="64439"/>
                  <a:pt x="106023" y="48246"/>
                </a:cubicBezTo>
                <a:lnTo>
                  <a:pt x="106023" y="29196"/>
                </a:lnTo>
                <a:cubicBezTo>
                  <a:pt x="106023" y="13004"/>
                  <a:pt x="118405" y="621"/>
                  <a:pt x="134598" y="621"/>
                </a:cubicBezTo>
                <a:lnTo>
                  <a:pt x="248898" y="621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4495800" y="3276600"/>
            <a:ext cx="5943600" cy="796319"/>
          </a:xfrm>
        </p:spPr>
        <p:txBody>
          <a:bodyPr vert="horz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b="1" i="0" u="none" baseline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Challenges &amp; Reflection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0379" y="3098252"/>
            <a:ext cx="1364451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0" i="0" u="none" spc="100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Implementation Challenges</a:t>
            </a:r>
          </a:p>
        </p:txBody>
      </p:sp>
      <p:cxnSp>
        <p:nvCxnSpPr>
          <p:cNvPr id="3" name="Connector 3"/>
          <p:cNvCxnSpPr/>
          <p:nvPr/>
        </p:nvCxnSpPr>
        <p:spPr>
          <a:xfrm flipH="1">
            <a:off x="669925" y="4549390"/>
            <a:ext cx="3330575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4" name="Connector 4"/>
          <p:cNvCxnSpPr/>
          <p:nvPr/>
        </p:nvCxnSpPr>
        <p:spPr>
          <a:xfrm flipH="1">
            <a:off x="8116495" y="5531088"/>
            <a:ext cx="3403992" cy="3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5" name="AutoShape 5"/>
          <p:cNvSpPr/>
          <p:nvPr/>
        </p:nvSpPr>
        <p:spPr>
          <a:xfrm>
            <a:off x="669924" y="2974502"/>
            <a:ext cx="3370993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Integration Issues</a:t>
            </a:r>
          </a:p>
        </p:txBody>
      </p:sp>
      <p:sp>
        <p:nvSpPr>
          <p:cNvPr id="6" name="AutoShape 6"/>
          <p:cNvSpPr/>
          <p:nvPr/>
        </p:nvSpPr>
        <p:spPr>
          <a:xfrm>
            <a:off x="669924" y="3353484"/>
            <a:ext cx="3370993" cy="1993238"/>
          </a:xfrm>
          <a:prstGeom prst="snip2SameRect">
            <a:avLst>
              <a:gd name="adj1" fmla="val 0"/>
              <a:gd name="adj2" fmla="val 0"/>
            </a:avLst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Describe the challenges in integrating diverse data sources; issues include data formatting discrepancies, access limitations, and the need for real-time data synchronization.</a:t>
            </a:r>
          </a:p>
        </p:txBody>
      </p:sp>
      <p:sp>
        <p:nvSpPr>
          <p:cNvPr id="7" name="Freeform 7"/>
          <p:cNvSpPr/>
          <p:nvPr/>
        </p:nvSpPr>
        <p:spPr>
          <a:xfrm>
            <a:off x="5859528" y="1111075"/>
            <a:ext cx="437028" cy="1915462"/>
          </a:xfrm>
          <a:custGeom>
            <a:avLst/>
            <a:gdLst/>
            <a:ahLst/>
            <a:cxnLst/>
            <a:rect l="l" t="t" r="r" b="b"/>
            <a:pathLst>
              <a:path w="12" h="53">
                <a:moveTo>
                  <a:pt x="11" y="53"/>
                </a:moveTo>
                <a:cubicBezTo>
                  <a:pt x="12" y="47"/>
                  <a:pt x="12" y="40"/>
                  <a:pt x="12" y="32"/>
                </a:cubicBezTo>
                <a:cubicBezTo>
                  <a:pt x="12" y="14"/>
                  <a:pt x="6" y="0"/>
                  <a:pt x="6" y="0"/>
                </a:cubicBezTo>
                <a:cubicBezTo>
                  <a:pt x="6" y="0"/>
                  <a:pt x="0" y="14"/>
                  <a:pt x="0" y="32"/>
                </a:cubicBezTo>
                <a:cubicBezTo>
                  <a:pt x="0" y="40"/>
                  <a:pt x="1" y="47"/>
                  <a:pt x="2" y="52"/>
                </a:cubicBezTo>
                <a:cubicBezTo>
                  <a:pt x="3" y="52"/>
                  <a:pt x="5" y="52"/>
                  <a:pt x="6" y="52"/>
                </a:cubicBezTo>
                <a:cubicBezTo>
                  <a:pt x="8" y="52"/>
                  <a:pt x="9" y="52"/>
                  <a:pt x="11" y="53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6404312" y="3460790"/>
            <a:ext cx="1712186" cy="1088603"/>
          </a:xfrm>
          <a:custGeom>
            <a:avLst/>
            <a:gdLst/>
            <a:ahLst/>
            <a:cxnLst/>
            <a:rect l="l" t="t" r="r" b="b"/>
            <a:pathLst>
              <a:path w="47" h="30">
                <a:moveTo>
                  <a:pt x="47" y="30"/>
                </a:moveTo>
                <a:cubicBezTo>
                  <a:pt x="47" y="30"/>
                  <a:pt x="37" y="18"/>
                  <a:pt x="22" y="9"/>
                </a:cubicBezTo>
                <a:cubicBezTo>
                  <a:pt x="15" y="5"/>
                  <a:pt x="9" y="2"/>
                  <a:pt x="4" y="0"/>
                </a:cubicBezTo>
                <a:cubicBezTo>
                  <a:pt x="4" y="4"/>
                  <a:pt x="3" y="7"/>
                  <a:pt x="0" y="9"/>
                </a:cubicBezTo>
                <a:cubicBezTo>
                  <a:pt x="5" y="12"/>
                  <a:pt x="10" y="16"/>
                  <a:pt x="16" y="19"/>
                </a:cubicBezTo>
                <a:cubicBezTo>
                  <a:pt x="31" y="28"/>
                  <a:pt x="47" y="30"/>
                  <a:pt x="47" y="3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4075502" y="3502429"/>
            <a:ext cx="1676266" cy="1046961"/>
          </a:xfrm>
          <a:custGeom>
            <a:avLst/>
            <a:gdLst/>
            <a:ahLst/>
            <a:cxnLst/>
            <a:rect l="l" t="t" r="r" b="b"/>
            <a:pathLst>
              <a:path w="46" h="29">
                <a:moveTo>
                  <a:pt x="42" y="0"/>
                </a:moveTo>
                <a:cubicBezTo>
                  <a:pt x="37" y="2"/>
                  <a:pt x="31" y="5"/>
                  <a:pt x="25" y="8"/>
                </a:cubicBezTo>
                <a:cubicBezTo>
                  <a:pt x="10" y="17"/>
                  <a:pt x="0" y="29"/>
                  <a:pt x="0" y="29"/>
                </a:cubicBezTo>
                <a:cubicBezTo>
                  <a:pt x="0" y="29"/>
                  <a:pt x="15" y="27"/>
                  <a:pt x="31" y="18"/>
                </a:cubicBezTo>
                <a:cubicBezTo>
                  <a:pt x="37" y="15"/>
                  <a:pt x="42" y="11"/>
                  <a:pt x="46" y="8"/>
                </a:cubicBezTo>
                <a:cubicBezTo>
                  <a:pt x="44" y="6"/>
                  <a:pt x="42" y="3"/>
                  <a:pt x="42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6075048" y="3353714"/>
            <a:ext cx="77829" cy="71384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1"/>
                </a:moveTo>
                <a:cubicBezTo>
                  <a:pt x="1" y="1"/>
                  <a:pt x="1" y="1"/>
                  <a:pt x="1" y="2"/>
                </a:cubicBezTo>
                <a:cubicBezTo>
                  <a:pt x="1" y="1"/>
                  <a:pt x="2" y="1"/>
                  <a:pt x="2" y="0"/>
                </a:cubicBezTo>
                <a:cubicBezTo>
                  <a:pt x="1" y="0"/>
                  <a:pt x="1" y="1"/>
                  <a:pt x="0" y="1"/>
                </a:cubicBezTo>
                <a:cubicBezTo>
                  <a:pt x="0" y="1"/>
                  <a:pt x="1" y="1"/>
                  <a:pt x="1" y="1"/>
                </a:cubicBezTo>
                <a:close/>
              </a:path>
            </a:pathLst>
          </a:custGeom>
          <a:solidFill>
            <a:srgbClr val="84C44E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6039128" y="3353714"/>
            <a:ext cx="35920" cy="71384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1"/>
                </a:moveTo>
                <a:cubicBezTo>
                  <a:pt x="1" y="1"/>
                  <a:pt x="0" y="0"/>
                  <a:pt x="0" y="0"/>
                </a:cubicBezTo>
                <a:cubicBezTo>
                  <a:pt x="0" y="1"/>
                  <a:pt x="0" y="1"/>
                  <a:pt x="1" y="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</a:path>
            </a:pathLst>
          </a:custGeom>
          <a:solidFill>
            <a:srgbClr val="84C44E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6075048" y="3425098"/>
            <a:ext cx="35920" cy="35692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84C44E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6075048" y="3389406"/>
            <a:ext cx="35920" cy="35692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lose/>
              </a:path>
            </a:pathLst>
          </a:custGeom>
          <a:solidFill>
            <a:srgbClr val="84C44E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751768" y="3895039"/>
            <a:ext cx="652548" cy="2248586"/>
          </a:xfrm>
          <a:custGeom>
            <a:avLst/>
            <a:gdLst/>
            <a:ahLst/>
            <a:cxnLst/>
            <a:rect l="l" t="t" r="r" b="b"/>
            <a:pathLst>
              <a:path w="18" h="62">
                <a:moveTo>
                  <a:pt x="9" y="1"/>
                </a:moveTo>
                <a:cubicBezTo>
                  <a:pt x="8" y="1"/>
                  <a:pt x="6" y="1"/>
                  <a:pt x="5" y="0"/>
                </a:cubicBezTo>
                <a:cubicBezTo>
                  <a:pt x="0" y="62"/>
                  <a:pt x="0" y="62"/>
                  <a:pt x="0" y="62"/>
                </a:cubicBezTo>
                <a:cubicBezTo>
                  <a:pt x="18" y="62"/>
                  <a:pt x="18" y="62"/>
                  <a:pt x="18" y="62"/>
                </a:cubicBezTo>
                <a:cubicBezTo>
                  <a:pt x="14" y="0"/>
                  <a:pt x="14" y="0"/>
                  <a:pt x="14" y="0"/>
                </a:cubicBezTo>
                <a:cubicBezTo>
                  <a:pt x="12" y="1"/>
                  <a:pt x="11" y="1"/>
                  <a:pt x="9" y="1"/>
                </a:cubicBezTo>
                <a:close/>
              </a:path>
            </a:pathLst>
          </a:custGeom>
          <a:solidFill>
            <a:srgbClr val="FFFFFF">
              <a:lumMod val="5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717184" y="3105199"/>
            <a:ext cx="721716" cy="717132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none" lIns="90000" tIns="46800" rIns="90000" bIns="4680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4844388" y="3886836"/>
            <a:ext cx="241962" cy="236510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7045903" y="3886836"/>
            <a:ext cx="241962" cy="236510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17956" y="3901292"/>
            <a:ext cx="3479247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Scaling the System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041240" y="4129874"/>
            <a:ext cx="3479247" cy="1993238"/>
          </a:xfrm>
          <a:prstGeom prst="snip2SameRect">
            <a:avLst>
              <a:gd name="adj1" fmla="val 0"/>
              <a:gd name="adj2" fmla="val 0"/>
            </a:avLst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Discuss the challenges associated with scaling the ReSearch framework to handle larger datasets and more complex tasks; this includes optimizing computational resources and managing latency issues.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5667" y="1399921"/>
            <a:ext cx="3757393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Ensuring Data Accuracy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475667" y="1778903"/>
            <a:ext cx="3757393" cy="1670073"/>
          </a:xfrm>
          <a:prstGeom prst="snip2SameRect">
            <a:avLst>
              <a:gd name="adj1" fmla="val 0"/>
              <a:gd name="adj2" fmla="val 0"/>
            </a:avLst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Highlight the difficulties in ensuring the accuracy and reliability of search results; this involves handling misinformation, biased sources, and data verification protocols.</a:t>
            </a:r>
          </a:p>
        </p:txBody>
      </p:sp>
      <p:sp>
        <p:nvSpPr>
          <p:cNvPr id="22" name="Freeform 22"/>
          <p:cNvSpPr/>
          <p:nvPr/>
        </p:nvSpPr>
        <p:spPr>
          <a:xfrm>
            <a:off x="5957061" y="1648310"/>
            <a:ext cx="241962" cy="236510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Addressing Challenges</a:t>
            </a:r>
          </a:p>
        </p:txBody>
      </p:sp>
      <p:sp>
        <p:nvSpPr>
          <p:cNvPr id="3" name="AutoShape 3"/>
          <p:cNvSpPr/>
          <p:nvPr/>
        </p:nvSpPr>
        <p:spPr>
          <a:xfrm>
            <a:off x="6477383" y="1718220"/>
            <a:ext cx="5049392" cy="1179450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Share insights into how data integration challenges were addressed; this includes employing standardized data formats, developing robust APIs, and utilizing real-time data pipelines.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77383" y="1337729"/>
            <a:ext cx="5049392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Streamlining Data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6477383" y="1718220"/>
            <a:ext cx="5049392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6" name="AutoShape 6"/>
          <p:cNvSpPr/>
          <p:nvPr/>
        </p:nvSpPr>
        <p:spPr>
          <a:xfrm>
            <a:off x="6477383" y="3496040"/>
            <a:ext cx="5049392" cy="1179450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Describe strategies for ensuring data accuracy, such as implementing fact-checking mechanisms, using source validation protocols, and incorporating user feedback loops for error correction.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383" y="3115549"/>
            <a:ext cx="5049392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Implementing Fact-Checking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>
            <a:off x="6477383" y="3496040"/>
            <a:ext cx="5049392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9" name="AutoShape 9"/>
          <p:cNvSpPr/>
          <p:nvPr/>
        </p:nvSpPr>
        <p:spPr>
          <a:xfrm>
            <a:off x="6477383" y="5273860"/>
            <a:ext cx="5049392" cy="1179450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Explain how the development team optimized the system for performance, including optimizing search algorithms, using caching strategies, and employing distributed computing architectures to handle larger workloads efficiently.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77383" y="4893369"/>
            <a:ext cx="5049392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Optimizing Performance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>
            <a:off x="6477383" y="5273860"/>
            <a:ext cx="5049392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2" name="Freeform 12"/>
          <p:cNvSpPr/>
          <p:nvPr/>
        </p:nvSpPr>
        <p:spPr>
          <a:xfrm>
            <a:off x="11046000" y="1134000"/>
            <a:ext cx="471197" cy="544464"/>
          </a:xfrm>
          <a:custGeom>
            <a:avLst/>
            <a:gdLst/>
            <a:ahLst/>
            <a:cxnLst/>
            <a:rect l="l" t="t" r="r" b="b"/>
            <a:pathLst>
              <a:path w="525077" h="606722">
                <a:moveTo>
                  <a:pt x="382817" y="436659"/>
                </a:moveTo>
                <a:cubicBezTo>
                  <a:pt x="397354" y="436659"/>
                  <a:pt x="409138" y="448428"/>
                  <a:pt x="409138" y="462945"/>
                </a:cubicBezTo>
                <a:cubicBezTo>
                  <a:pt x="409138" y="477462"/>
                  <a:pt x="397354" y="489231"/>
                  <a:pt x="382817" y="489231"/>
                </a:cubicBezTo>
                <a:cubicBezTo>
                  <a:pt x="368280" y="489231"/>
                  <a:pt x="356496" y="477462"/>
                  <a:pt x="356496" y="462945"/>
                </a:cubicBezTo>
                <a:cubicBezTo>
                  <a:pt x="356496" y="448428"/>
                  <a:pt x="368280" y="436659"/>
                  <a:pt x="382817" y="436659"/>
                </a:cubicBezTo>
                <a:close/>
                <a:moveTo>
                  <a:pt x="145718" y="436659"/>
                </a:moveTo>
                <a:cubicBezTo>
                  <a:pt x="160255" y="436659"/>
                  <a:pt x="172039" y="448428"/>
                  <a:pt x="172039" y="462945"/>
                </a:cubicBezTo>
                <a:cubicBezTo>
                  <a:pt x="172039" y="477462"/>
                  <a:pt x="160255" y="489231"/>
                  <a:pt x="145718" y="489231"/>
                </a:cubicBezTo>
                <a:cubicBezTo>
                  <a:pt x="131181" y="489231"/>
                  <a:pt x="119397" y="477462"/>
                  <a:pt x="119397" y="462945"/>
                </a:cubicBezTo>
                <a:cubicBezTo>
                  <a:pt x="119397" y="448428"/>
                  <a:pt x="131181" y="436659"/>
                  <a:pt x="145718" y="436659"/>
                </a:cubicBezTo>
                <a:close/>
                <a:moveTo>
                  <a:pt x="382817" y="122713"/>
                </a:moveTo>
                <a:cubicBezTo>
                  <a:pt x="397311" y="122713"/>
                  <a:pt x="409138" y="134534"/>
                  <a:pt x="409138" y="149020"/>
                </a:cubicBezTo>
                <a:lnTo>
                  <a:pt x="409138" y="359474"/>
                </a:lnTo>
                <a:cubicBezTo>
                  <a:pt x="409138" y="373961"/>
                  <a:pt x="397311" y="385781"/>
                  <a:pt x="382817" y="385781"/>
                </a:cubicBezTo>
                <a:cubicBezTo>
                  <a:pt x="368234" y="385781"/>
                  <a:pt x="356496" y="373961"/>
                  <a:pt x="356496" y="359474"/>
                </a:cubicBezTo>
                <a:lnTo>
                  <a:pt x="356496" y="149020"/>
                </a:lnTo>
                <a:cubicBezTo>
                  <a:pt x="356496" y="134534"/>
                  <a:pt x="368234" y="122713"/>
                  <a:pt x="382817" y="122713"/>
                </a:cubicBezTo>
                <a:close/>
                <a:moveTo>
                  <a:pt x="145718" y="122713"/>
                </a:moveTo>
                <a:cubicBezTo>
                  <a:pt x="160301" y="122713"/>
                  <a:pt x="172039" y="134534"/>
                  <a:pt x="172039" y="149020"/>
                </a:cubicBezTo>
                <a:lnTo>
                  <a:pt x="172039" y="359474"/>
                </a:lnTo>
                <a:cubicBezTo>
                  <a:pt x="172039" y="373961"/>
                  <a:pt x="160301" y="385781"/>
                  <a:pt x="145718" y="385781"/>
                </a:cubicBezTo>
                <a:cubicBezTo>
                  <a:pt x="131224" y="385781"/>
                  <a:pt x="119397" y="373961"/>
                  <a:pt x="119397" y="359474"/>
                </a:cubicBezTo>
                <a:lnTo>
                  <a:pt x="119397" y="149020"/>
                </a:lnTo>
                <a:cubicBezTo>
                  <a:pt x="119397" y="134534"/>
                  <a:pt x="131224" y="122713"/>
                  <a:pt x="145718" y="122713"/>
                </a:cubicBezTo>
                <a:close/>
                <a:moveTo>
                  <a:pt x="289731" y="52611"/>
                </a:moveTo>
                <a:lnTo>
                  <a:pt x="289731" y="554111"/>
                </a:lnTo>
                <a:lnTo>
                  <a:pt x="474163" y="554111"/>
                </a:lnTo>
                <a:lnTo>
                  <a:pt x="474163" y="52611"/>
                </a:lnTo>
                <a:close/>
                <a:moveTo>
                  <a:pt x="52695" y="52611"/>
                </a:moveTo>
                <a:lnTo>
                  <a:pt x="52695" y="554111"/>
                </a:lnTo>
                <a:lnTo>
                  <a:pt x="237037" y="554111"/>
                </a:lnTo>
                <a:lnTo>
                  <a:pt x="237037" y="52611"/>
                </a:lnTo>
                <a:close/>
                <a:moveTo>
                  <a:pt x="26347" y="0"/>
                </a:moveTo>
                <a:lnTo>
                  <a:pt x="498730" y="0"/>
                </a:lnTo>
                <a:cubicBezTo>
                  <a:pt x="513239" y="0"/>
                  <a:pt x="525077" y="11820"/>
                  <a:pt x="525077" y="26306"/>
                </a:cubicBezTo>
                <a:lnTo>
                  <a:pt x="525077" y="580416"/>
                </a:lnTo>
                <a:cubicBezTo>
                  <a:pt x="525077" y="594902"/>
                  <a:pt x="513328" y="606722"/>
                  <a:pt x="498730" y="606722"/>
                </a:cubicBezTo>
                <a:lnTo>
                  <a:pt x="26347" y="606722"/>
                </a:lnTo>
                <a:cubicBezTo>
                  <a:pt x="11749" y="606722"/>
                  <a:pt x="0" y="594902"/>
                  <a:pt x="0" y="580416"/>
                </a:cubicBezTo>
                <a:lnTo>
                  <a:pt x="0" y="26306"/>
                </a:lnTo>
                <a:cubicBezTo>
                  <a:pt x="0" y="11820"/>
                  <a:pt x="11749" y="0"/>
                  <a:pt x="2634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11046000" y="2911820"/>
            <a:ext cx="471197" cy="544464"/>
          </a:xfrm>
          <a:custGeom>
            <a:avLst/>
            <a:gdLst/>
            <a:ahLst/>
            <a:cxnLst/>
            <a:rect l="l" t="t" r="r" b="b"/>
            <a:pathLst>
              <a:path w="525077" h="606722">
                <a:moveTo>
                  <a:pt x="382817" y="436659"/>
                </a:moveTo>
                <a:cubicBezTo>
                  <a:pt x="397354" y="436659"/>
                  <a:pt x="409138" y="448428"/>
                  <a:pt x="409138" y="462945"/>
                </a:cubicBezTo>
                <a:cubicBezTo>
                  <a:pt x="409138" y="477462"/>
                  <a:pt x="397354" y="489231"/>
                  <a:pt x="382817" y="489231"/>
                </a:cubicBezTo>
                <a:cubicBezTo>
                  <a:pt x="368280" y="489231"/>
                  <a:pt x="356496" y="477462"/>
                  <a:pt x="356496" y="462945"/>
                </a:cubicBezTo>
                <a:cubicBezTo>
                  <a:pt x="356496" y="448428"/>
                  <a:pt x="368280" y="436659"/>
                  <a:pt x="382817" y="436659"/>
                </a:cubicBezTo>
                <a:close/>
                <a:moveTo>
                  <a:pt x="145718" y="436659"/>
                </a:moveTo>
                <a:cubicBezTo>
                  <a:pt x="160255" y="436659"/>
                  <a:pt x="172039" y="448428"/>
                  <a:pt x="172039" y="462945"/>
                </a:cubicBezTo>
                <a:cubicBezTo>
                  <a:pt x="172039" y="477462"/>
                  <a:pt x="160255" y="489231"/>
                  <a:pt x="145718" y="489231"/>
                </a:cubicBezTo>
                <a:cubicBezTo>
                  <a:pt x="131181" y="489231"/>
                  <a:pt x="119397" y="477462"/>
                  <a:pt x="119397" y="462945"/>
                </a:cubicBezTo>
                <a:cubicBezTo>
                  <a:pt x="119397" y="448428"/>
                  <a:pt x="131181" y="436659"/>
                  <a:pt x="145718" y="436659"/>
                </a:cubicBezTo>
                <a:close/>
                <a:moveTo>
                  <a:pt x="382817" y="122713"/>
                </a:moveTo>
                <a:cubicBezTo>
                  <a:pt x="397311" y="122713"/>
                  <a:pt x="409138" y="134534"/>
                  <a:pt x="409138" y="149020"/>
                </a:cubicBezTo>
                <a:lnTo>
                  <a:pt x="409138" y="359474"/>
                </a:lnTo>
                <a:cubicBezTo>
                  <a:pt x="409138" y="373961"/>
                  <a:pt x="397311" y="385781"/>
                  <a:pt x="382817" y="385781"/>
                </a:cubicBezTo>
                <a:cubicBezTo>
                  <a:pt x="368234" y="385781"/>
                  <a:pt x="356496" y="373961"/>
                  <a:pt x="356496" y="359474"/>
                </a:cubicBezTo>
                <a:lnTo>
                  <a:pt x="356496" y="149020"/>
                </a:lnTo>
                <a:cubicBezTo>
                  <a:pt x="356496" y="134534"/>
                  <a:pt x="368234" y="122713"/>
                  <a:pt x="382817" y="122713"/>
                </a:cubicBezTo>
                <a:close/>
                <a:moveTo>
                  <a:pt x="145718" y="122713"/>
                </a:moveTo>
                <a:cubicBezTo>
                  <a:pt x="160301" y="122713"/>
                  <a:pt x="172039" y="134534"/>
                  <a:pt x="172039" y="149020"/>
                </a:cubicBezTo>
                <a:lnTo>
                  <a:pt x="172039" y="359474"/>
                </a:lnTo>
                <a:cubicBezTo>
                  <a:pt x="172039" y="373961"/>
                  <a:pt x="160301" y="385781"/>
                  <a:pt x="145718" y="385781"/>
                </a:cubicBezTo>
                <a:cubicBezTo>
                  <a:pt x="131224" y="385781"/>
                  <a:pt x="119397" y="373961"/>
                  <a:pt x="119397" y="359474"/>
                </a:cubicBezTo>
                <a:lnTo>
                  <a:pt x="119397" y="149020"/>
                </a:lnTo>
                <a:cubicBezTo>
                  <a:pt x="119397" y="134534"/>
                  <a:pt x="131224" y="122713"/>
                  <a:pt x="145718" y="122713"/>
                </a:cubicBezTo>
                <a:close/>
                <a:moveTo>
                  <a:pt x="289731" y="52611"/>
                </a:moveTo>
                <a:lnTo>
                  <a:pt x="289731" y="554111"/>
                </a:lnTo>
                <a:lnTo>
                  <a:pt x="474163" y="554111"/>
                </a:lnTo>
                <a:lnTo>
                  <a:pt x="474163" y="52611"/>
                </a:lnTo>
                <a:close/>
                <a:moveTo>
                  <a:pt x="52695" y="52611"/>
                </a:moveTo>
                <a:lnTo>
                  <a:pt x="52695" y="554111"/>
                </a:lnTo>
                <a:lnTo>
                  <a:pt x="237037" y="554111"/>
                </a:lnTo>
                <a:lnTo>
                  <a:pt x="237037" y="52611"/>
                </a:lnTo>
                <a:close/>
                <a:moveTo>
                  <a:pt x="26347" y="0"/>
                </a:moveTo>
                <a:lnTo>
                  <a:pt x="498730" y="0"/>
                </a:lnTo>
                <a:cubicBezTo>
                  <a:pt x="513239" y="0"/>
                  <a:pt x="525077" y="11820"/>
                  <a:pt x="525077" y="26306"/>
                </a:cubicBezTo>
                <a:lnTo>
                  <a:pt x="525077" y="580416"/>
                </a:lnTo>
                <a:cubicBezTo>
                  <a:pt x="525077" y="594902"/>
                  <a:pt x="513328" y="606722"/>
                  <a:pt x="498730" y="606722"/>
                </a:cubicBezTo>
                <a:lnTo>
                  <a:pt x="26347" y="606722"/>
                </a:lnTo>
                <a:cubicBezTo>
                  <a:pt x="11749" y="606722"/>
                  <a:pt x="0" y="594902"/>
                  <a:pt x="0" y="580416"/>
                </a:cubicBezTo>
                <a:lnTo>
                  <a:pt x="0" y="26306"/>
                </a:lnTo>
                <a:cubicBezTo>
                  <a:pt x="0" y="11820"/>
                  <a:pt x="11749" y="0"/>
                  <a:pt x="26347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046000" y="4689640"/>
            <a:ext cx="471197" cy="544464"/>
          </a:xfrm>
          <a:custGeom>
            <a:avLst/>
            <a:gdLst/>
            <a:ahLst/>
            <a:cxnLst/>
            <a:rect l="l" t="t" r="r" b="b"/>
            <a:pathLst>
              <a:path w="525077" h="606722">
                <a:moveTo>
                  <a:pt x="382817" y="436659"/>
                </a:moveTo>
                <a:cubicBezTo>
                  <a:pt x="397354" y="436659"/>
                  <a:pt x="409138" y="448428"/>
                  <a:pt x="409138" y="462945"/>
                </a:cubicBezTo>
                <a:cubicBezTo>
                  <a:pt x="409138" y="477462"/>
                  <a:pt x="397354" y="489231"/>
                  <a:pt x="382817" y="489231"/>
                </a:cubicBezTo>
                <a:cubicBezTo>
                  <a:pt x="368280" y="489231"/>
                  <a:pt x="356496" y="477462"/>
                  <a:pt x="356496" y="462945"/>
                </a:cubicBezTo>
                <a:cubicBezTo>
                  <a:pt x="356496" y="448428"/>
                  <a:pt x="368280" y="436659"/>
                  <a:pt x="382817" y="436659"/>
                </a:cubicBezTo>
                <a:close/>
                <a:moveTo>
                  <a:pt x="145718" y="436659"/>
                </a:moveTo>
                <a:cubicBezTo>
                  <a:pt x="160255" y="436659"/>
                  <a:pt x="172039" y="448428"/>
                  <a:pt x="172039" y="462945"/>
                </a:cubicBezTo>
                <a:cubicBezTo>
                  <a:pt x="172039" y="477462"/>
                  <a:pt x="160255" y="489231"/>
                  <a:pt x="145718" y="489231"/>
                </a:cubicBezTo>
                <a:cubicBezTo>
                  <a:pt x="131181" y="489231"/>
                  <a:pt x="119397" y="477462"/>
                  <a:pt x="119397" y="462945"/>
                </a:cubicBezTo>
                <a:cubicBezTo>
                  <a:pt x="119397" y="448428"/>
                  <a:pt x="131181" y="436659"/>
                  <a:pt x="145718" y="436659"/>
                </a:cubicBezTo>
                <a:close/>
                <a:moveTo>
                  <a:pt x="382817" y="122713"/>
                </a:moveTo>
                <a:cubicBezTo>
                  <a:pt x="397311" y="122713"/>
                  <a:pt x="409138" y="134534"/>
                  <a:pt x="409138" y="149020"/>
                </a:cubicBezTo>
                <a:lnTo>
                  <a:pt x="409138" y="359474"/>
                </a:lnTo>
                <a:cubicBezTo>
                  <a:pt x="409138" y="373961"/>
                  <a:pt x="397311" y="385781"/>
                  <a:pt x="382817" y="385781"/>
                </a:cubicBezTo>
                <a:cubicBezTo>
                  <a:pt x="368234" y="385781"/>
                  <a:pt x="356496" y="373961"/>
                  <a:pt x="356496" y="359474"/>
                </a:cubicBezTo>
                <a:lnTo>
                  <a:pt x="356496" y="149020"/>
                </a:lnTo>
                <a:cubicBezTo>
                  <a:pt x="356496" y="134534"/>
                  <a:pt x="368234" y="122713"/>
                  <a:pt x="382817" y="122713"/>
                </a:cubicBezTo>
                <a:close/>
                <a:moveTo>
                  <a:pt x="145718" y="122713"/>
                </a:moveTo>
                <a:cubicBezTo>
                  <a:pt x="160301" y="122713"/>
                  <a:pt x="172039" y="134534"/>
                  <a:pt x="172039" y="149020"/>
                </a:cubicBezTo>
                <a:lnTo>
                  <a:pt x="172039" y="359474"/>
                </a:lnTo>
                <a:cubicBezTo>
                  <a:pt x="172039" y="373961"/>
                  <a:pt x="160301" y="385781"/>
                  <a:pt x="145718" y="385781"/>
                </a:cubicBezTo>
                <a:cubicBezTo>
                  <a:pt x="131224" y="385781"/>
                  <a:pt x="119397" y="373961"/>
                  <a:pt x="119397" y="359474"/>
                </a:cubicBezTo>
                <a:lnTo>
                  <a:pt x="119397" y="149020"/>
                </a:lnTo>
                <a:cubicBezTo>
                  <a:pt x="119397" y="134534"/>
                  <a:pt x="131224" y="122713"/>
                  <a:pt x="145718" y="122713"/>
                </a:cubicBezTo>
                <a:close/>
                <a:moveTo>
                  <a:pt x="289731" y="52611"/>
                </a:moveTo>
                <a:lnTo>
                  <a:pt x="289731" y="554111"/>
                </a:lnTo>
                <a:lnTo>
                  <a:pt x="474163" y="554111"/>
                </a:lnTo>
                <a:lnTo>
                  <a:pt x="474163" y="52611"/>
                </a:lnTo>
                <a:close/>
                <a:moveTo>
                  <a:pt x="52695" y="52611"/>
                </a:moveTo>
                <a:lnTo>
                  <a:pt x="52695" y="554111"/>
                </a:lnTo>
                <a:lnTo>
                  <a:pt x="237037" y="554111"/>
                </a:lnTo>
                <a:lnTo>
                  <a:pt x="237037" y="52611"/>
                </a:lnTo>
                <a:close/>
                <a:moveTo>
                  <a:pt x="26347" y="0"/>
                </a:moveTo>
                <a:lnTo>
                  <a:pt x="498730" y="0"/>
                </a:lnTo>
                <a:cubicBezTo>
                  <a:pt x="513239" y="0"/>
                  <a:pt x="525077" y="11820"/>
                  <a:pt x="525077" y="26306"/>
                </a:cubicBezTo>
                <a:lnTo>
                  <a:pt x="525077" y="580416"/>
                </a:lnTo>
                <a:cubicBezTo>
                  <a:pt x="525077" y="594902"/>
                  <a:pt x="513328" y="606722"/>
                  <a:pt x="498730" y="606722"/>
                </a:cubicBezTo>
                <a:lnTo>
                  <a:pt x="26347" y="606722"/>
                </a:lnTo>
                <a:cubicBezTo>
                  <a:pt x="11749" y="606722"/>
                  <a:pt x="0" y="594902"/>
                  <a:pt x="0" y="580416"/>
                </a:cubicBezTo>
                <a:lnTo>
                  <a:pt x="0" y="26306"/>
                </a:lnTo>
                <a:cubicBezTo>
                  <a:pt x="0" y="11820"/>
                  <a:pt x="11749" y="0"/>
                  <a:pt x="2634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cxnSp>
        <p:nvCxnSpPr>
          <p:cNvPr id="15" name="Connector 15"/>
          <p:cNvCxnSpPr/>
          <p:nvPr/>
        </p:nvCxnSpPr>
        <p:spPr>
          <a:xfrm>
            <a:off x="5646000" y="1134847"/>
            <a:ext cx="0" cy="5008778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grpSp>
        <p:nvGrpSpPr>
          <p:cNvPr id="16" name="Group 16"/>
          <p:cNvGrpSpPr/>
          <p:nvPr/>
        </p:nvGrpSpPr>
        <p:grpSpPr>
          <a:xfrm>
            <a:off x="1757032" y="2255426"/>
            <a:ext cx="2280671" cy="1964149"/>
            <a:chOff x="1418003" y="2245901"/>
            <a:chExt cx="2606522" cy="2244777"/>
          </a:xfrm>
        </p:grpSpPr>
        <p:grpSp>
          <p:nvGrpSpPr>
            <p:cNvPr id="17" name="Group 17"/>
            <p:cNvGrpSpPr/>
            <p:nvPr/>
          </p:nvGrpSpPr>
          <p:grpSpPr>
            <a:xfrm>
              <a:off x="1525623" y="2245901"/>
              <a:ext cx="2498902" cy="2244777"/>
              <a:chOff x="1482548" y="2052795"/>
              <a:chExt cx="2894188" cy="2599864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3964940" y="3730959"/>
                <a:ext cx="232361" cy="36145"/>
              </a:xfrm>
              <a:prstGeom prst="rect">
                <a:avLst/>
              </a:prstGeom>
              <a:solidFill>
                <a:srgbClr val="FBAF42"/>
              </a:solidFill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1482548" y="2052795"/>
                <a:ext cx="2894188" cy="2599864"/>
                <a:chOff x="1482548" y="1433670"/>
                <a:chExt cx="2894188" cy="2599864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3102622" y="1433670"/>
                  <a:ext cx="1049498" cy="28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" h="223">
                      <a:moveTo>
                        <a:pt x="769" y="98"/>
                      </a:moveTo>
                      <a:cubicBezTo>
                        <a:pt x="58" y="219"/>
                        <a:pt x="58" y="219"/>
                        <a:pt x="58" y="219"/>
                      </a:cubicBezTo>
                      <a:cubicBezTo>
                        <a:pt x="33" y="223"/>
                        <a:pt x="8" y="206"/>
                        <a:pt x="4" y="180"/>
                      </a:cubicBezTo>
                      <a:cubicBezTo>
                        <a:pt x="4" y="180"/>
                        <a:pt x="4" y="180"/>
                        <a:pt x="4" y="180"/>
                      </a:cubicBezTo>
                      <a:cubicBezTo>
                        <a:pt x="0" y="154"/>
                        <a:pt x="17" y="129"/>
                        <a:pt x="43" y="125"/>
                      </a:cubicBezTo>
                      <a:cubicBezTo>
                        <a:pt x="754" y="4"/>
                        <a:pt x="754" y="4"/>
                        <a:pt x="754" y="4"/>
                      </a:cubicBezTo>
                      <a:cubicBezTo>
                        <a:pt x="779" y="0"/>
                        <a:pt x="804" y="17"/>
                        <a:pt x="808" y="43"/>
                      </a:cubicBezTo>
                      <a:cubicBezTo>
                        <a:pt x="808" y="43"/>
                        <a:pt x="808" y="43"/>
                        <a:pt x="808" y="43"/>
                      </a:cubicBezTo>
                      <a:cubicBezTo>
                        <a:pt x="813" y="69"/>
                        <a:pt x="795" y="94"/>
                        <a:pt x="769" y="98"/>
                      </a:cubicBezTo>
                      <a:close/>
                    </a:path>
                  </a:pathLst>
                </a:custGeom>
                <a:solidFill>
                  <a:srgbClr val="FBAF40"/>
                </a:solidFill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1" name="Freeform 21"/>
                <p:cNvSpPr/>
                <p:nvPr/>
              </p:nvSpPr>
              <p:spPr>
                <a:xfrm>
                  <a:off x="4020448" y="1494342"/>
                  <a:ext cx="121344" cy="13154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1019">
                      <a:moveTo>
                        <a:pt x="94" y="0"/>
                      </a:moveTo>
                      <a:cubicBezTo>
                        <a:pt x="94" y="980"/>
                        <a:pt x="94" y="980"/>
                        <a:pt x="94" y="980"/>
                      </a:cubicBezTo>
                      <a:cubicBezTo>
                        <a:pt x="94" y="1002"/>
                        <a:pt x="76" y="1019"/>
                        <a:pt x="55" y="1019"/>
                      </a:cubicBezTo>
                      <a:cubicBezTo>
                        <a:pt x="39" y="1019"/>
                        <a:pt x="39" y="1019"/>
                        <a:pt x="39" y="1019"/>
                      </a:cubicBezTo>
                      <a:cubicBezTo>
                        <a:pt x="17" y="1019"/>
                        <a:pt x="0" y="1002"/>
                        <a:pt x="0" y="98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rgbClr val="FBAF40"/>
                </a:solidFill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3935249" y="2853655"/>
                  <a:ext cx="290452" cy="129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100">
                      <a:moveTo>
                        <a:pt x="225" y="100"/>
                      </a:moveTo>
                      <a:cubicBezTo>
                        <a:pt x="218" y="43"/>
                        <a:pt x="171" y="0"/>
                        <a:pt x="113" y="0"/>
                      </a:cubicBezTo>
                      <a:cubicBezTo>
                        <a:pt x="55" y="0"/>
                        <a:pt x="7" y="43"/>
                        <a:pt x="0" y="100"/>
                      </a:cubicBezTo>
                      <a:lnTo>
                        <a:pt x="225" y="100"/>
                      </a:lnTo>
                      <a:close/>
                    </a:path>
                  </a:pathLst>
                </a:custGeom>
                <a:solidFill>
                  <a:srgbClr val="FBAF42"/>
                </a:solidFill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3" name="AutoShape 23"/>
                <p:cNvSpPr/>
                <p:nvPr/>
              </p:nvSpPr>
              <p:spPr>
                <a:xfrm>
                  <a:off x="3964940" y="3049871"/>
                  <a:ext cx="232361" cy="36145"/>
                </a:xfrm>
                <a:prstGeom prst="rect">
                  <a:avLst/>
                </a:prstGeom>
                <a:solidFill>
                  <a:srgbClr val="FBAF42"/>
                </a:solidFill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4" name="AutoShape 24"/>
                <p:cNvSpPr/>
                <p:nvPr/>
              </p:nvSpPr>
              <p:spPr>
                <a:xfrm>
                  <a:off x="3983013" y="3209942"/>
                  <a:ext cx="37436" cy="823592"/>
                </a:xfrm>
                <a:prstGeom prst="rect">
                  <a:avLst/>
                </a:prstGeom>
                <a:solidFill>
                  <a:srgbClr val="FBAF42"/>
                </a:solidFill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5" name="AutoShape 25"/>
                <p:cNvSpPr/>
                <p:nvPr/>
              </p:nvSpPr>
              <p:spPr>
                <a:xfrm>
                  <a:off x="4063048" y="3209942"/>
                  <a:ext cx="36145" cy="706120"/>
                </a:xfrm>
                <a:prstGeom prst="rect">
                  <a:avLst/>
                </a:prstGeom>
                <a:solidFill>
                  <a:srgbClr val="FBAF42"/>
                </a:solidFill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6" name="AutoShape 26"/>
                <p:cNvSpPr/>
                <p:nvPr/>
              </p:nvSpPr>
              <p:spPr>
                <a:xfrm>
                  <a:off x="4141792" y="3209942"/>
                  <a:ext cx="36145" cy="601558"/>
                </a:xfrm>
                <a:prstGeom prst="rect">
                  <a:avLst/>
                </a:prstGeom>
                <a:solidFill>
                  <a:srgbClr val="FBAF42"/>
                </a:solidFill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7" name="Freeform 27"/>
                <p:cNvSpPr/>
                <p:nvPr/>
              </p:nvSpPr>
              <p:spPr>
                <a:xfrm>
                  <a:off x="1482548" y="1715085"/>
                  <a:ext cx="2464320" cy="535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0" h="415">
                      <a:moveTo>
                        <a:pt x="1910" y="0"/>
                      </a:moveTo>
                      <a:cubicBezTo>
                        <a:pt x="43" y="316"/>
                        <a:pt x="43" y="316"/>
                        <a:pt x="43" y="316"/>
                      </a:cubicBezTo>
                      <a:cubicBezTo>
                        <a:pt x="17" y="321"/>
                        <a:pt x="0" y="345"/>
                        <a:pt x="4" y="371"/>
                      </a:cubicBezTo>
                      <a:cubicBezTo>
                        <a:pt x="4" y="371"/>
                        <a:pt x="4" y="371"/>
                        <a:pt x="4" y="371"/>
                      </a:cubicBezTo>
                      <a:cubicBezTo>
                        <a:pt x="8" y="397"/>
                        <a:pt x="33" y="415"/>
                        <a:pt x="58" y="410"/>
                      </a:cubicBezTo>
                      <a:cubicBezTo>
                        <a:pt x="1910" y="96"/>
                        <a:pt x="1910" y="96"/>
                        <a:pt x="1910" y="96"/>
                      </a:cubicBezTo>
                      <a:lnTo>
                        <a:pt x="1910" y="0"/>
                      </a:lnTo>
                      <a:close/>
                    </a:path>
                  </a:pathLst>
                </a:custGeom>
                <a:solidFill>
                  <a:srgbClr val="015CC1"/>
                </a:solidFill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8" name="Freeform 28"/>
                <p:cNvSpPr/>
                <p:nvPr/>
              </p:nvSpPr>
              <p:spPr>
                <a:xfrm>
                  <a:off x="4215374" y="1649249"/>
                  <a:ext cx="161362" cy="144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112">
                      <a:moveTo>
                        <a:pt x="121" y="43"/>
                      </a:moveTo>
                      <a:cubicBezTo>
                        <a:pt x="117" y="17"/>
                        <a:pt x="92" y="0"/>
                        <a:pt x="67" y="4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82" y="98"/>
                        <a:pt x="82" y="98"/>
                        <a:pt x="82" y="98"/>
                      </a:cubicBezTo>
                      <a:cubicBezTo>
                        <a:pt x="108" y="93"/>
                        <a:pt x="125" y="69"/>
                        <a:pt x="121" y="43"/>
                      </a:cubicBezTo>
                      <a:close/>
                    </a:path>
                  </a:pathLst>
                </a:custGeom>
                <a:solidFill>
                  <a:srgbClr val="015CC1"/>
                </a:solidFill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2683080" y="1588578"/>
                  <a:ext cx="361451" cy="207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161">
                      <a:moveTo>
                        <a:pt x="280" y="111"/>
                      </a:moveTo>
                      <a:cubicBezTo>
                        <a:pt x="260" y="43"/>
                        <a:pt x="191" y="0"/>
                        <a:pt x="120" y="13"/>
                      </a:cubicBezTo>
                      <a:cubicBezTo>
                        <a:pt x="49" y="25"/>
                        <a:pt x="0" y="90"/>
                        <a:pt x="3" y="161"/>
                      </a:cubicBezTo>
                      <a:lnTo>
                        <a:pt x="280" y="111"/>
                      </a:lnTo>
                      <a:close/>
                    </a:path>
                  </a:pathLst>
                </a:custGeom>
                <a:solidFill>
                  <a:srgbClr val="0164C5"/>
                </a:solidFill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2169304" y="2005536"/>
                  <a:ext cx="1351568" cy="436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8" h="338">
                      <a:moveTo>
                        <a:pt x="996" y="166"/>
                      </a:moveTo>
                      <a:cubicBezTo>
                        <a:pt x="996" y="96"/>
                        <a:pt x="1016" y="34"/>
                        <a:pt x="1046" y="0"/>
                      </a:cubicBezTo>
                      <a:cubicBezTo>
                        <a:pt x="1007" y="5"/>
                        <a:pt x="21" y="167"/>
                        <a:pt x="0" y="171"/>
                      </a:cubicBezTo>
                      <a:cubicBezTo>
                        <a:pt x="25" y="188"/>
                        <a:pt x="42" y="219"/>
                        <a:pt x="42" y="254"/>
                      </a:cubicBezTo>
                      <a:cubicBezTo>
                        <a:pt x="42" y="290"/>
                        <a:pt x="25" y="320"/>
                        <a:pt x="0" y="338"/>
                      </a:cubicBezTo>
                      <a:cubicBezTo>
                        <a:pt x="1047" y="338"/>
                        <a:pt x="1047" y="338"/>
                        <a:pt x="1047" y="338"/>
                      </a:cubicBezTo>
                      <a:cubicBezTo>
                        <a:pt x="1047" y="338"/>
                        <a:pt x="1047" y="336"/>
                        <a:pt x="1048" y="334"/>
                      </a:cubicBezTo>
                      <a:cubicBezTo>
                        <a:pt x="1016" y="300"/>
                        <a:pt x="996" y="238"/>
                        <a:pt x="996" y="166"/>
                      </a:cubicBezTo>
                      <a:close/>
                    </a:path>
                  </a:pathLst>
                </a:custGeom>
                <a:solidFill>
                  <a:srgbClr val="0164C5"/>
                </a:solidFill>
              </p:spPr>
              <p:txBody>
                <a:bodyPr vert="horz" lIns="91440" tIns="45720" rIns="91440" bIns="45720" anchor="ctr">
                  <a:normAutofit fontScale="92500" lnSpcReduction="10000"/>
                </a:bodyPr>
                <a:lstStyle/>
                <a:p>
                  <a:pPr marL="0" algn="ctr"/>
                  <a:endParaRPr/>
                </a:p>
              </p:txBody>
            </p:sp>
          </p:grpSp>
        </p:grpSp>
        <p:grpSp>
          <p:nvGrpSpPr>
            <p:cNvPr id="31" name="Group 31"/>
            <p:cNvGrpSpPr/>
            <p:nvPr/>
          </p:nvGrpSpPr>
          <p:grpSpPr>
            <a:xfrm>
              <a:off x="1418003" y="3176379"/>
              <a:ext cx="2204849" cy="1077999"/>
              <a:chOff x="1418003" y="3176379"/>
              <a:chExt cx="2204849" cy="107799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418003" y="3731565"/>
                <a:ext cx="2204849" cy="522813"/>
              </a:xfrm>
              <a:custGeom>
                <a:avLst/>
                <a:gdLst/>
                <a:ahLst/>
                <a:cxnLst/>
                <a:rect l="l" t="t" r="r" b="b"/>
                <a:pathLst>
                  <a:path w="1709" h="405">
                    <a:moveTo>
                      <a:pt x="1684" y="344"/>
                    </a:moveTo>
                    <a:cubicBezTo>
                      <a:pt x="1682" y="344"/>
                      <a:pt x="1682" y="344"/>
                      <a:pt x="1682" y="344"/>
                    </a:cubicBezTo>
                    <a:cubicBezTo>
                      <a:pt x="871" y="344"/>
                      <a:pt x="871" y="344"/>
                      <a:pt x="871" y="344"/>
                    </a:cubicBezTo>
                    <a:cubicBezTo>
                      <a:pt x="854" y="344"/>
                      <a:pt x="854" y="344"/>
                      <a:pt x="854" y="344"/>
                    </a:cubicBezTo>
                    <a:cubicBezTo>
                      <a:pt x="807" y="344"/>
                      <a:pt x="768" y="296"/>
                      <a:pt x="768" y="237"/>
                    </a:cubicBezTo>
                    <a:cubicBezTo>
                      <a:pt x="768" y="168"/>
                      <a:pt x="768" y="168"/>
                      <a:pt x="768" y="168"/>
                    </a:cubicBezTo>
                    <a:cubicBezTo>
                      <a:pt x="768" y="109"/>
                      <a:pt x="807" y="61"/>
                      <a:pt x="854" y="61"/>
                    </a:cubicBezTo>
                    <a:cubicBezTo>
                      <a:pt x="871" y="61"/>
                      <a:pt x="871" y="61"/>
                      <a:pt x="871" y="61"/>
                    </a:cubicBezTo>
                    <a:cubicBezTo>
                      <a:pt x="1682" y="61"/>
                      <a:pt x="1682" y="61"/>
                      <a:pt x="1682" y="61"/>
                    </a:cubicBezTo>
                    <a:cubicBezTo>
                      <a:pt x="1684" y="61"/>
                      <a:pt x="1684" y="61"/>
                      <a:pt x="1684" y="61"/>
                    </a:cubicBezTo>
                    <a:cubicBezTo>
                      <a:pt x="1698" y="61"/>
                      <a:pt x="1709" y="47"/>
                      <a:pt x="1709" y="31"/>
                    </a:cubicBezTo>
                    <a:cubicBezTo>
                      <a:pt x="1709" y="14"/>
                      <a:pt x="1698" y="0"/>
                      <a:pt x="1684" y="0"/>
                    </a:cubicBezTo>
                    <a:cubicBezTo>
                      <a:pt x="1625" y="0"/>
                      <a:pt x="1625" y="0"/>
                      <a:pt x="1625" y="0"/>
                    </a:cubicBezTo>
                    <a:cubicBezTo>
                      <a:pt x="871" y="0"/>
                      <a:pt x="871" y="0"/>
                      <a:pt x="87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26" y="0"/>
                      <a:pt x="0" y="32"/>
                      <a:pt x="0" y="71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73"/>
                      <a:pt x="26" y="405"/>
                      <a:pt x="58" y="405"/>
                    </a:cubicBezTo>
                    <a:cubicBezTo>
                      <a:pt x="871" y="405"/>
                      <a:pt x="871" y="405"/>
                      <a:pt x="871" y="405"/>
                    </a:cubicBezTo>
                    <a:cubicBezTo>
                      <a:pt x="1625" y="405"/>
                      <a:pt x="1625" y="405"/>
                      <a:pt x="1625" y="405"/>
                    </a:cubicBezTo>
                    <a:cubicBezTo>
                      <a:pt x="1684" y="405"/>
                      <a:pt x="1684" y="405"/>
                      <a:pt x="1684" y="405"/>
                    </a:cubicBezTo>
                    <a:cubicBezTo>
                      <a:pt x="1698" y="405"/>
                      <a:pt x="1709" y="391"/>
                      <a:pt x="1709" y="374"/>
                    </a:cubicBezTo>
                    <a:cubicBezTo>
                      <a:pt x="1709" y="358"/>
                      <a:pt x="1698" y="344"/>
                      <a:pt x="1684" y="344"/>
                    </a:cubicBezTo>
                    <a:close/>
                  </a:path>
                </a:pathLst>
              </a:custGeom>
              <a:solidFill>
                <a:srgbClr val="00A6EC"/>
              </a:solidFill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1562583" y="3825800"/>
                <a:ext cx="105854" cy="339506"/>
              </a:xfrm>
              <a:custGeom>
                <a:avLst/>
                <a:gdLst/>
                <a:ahLst/>
                <a:cxnLst/>
                <a:rect l="l" t="t" r="r" b="b"/>
                <a:pathLst>
                  <a:path w="82" h="263">
                    <a:moveTo>
                      <a:pt x="41" y="263"/>
                    </a:moveTo>
                    <a:cubicBezTo>
                      <a:pt x="41" y="263"/>
                      <a:pt x="41" y="263"/>
                      <a:pt x="41" y="263"/>
                    </a:cubicBezTo>
                    <a:cubicBezTo>
                      <a:pt x="18" y="263"/>
                      <a:pt x="0" y="244"/>
                      <a:pt x="0" y="222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8"/>
                      <a:pt x="18" y="0"/>
                      <a:pt x="41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63" y="0"/>
                      <a:pt x="82" y="18"/>
                      <a:pt x="82" y="41"/>
                    </a:cubicBezTo>
                    <a:cubicBezTo>
                      <a:pt x="82" y="222"/>
                      <a:pt x="82" y="222"/>
                      <a:pt x="82" y="222"/>
                    </a:cubicBezTo>
                    <a:cubicBezTo>
                      <a:pt x="82" y="244"/>
                      <a:pt x="63" y="263"/>
                      <a:pt x="41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2171886" y="3823218"/>
                <a:ext cx="105854" cy="339506"/>
              </a:xfrm>
              <a:custGeom>
                <a:avLst/>
                <a:gdLst/>
                <a:ahLst/>
                <a:cxnLst/>
                <a:rect l="l" t="t" r="r" b="b"/>
                <a:pathLst>
                  <a:path w="82" h="263">
                    <a:moveTo>
                      <a:pt x="41" y="263"/>
                    </a:moveTo>
                    <a:cubicBezTo>
                      <a:pt x="41" y="263"/>
                      <a:pt x="41" y="263"/>
                      <a:pt x="41" y="263"/>
                    </a:cubicBezTo>
                    <a:cubicBezTo>
                      <a:pt x="18" y="263"/>
                      <a:pt x="0" y="244"/>
                      <a:pt x="0" y="222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8"/>
                      <a:pt x="18" y="0"/>
                      <a:pt x="41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64" y="0"/>
                      <a:pt x="82" y="18"/>
                      <a:pt x="82" y="41"/>
                    </a:cubicBezTo>
                    <a:cubicBezTo>
                      <a:pt x="82" y="222"/>
                      <a:pt x="82" y="222"/>
                      <a:pt x="82" y="222"/>
                    </a:cubicBezTo>
                    <a:cubicBezTo>
                      <a:pt x="82" y="244"/>
                      <a:pt x="64" y="263"/>
                      <a:pt x="41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5" name="AutoShape 35"/>
              <p:cNvSpPr/>
              <p:nvPr/>
            </p:nvSpPr>
            <p:spPr>
              <a:xfrm>
                <a:off x="2508810" y="3909709"/>
                <a:ext cx="1008190" cy="36145"/>
              </a:xfrm>
              <a:prstGeom prst="rect">
                <a:avLst/>
              </a:prstGeom>
              <a:solidFill>
                <a:srgbClr val="79D1F4"/>
              </a:solidFill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6" name="AutoShape 36"/>
              <p:cNvSpPr/>
              <p:nvPr/>
            </p:nvSpPr>
            <p:spPr>
              <a:xfrm>
                <a:off x="2508810" y="4040089"/>
                <a:ext cx="1008190" cy="36145"/>
              </a:xfrm>
              <a:prstGeom prst="rect">
                <a:avLst/>
              </a:prstGeom>
              <a:solidFill>
                <a:srgbClr val="79D1F4"/>
              </a:solidFill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7" name="AutoShape 37"/>
              <p:cNvSpPr/>
              <p:nvPr/>
            </p:nvSpPr>
            <p:spPr>
              <a:xfrm>
                <a:off x="2508810" y="3974254"/>
                <a:ext cx="944936" cy="37436"/>
              </a:xfrm>
              <a:prstGeom prst="rect">
                <a:avLst/>
              </a:prstGeom>
              <a:solidFill>
                <a:srgbClr val="79D1F4"/>
              </a:solidFill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1418003" y="3176379"/>
                <a:ext cx="2204849" cy="522813"/>
              </a:xfrm>
              <a:custGeom>
                <a:avLst/>
                <a:gdLst/>
                <a:ahLst/>
                <a:cxnLst/>
                <a:rect l="l" t="t" r="r" b="b"/>
                <a:pathLst>
                  <a:path w="1709" h="405">
                    <a:moveTo>
                      <a:pt x="1679" y="344"/>
                    </a:moveTo>
                    <a:cubicBezTo>
                      <a:pt x="1676" y="344"/>
                      <a:pt x="1676" y="344"/>
                      <a:pt x="1676" y="344"/>
                    </a:cubicBezTo>
                    <a:cubicBezTo>
                      <a:pt x="981" y="344"/>
                      <a:pt x="981" y="344"/>
                      <a:pt x="981" y="344"/>
                    </a:cubicBezTo>
                    <a:cubicBezTo>
                      <a:pt x="961" y="344"/>
                      <a:pt x="961" y="344"/>
                      <a:pt x="961" y="344"/>
                    </a:cubicBezTo>
                    <a:cubicBezTo>
                      <a:pt x="902" y="344"/>
                      <a:pt x="855" y="296"/>
                      <a:pt x="855" y="237"/>
                    </a:cubicBezTo>
                    <a:cubicBezTo>
                      <a:pt x="855" y="168"/>
                      <a:pt x="855" y="168"/>
                      <a:pt x="855" y="168"/>
                    </a:cubicBezTo>
                    <a:cubicBezTo>
                      <a:pt x="855" y="109"/>
                      <a:pt x="902" y="61"/>
                      <a:pt x="961" y="61"/>
                    </a:cubicBezTo>
                    <a:cubicBezTo>
                      <a:pt x="981" y="61"/>
                      <a:pt x="981" y="61"/>
                      <a:pt x="981" y="61"/>
                    </a:cubicBezTo>
                    <a:cubicBezTo>
                      <a:pt x="1676" y="61"/>
                      <a:pt x="1676" y="61"/>
                      <a:pt x="1676" y="61"/>
                    </a:cubicBezTo>
                    <a:cubicBezTo>
                      <a:pt x="1679" y="61"/>
                      <a:pt x="1679" y="61"/>
                      <a:pt x="1679" y="61"/>
                    </a:cubicBezTo>
                    <a:cubicBezTo>
                      <a:pt x="1695" y="61"/>
                      <a:pt x="1709" y="47"/>
                      <a:pt x="1709" y="31"/>
                    </a:cubicBezTo>
                    <a:cubicBezTo>
                      <a:pt x="1709" y="14"/>
                      <a:pt x="1695" y="0"/>
                      <a:pt x="1679" y="0"/>
                    </a:cubicBezTo>
                    <a:cubicBezTo>
                      <a:pt x="1606" y="0"/>
                      <a:pt x="1606" y="0"/>
                      <a:pt x="1606" y="0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32" y="0"/>
                      <a:pt x="0" y="32"/>
                      <a:pt x="0" y="72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373"/>
                      <a:pt x="32" y="405"/>
                      <a:pt x="71" y="405"/>
                    </a:cubicBezTo>
                    <a:cubicBezTo>
                      <a:pt x="981" y="405"/>
                      <a:pt x="981" y="405"/>
                      <a:pt x="981" y="405"/>
                    </a:cubicBezTo>
                    <a:cubicBezTo>
                      <a:pt x="1606" y="405"/>
                      <a:pt x="1606" y="405"/>
                      <a:pt x="1606" y="405"/>
                    </a:cubicBezTo>
                    <a:cubicBezTo>
                      <a:pt x="1679" y="405"/>
                      <a:pt x="1679" y="405"/>
                      <a:pt x="1679" y="405"/>
                    </a:cubicBezTo>
                    <a:cubicBezTo>
                      <a:pt x="1695" y="405"/>
                      <a:pt x="1709" y="391"/>
                      <a:pt x="1709" y="375"/>
                    </a:cubicBezTo>
                    <a:cubicBezTo>
                      <a:pt x="1709" y="358"/>
                      <a:pt x="1695" y="344"/>
                      <a:pt x="1679" y="344"/>
                    </a:cubicBezTo>
                    <a:close/>
                  </a:path>
                </a:pathLst>
              </a:custGeom>
              <a:solidFill>
                <a:srgbClr val="FBAF42"/>
              </a:solidFill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1510948" y="3268032"/>
                <a:ext cx="42600" cy="339506"/>
              </a:xfrm>
              <a:custGeom>
                <a:avLst/>
                <a:gdLst/>
                <a:ahLst/>
                <a:cxnLst/>
                <a:rect l="l" t="t" r="r" b="b"/>
                <a:pathLst>
                  <a:path w="33" h="263">
                    <a:moveTo>
                      <a:pt x="20" y="263"/>
                    </a:moveTo>
                    <a:cubicBezTo>
                      <a:pt x="13" y="263"/>
                      <a:pt x="13" y="263"/>
                      <a:pt x="13" y="263"/>
                    </a:cubicBezTo>
                    <a:cubicBezTo>
                      <a:pt x="6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0"/>
                      <a:pt x="33" y="6"/>
                      <a:pt x="33" y="13"/>
                    </a:cubicBezTo>
                    <a:cubicBezTo>
                      <a:pt x="33" y="251"/>
                      <a:pt x="33" y="251"/>
                      <a:pt x="33" y="251"/>
                    </a:cubicBezTo>
                    <a:cubicBezTo>
                      <a:pt x="33" y="258"/>
                      <a:pt x="27" y="263"/>
                      <a:pt x="20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1600020" y="3268032"/>
                <a:ext cx="41309" cy="339506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3">
                    <a:moveTo>
                      <a:pt x="19" y="263"/>
                    </a:moveTo>
                    <a:cubicBezTo>
                      <a:pt x="12" y="263"/>
                      <a:pt x="12" y="263"/>
                      <a:pt x="12" y="263"/>
                    </a:cubicBezTo>
                    <a:cubicBezTo>
                      <a:pt x="5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6" y="0"/>
                      <a:pt x="32" y="6"/>
                      <a:pt x="32" y="13"/>
                    </a:cubicBezTo>
                    <a:cubicBezTo>
                      <a:pt x="32" y="251"/>
                      <a:pt x="32" y="251"/>
                      <a:pt x="32" y="251"/>
                    </a:cubicBezTo>
                    <a:cubicBezTo>
                      <a:pt x="32" y="258"/>
                      <a:pt x="26" y="263"/>
                      <a:pt x="19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1687801" y="3268032"/>
                <a:ext cx="41309" cy="339506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3">
                    <a:moveTo>
                      <a:pt x="20" y="263"/>
                    </a:moveTo>
                    <a:cubicBezTo>
                      <a:pt x="12" y="263"/>
                      <a:pt x="12" y="263"/>
                      <a:pt x="12" y="263"/>
                    </a:cubicBezTo>
                    <a:cubicBezTo>
                      <a:pt x="5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6" y="0"/>
                      <a:pt x="32" y="6"/>
                      <a:pt x="32" y="13"/>
                    </a:cubicBezTo>
                    <a:cubicBezTo>
                      <a:pt x="32" y="251"/>
                      <a:pt x="32" y="251"/>
                      <a:pt x="32" y="251"/>
                    </a:cubicBezTo>
                    <a:cubicBezTo>
                      <a:pt x="32" y="258"/>
                      <a:pt x="26" y="263"/>
                      <a:pt x="20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2277739" y="3270614"/>
                <a:ext cx="41309" cy="339506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3">
                    <a:moveTo>
                      <a:pt x="20" y="263"/>
                    </a:moveTo>
                    <a:cubicBezTo>
                      <a:pt x="12" y="263"/>
                      <a:pt x="12" y="263"/>
                      <a:pt x="12" y="263"/>
                    </a:cubicBezTo>
                    <a:cubicBezTo>
                      <a:pt x="6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0"/>
                      <a:pt x="32" y="6"/>
                      <a:pt x="32" y="13"/>
                    </a:cubicBezTo>
                    <a:cubicBezTo>
                      <a:pt x="32" y="251"/>
                      <a:pt x="32" y="251"/>
                      <a:pt x="32" y="251"/>
                    </a:cubicBezTo>
                    <a:cubicBezTo>
                      <a:pt x="32" y="258"/>
                      <a:pt x="27" y="263"/>
                      <a:pt x="20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2374557" y="3268032"/>
                <a:ext cx="41309" cy="339506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3">
                    <a:moveTo>
                      <a:pt x="20" y="263"/>
                    </a:moveTo>
                    <a:cubicBezTo>
                      <a:pt x="13" y="263"/>
                      <a:pt x="13" y="263"/>
                      <a:pt x="13" y="263"/>
                    </a:cubicBezTo>
                    <a:cubicBezTo>
                      <a:pt x="6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0"/>
                      <a:pt x="32" y="6"/>
                      <a:pt x="32" y="13"/>
                    </a:cubicBezTo>
                    <a:cubicBezTo>
                      <a:pt x="32" y="251"/>
                      <a:pt x="32" y="251"/>
                      <a:pt x="32" y="251"/>
                    </a:cubicBezTo>
                    <a:cubicBezTo>
                      <a:pt x="32" y="258"/>
                      <a:pt x="27" y="263"/>
                      <a:pt x="20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lIns="91440" tIns="45720" rIns="91440" bIns="45720" anchor="ctr">
                <a:normAutofit fontScale="8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4" name="AutoShape 44"/>
              <p:cNvSpPr/>
              <p:nvPr/>
            </p:nvSpPr>
            <p:spPr>
              <a:xfrm>
                <a:off x="2639190" y="3354522"/>
                <a:ext cx="916535" cy="36145"/>
              </a:xfrm>
              <a:prstGeom prst="rect">
                <a:avLst/>
              </a:prstGeom>
              <a:solidFill>
                <a:srgbClr val="FCD69C"/>
              </a:solidFill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5" name="AutoShape 45"/>
              <p:cNvSpPr/>
              <p:nvPr/>
            </p:nvSpPr>
            <p:spPr>
              <a:xfrm>
                <a:off x="2639190" y="3484903"/>
                <a:ext cx="916535" cy="36145"/>
              </a:xfrm>
              <a:prstGeom prst="rect">
                <a:avLst/>
              </a:prstGeom>
              <a:solidFill>
                <a:srgbClr val="FCD69C"/>
              </a:solidFill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46" name="AutoShape 46"/>
              <p:cNvSpPr/>
              <p:nvPr/>
            </p:nvSpPr>
            <p:spPr>
              <a:xfrm>
                <a:off x="2639190" y="3420358"/>
                <a:ext cx="839082" cy="36145"/>
              </a:xfrm>
              <a:prstGeom prst="rect">
                <a:avLst/>
              </a:prstGeom>
              <a:solidFill>
                <a:srgbClr val="FCD69C"/>
              </a:solidFill>
            </p:spPr>
            <p:txBody>
              <a:bodyPr vert="horz" lIns="91440" tIns="45720" rIns="91440" bIns="4572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</p:grp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b="1" i="0" u="none" baseline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Potential Use Cases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0379" y="3098252"/>
            <a:ext cx="1364451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0" i="0" u="none" spc="100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Real-World Applications of </a:t>
            </a:r>
            <a:r>
              <a:rPr lang="en-US" sz="2800" b="1" i="0" u="none" baseline="0" dirty="0" err="1">
                <a:solidFill>
                  <a:srgbClr val="000000"/>
                </a:solidFill>
                <a:latin typeface="+mn-ea"/>
                <a:ea typeface="+mn-ea"/>
              </a:rPr>
              <a:t>ReSearch</a:t>
            </a:r>
            <a:endParaRPr lang="en-US" sz="2800" b="1" i="0" u="non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437532" y="1664499"/>
            <a:ext cx="3077028" cy="3077028"/>
          </a:xfrm>
          <a:prstGeom prst="blockArc">
            <a:avLst>
              <a:gd name="adj1" fmla="val 10800000"/>
              <a:gd name="adj2" fmla="val 0"/>
              <a:gd name="adj3" fmla="val 8000"/>
            </a:avLst>
          </a:prstGeom>
          <a:gradFill>
            <a:gsLst>
              <a:gs pos="0">
                <a:srgbClr val="105CFB">
                  <a:lumMod val="60000"/>
                  <a:lumOff val="40000"/>
                </a:srgbClr>
              </a:gs>
              <a:gs pos="60000">
                <a:srgbClr val="105CFB"/>
              </a:gs>
            </a:gsLst>
            <a:lin ang="54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14560" y="1664499"/>
            <a:ext cx="3077028" cy="3077028"/>
          </a:xfrm>
          <a:prstGeom prst="blockArc">
            <a:avLst>
              <a:gd name="adj1" fmla="val 10800000"/>
              <a:gd name="adj2" fmla="val 0"/>
              <a:gd name="adj3" fmla="val 8000"/>
            </a:avLst>
          </a:prstGeom>
          <a:gradFill>
            <a:gsLst>
              <a:gs pos="0">
                <a:srgbClr val="44CCFF">
                  <a:lumMod val="60000"/>
                  <a:lumOff val="40000"/>
                </a:srgbClr>
              </a:gs>
              <a:gs pos="60000">
                <a:srgbClr val="44CCFF"/>
              </a:gs>
            </a:gsLst>
            <a:lin ang="54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591588" y="1664499"/>
            <a:ext cx="3077028" cy="3077028"/>
          </a:xfrm>
          <a:prstGeom prst="blockArc">
            <a:avLst>
              <a:gd name="adj1" fmla="val 10800000"/>
              <a:gd name="adj2" fmla="val 0"/>
              <a:gd name="adj3" fmla="val 8000"/>
            </a:avLst>
          </a:prstGeom>
          <a:gradFill>
            <a:gsLst>
              <a:gs pos="0">
                <a:srgbClr val="38DB99">
                  <a:lumMod val="60000"/>
                  <a:lumOff val="40000"/>
                </a:srgbClr>
              </a:gs>
              <a:gs pos="60000">
                <a:srgbClr val="38DB99"/>
              </a:gs>
            </a:gsLst>
            <a:lin ang="54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627232" y="2592530"/>
            <a:ext cx="697627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73373" y="3624413"/>
            <a:ext cx="283075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Complex Problem-Solving</a:t>
            </a:r>
          </a:p>
        </p:txBody>
      </p:sp>
      <p:sp>
        <p:nvSpPr>
          <p:cNvPr id="8" name="AutoShape 8"/>
          <p:cNvSpPr/>
          <p:nvPr/>
        </p:nvSpPr>
        <p:spPr>
          <a:xfrm>
            <a:off x="1573369" y="4083447"/>
            <a:ext cx="2828663" cy="162159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2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Discuss potential applications for complex problem-solving such as using real-time data for financial forecasting, supply chain optimization, and logistics.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04259" y="2592529"/>
            <a:ext cx="69762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7699" y="3624414"/>
            <a:ext cx="283075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Dynamic Information Retrieval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637695" y="4083448"/>
            <a:ext cx="2828663" cy="162159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2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framework is useful to find and update business information, especially in volatile market conditions; its information can be used for strategic planning.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81287" y="2592528"/>
            <a:ext cx="69762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3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14726" y="3619501"/>
            <a:ext cx="283075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Personalized Healthcare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714722" y="4078535"/>
            <a:ext cx="2828663" cy="13630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2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system helps doctors diagnose, provide drug suggestions and personalized treatment plans based on latest discoveries.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Future Directions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28199" y="6219511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algn="r">
              <a:defRPr/>
            </a:pPr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17</a:t>
            </a:fld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-86571" y="3356767"/>
            <a:ext cx="666593" cy="667544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-361937" y="3626642"/>
            <a:ext cx="544384" cy="546100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27581" y="2814636"/>
            <a:ext cx="1293508" cy="1295400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89545" y="3212305"/>
            <a:ext cx="886410" cy="739775"/>
          </a:xfrm>
          <a:prstGeom prst="ellipse">
            <a:avLst/>
          </a:prstGeom>
          <a:solidFill>
            <a:srgbClr val="FFFEFE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20527" y="3632992"/>
            <a:ext cx="800705" cy="667544"/>
          </a:xfrm>
          <a:prstGeom prst="ellipse">
            <a:avLst/>
          </a:prstGeom>
          <a:solidFill>
            <a:srgbClr val="FFFEFE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6049" y="3261517"/>
            <a:ext cx="885616" cy="888206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23701" y="3709192"/>
            <a:ext cx="545178" cy="545306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955267" y="3024980"/>
            <a:ext cx="1040361" cy="868363"/>
          </a:xfrm>
          <a:prstGeom prst="ellipse">
            <a:avLst/>
          </a:prstGeom>
          <a:solidFill>
            <a:srgbClr val="FFFEFE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797348" y="3103561"/>
            <a:ext cx="1122892" cy="1124744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388757" y="1356913"/>
            <a:ext cx="4009231" cy="35806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6911" y="21600"/>
                </a:lnTo>
                <a:lnTo>
                  <a:pt x="0" y="7462"/>
                </a:lnTo>
                <a:lnTo>
                  <a:pt x="21600" y="0"/>
                </a:lnTo>
                <a:close/>
                <a:moveTo>
                  <a:pt x="21600" y="0"/>
                </a:moveTo>
              </a:path>
            </a:pathLst>
          </a:custGeom>
          <a:gradFill>
            <a:gsLst>
              <a:gs pos="28000">
                <a:srgbClr val="FFFEFE">
                  <a:alpha val="0"/>
                </a:srgbClr>
              </a:gs>
              <a:gs pos="100000">
                <a:srgbClr val="FFFFFF">
                  <a:alpha val="22000"/>
                  <a:lumMod val="50000"/>
                </a:srgbClr>
              </a:gs>
            </a:gsLst>
            <a:lin ang="19440000"/>
          </a:gra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4207146" y="4254498"/>
            <a:ext cx="4009231" cy="35798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6911" y="21600"/>
                </a:lnTo>
                <a:lnTo>
                  <a:pt x="0" y="7462"/>
                </a:lnTo>
                <a:lnTo>
                  <a:pt x="21600" y="0"/>
                </a:lnTo>
                <a:close/>
                <a:moveTo>
                  <a:pt x="21600" y="0"/>
                </a:moveTo>
              </a:path>
            </a:pathLst>
          </a:custGeom>
          <a:gradFill>
            <a:gsLst>
              <a:gs pos="28000">
                <a:srgbClr val="FFFEFE">
                  <a:alpha val="0"/>
                </a:srgbClr>
              </a:gs>
              <a:gs pos="100000">
                <a:srgbClr val="FFFFFF">
                  <a:alpha val="22000"/>
                  <a:lumMod val="50000"/>
                </a:srgbClr>
              </a:gs>
            </a:gsLst>
            <a:lin ang="19440000"/>
          </a:gra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290936" y="2801936"/>
            <a:ext cx="5549900" cy="4959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6911" y="21600"/>
                </a:lnTo>
                <a:lnTo>
                  <a:pt x="0" y="7462"/>
                </a:lnTo>
                <a:lnTo>
                  <a:pt x="21600" y="0"/>
                </a:lnTo>
                <a:close/>
                <a:moveTo>
                  <a:pt x="21600" y="0"/>
                </a:moveTo>
              </a:path>
            </a:pathLst>
          </a:custGeom>
          <a:gradFill>
            <a:gsLst>
              <a:gs pos="28000">
                <a:srgbClr val="FFFEFE">
                  <a:alpha val="0"/>
                </a:srgbClr>
              </a:gs>
              <a:gs pos="100000">
                <a:srgbClr val="FFFFFF">
                  <a:alpha val="22000"/>
                  <a:lumMod val="50000"/>
                </a:srgbClr>
              </a:gs>
            </a:gsLst>
            <a:lin ang="19440000"/>
          </a:gra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477047" y="4147343"/>
            <a:ext cx="3141394" cy="27019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7" y="11364"/>
                </a:moveTo>
                <a:lnTo>
                  <a:pt x="0" y="21600"/>
                </a:lnTo>
                <a:lnTo>
                  <a:pt x="21600" y="0"/>
                </a:lnTo>
                <a:lnTo>
                  <a:pt x="577" y="11364"/>
                </a:lnTo>
                <a:close/>
                <a:moveTo>
                  <a:pt x="577" y="11364"/>
                </a:moveTo>
              </a:path>
            </a:pathLst>
          </a:custGeom>
          <a:solidFill>
            <a:schemeClr val="accent1">
              <a:lumMod val="50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454819" y="4140199"/>
            <a:ext cx="3216019" cy="275669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38" y="10512"/>
                </a:moveTo>
                <a:lnTo>
                  <a:pt x="0" y="21600"/>
                </a:lnTo>
                <a:lnTo>
                  <a:pt x="2612" y="12113"/>
                </a:lnTo>
                <a:lnTo>
                  <a:pt x="21600" y="0"/>
                </a:lnTo>
                <a:lnTo>
                  <a:pt x="14474" y="1859"/>
                </a:lnTo>
                <a:lnTo>
                  <a:pt x="338" y="10512"/>
                </a:lnTo>
                <a:close/>
                <a:moveTo>
                  <a:pt x="338" y="10512"/>
                </a:moveTo>
              </a:path>
            </a:pathLst>
          </a:custGeom>
          <a:solidFill>
            <a:schemeClr val="accent1">
              <a:lumMod val="75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-23391" y="4077493"/>
            <a:ext cx="4749800" cy="1487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991"/>
                </a:moveTo>
                <a:lnTo>
                  <a:pt x="6723" y="21600"/>
                </a:lnTo>
                <a:lnTo>
                  <a:pt x="21600" y="0"/>
                </a:lnTo>
                <a:lnTo>
                  <a:pt x="0" y="12991"/>
                </a:lnTo>
                <a:close/>
                <a:moveTo>
                  <a:pt x="0" y="12991"/>
                </a:moveTo>
              </a:path>
            </a:pathLst>
          </a:custGeom>
          <a:solidFill>
            <a:schemeClr val="accent1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835088" y="4101306"/>
            <a:ext cx="2830192" cy="31194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747"/>
                </a:moveTo>
                <a:lnTo>
                  <a:pt x="21600" y="0"/>
                </a:lnTo>
                <a:lnTo>
                  <a:pt x="7562" y="21600"/>
                </a:lnTo>
                <a:lnTo>
                  <a:pt x="0" y="10747"/>
                </a:lnTo>
                <a:close/>
                <a:moveTo>
                  <a:pt x="0" y="10747"/>
                </a:moveTo>
              </a:path>
            </a:pathLst>
          </a:custGeom>
          <a:solidFill>
            <a:schemeClr val="accent1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579943" y="4971270"/>
            <a:ext cx="1621363" cy="1392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7" y="11364"/>
                </a:moveTo>
                <a:lnTo>
                  <a:pt x="0" y="21600"/>
                </a:lnTo>
                <a:lnTo>
                  <a:pt x="21600" y="0"/>
                </a:lnTo>
                <a:lnTo>
                  <a:pt x="577" y="11364"/>
                </a:lnTo>
                <a:close/>
                <a:moveTo>
                  <a:pt x="577" y="11364"/>
                </a:moveTo>
              </a:path>
            </a:pathLst>
          </a:custGeom>
          <a:solidFill>
            <a:schemeClr val="accent4">
              <a:lumMod val="50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5568827" y="4967300"/>
            <a:ext cx="1659475" cy="142150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38" y="10512"/>
                </a:moveTo>
                <a:lnTo>
                  <a:pt x="0" y="21600"/>
                </a:lnTo>
                <a:lnTo>
                  <a:pt x="2612" y="12113"/>
                </a:lnTo>
                <a:lnTo>
                  <a:pt x="21600" y="0"/>
                </a:lnTo>
                <a:lnTo>
                  <a:pt x="14474" y="1859"/>
                </a:lnTo>
                <a:lnTo>
                  <a:pt x="338" y="10512"/>
                </a:lnTo>
                <a:close/>
                <a:moveTo>
                  <a:pt x="338" y="10512"/>
                </a:moveTo>
              </a:path>
            </a:pathLst>
          </a:custGeom>
          <a:solidFill>
            <a:schemeClr val="accent4">
              <a:lumMod val="75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4805786" y="4935534"/>
            <a:ext cx="2451100" cy="76634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991"/>
                </a:moveTo>
                <a:lnTo>
                  <a:pt x="6723" y="21600"/>
                </a:lnTo>
                <a:lnTo>
                  <a:pt x="21600" y="0"/>
                </a:lnTo>
                <a:lnTo>
                  <a:pt x="0" y="12991"/>
                </a:lnTo>
                <a:close/>
                <a:moveTo>
                  <a:pt x="0" y="12991"/>
                </a:moveTo>
              </a:path>
            </a:pathLst>
          </a:custGeom>
          <a:solidFill>
            <a:schemeClr val="accent4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5764947" y="4947446"/>
            <a:ext cx="1460973" cy="16073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747"/>
                </a:moveTo>
                <a:lnTo>
                  <a:pt x="21600" y="0"/>
                </a:lnTo>
                <a:lnTo>
                  <a:pt x="7562" y="21600"/>
                </a:lnTo>
                <a:lnTo>
                  <a:pt x="0" y="10747"/>
                </a:lnTo>
                <a:close/>
                <a:moveTo>
                  <a:pt x="0" y="10747"/>
                </a:moveTo>
              </a:path>
            </a:pathLst>
          </a:custGeom>
          <a:solidFill>
            <a:schemeClr val="accent4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4398286" y="3005660"/>
            <a:ext cx="1108600" cy="95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7" y="11364"/>
                </a:moveTo>
                <a:lnTo>
                  <a:pt x="0" y="21600"/>
                </a:lnTo>
                <a:lnTo>
                  <a:pt x="21600" y="0"/>
                </a:lnTo>
                <a:lnTo>
                  <a:pt x="577" y="11364"/>
                </a:lnTo>
                <a:close/>
                <a:moveTo>
                  <a:pt x="577" y="11364"/>
                </a:moveTo>
              </a:path>
            </a:pathLst>
          </a:custGeom>
          <a:solidFill>
            <a:schemeClr val="accent2">
              <a:lumMod val="50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390345" y="3002485"/>
            <a:ext cx="1134806" cy="9755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38" y="10512"/>
                </a:moveTo>
                <a:lnTo>
                  <a:pt x="0" y="21600"/>
                </a:lnTo>
                <a:lnTo>
                  <a:pt x="2612" y="12113"/>
                </a:lnTo>
                <a:lnTo>
                  <a:pt x="21600" y="0"/>
                </a:lnTo>
                <a:lnTo>
                  <a:pt x="14474" y="1859"/>
                </a:lnTo>
                <a:lnTo>
                  <a:pt x="338" y="10512"/>
                </a:lnTo>
                <a:close/>
                <a:moveTo>
                  <a:pt x="338" y="10512"/>
                </a:moveTo>
              </a:path>
            </a:pathLst>
          </a:custGeom>
          <a:solidFill>
            <a:schemeClr val="accent2">
              <a:lumMod val="75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3868604" y="2981054"/>
            <a:ext cx="1676400" cy="52546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991"/>
                </a:moveTo>
                <a:lnTo>
                  <a:pt x="6723" y="21600"/>
                </a:lnTo>
                <a:lnTo>
                  <a:pt x="21600" y="0"/>
                </a:lnTo>
                <a:lnTo>
                  <a:pt x="0" y="12991"/>
                </a:lnTo>
                <a:close/>
                <a:moveTo>
                  <a:pt x="0" y="12991"/>
                </a:moveTo>
              </a:path>
            </a:pathLst>
          </a:custGeom>
          <a:solidFill>
            <a:schemeClr val="accent2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4524552" y="2988991"/>
            <a:ext cx="999011" cy="110331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747"/>
                </a:moveTo>
                <a:lnTo>
                  <a:pt x="21600" y="0"/>
                </a:lnTo>
                <a:lnTo>
                  <a:pt x="7562" y="21600"/>
                </a:lnTo>
                <a:lnTo>
                  <a:pt x="0" y="10747"/>
                </a:lnTo>
                <a:close/>
                <a:moveTo>
                  <a:pt x="0" y="10747"/>
                </a:moveTo>
              </a:path>
            </a:pathLst>
          </a:custGeom>
          <a:solidFill>
            <a:schemeClr val="accent2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8632963" y="1173879"/>
            <a:ext cx="991394" cy="8516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7" y="11364"/>
                </a:moveTo>
                <a:lnTo>
                  <a:pt x="0" y="21600"/>
                </a:lnTo>
                <a:lnTo>
                  <a:pt x="21600" y="0"/>
                </a:lnTo>
                <a:lnTo>
                  <a:pt x="577" y="11364"/>
                </a:lnTo>
                <a:close/>
                <a:moveTo>
                  <a:pt x="577" y="11364"/>
                </a:moveTo>
              </a:path>
            </a:pathLst>
          </a:custGeom>
          <a:solidFill>
            <a:schemeClr val="accent3">
              <a:lumMod val="50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8625820" y="1171498"/>
            <a:ext cx="1014413" cy="86915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38" y="10512"/>
                </a:moveTo>
                <a:lnTo>
                  <a:pt x="0" y="21600"/>
                </a:lnTo>
                <a:lnTo>
                  <a:pt x="2612" y="12113"/>
                </a:lnTo>
                <a:lnTo>
                  <a:pt x="21600" y="0"/>
                </a:lnTo>
                <a:lnTo>
                  <a:pt x="14474" y="1859"/>
                </a:lnTo>
                <a:lnTo>
                  <a:pt x="338" y="10512"/>
                </a:lnTo>
                <a:close/>
                <a:moveTo>
                  <a:pt x="338" y="10512"/>
                </a:moveTo>
              </a:path>
            </a:pathLst>
          </a:custGeom>
          <a:solidFill>
            <a:schemeClr val="accent3">
              <a:lumMod val="75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8159888" y="1152448"/>
            <a:ext cx="1498601" cy="4683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991"/>
                </a:moveTo>
                <a:lnTo>
                  <a:pt x="6723" y="21600"/>
                </a:lnTo>
                <a:lnTo>
                  <a:pt x="21600" y="0"/>
                </a:lnTo>
                <a:lnTo>
                  <a:pt x="0" y="12991"/>
                </a:lnTo>
                <a:close/>
                <a:moveTo>
                  <a:pt x="0" y="12991"/>
                </a:moveTo>
              </a:path>
            </a:pathLst>
          </a:custGeom>
          <a:solidFill>
            <a:schemeClr val="accent3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8745676" y="1159592"/>
            <a:ext cx="892969" cy="98345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747"/>
                </a:moveTo>
                <a:lnTo>
                  <a:pt x="21600" y="0"/>
                </a:lnTo>
                <a:lnTo>
                  <a:pt x="7562" y="21600"/>
                </a:lnTo>
                <a:lnTo>
                  <a:pt x="0" y="10747"/>
                </a:lnTo>
                <a:close/>
                <a:moveTo>
                  <a:pt x="0" y="10747"/>
                </a:moveTo>
              </a:path>
            </a:pathLst>
          </a:custGeom>
          <a:solidFill>
            <a:schemeClr val="accent3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7129600" y="5795648"/>
            <a:ext cx="1289050" cy="1289050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596200" y="6244430"/>
            <a:ext cx="1054100" cy="1054100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9399164" y="4642778"/>
            <a:ext cx="2501900" cy="2048668"/>
          </a:xfrm>
          <a:custGeom>
            <a:avLst/>
            <a:gdLst/>
            <a:ahLst/>
            <a:cxnLst/>
            <a:rect l="l" t="t" r="r" b="b"/>
            <a:pathLst>
              <a:path w="2501900" h="2048668">
                <a:moveTo>
                  <a:pt x="1250950" y="0"/>
                </a:moveTo>
                <a:cubicBezTo>
                  <a:pt x="1941831" y="0"/>
                  <a:pt x="2501900" y="560069"/>
                  <a:pt x="2501900" y="1250950"/>
                </a:cubicBezTo>
                <a:cubicBezTo>
                  <a:pt x="2501900" y="1553211"/>
                  <a:pt x="2394699" y="1830433"/>
                  <a:pt x="2216244" y="2046671"/>
                </a:cubicBezTo>
                <a:lnTo>
                  <a:pt x="2214429" y="2048668"/>
                </a:lnTo>
                <a:lnTo>
                  <a:pt x="287471" y="2048668"/>
                </a:lnTo>
                <a:lnTo>
                  <a:pt x="285656" y="2046671"/>
                </a:lnTo>
                <a:cubicBezTo>
                  <a:pt x="107201" y="1830433"/>
                  <a:pt x="0" y="1553211"/>
                  <a:pt x="0" y="1250950"/>
                </a:cubicBezTo>
                <a:cubicBezTo>
                  <a:pt x="0" y="560069"/>
                  <a:pt x="560069" y="0"/>
                  <a:pt x="1250950" y="0"/>
                </a:cubicBezTo>
                <a:close/>
              </a:path>
            </a:pathLst>
          </a:cu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5948024" y="6697348"/>
            <a:ext cx="801052" cy="188118"/>
          </a:xfrm>
          <a:custGeom>
            <a:avLst/>
            <a:gdLst/>
            <a:ahLst/>
            <a:cxnLst/>
            <a:rect l="l" t="t" r="r" b="b"/>
            <a:pathLst>
              <a:path w="801052" h="188118">
                <a:moveTo>
                  <a:pt x="400526" y="0"/>
                </a:moveTo>
                <a:cubicBezTo>
                  <a:pt x="546067" y="0"/>
                  <a:pt x="677830" y="58992"/>
                  <a:pt x="773207" y="154370"/>
                </a:cubicBezTo>
                <a:lnTo>
                  <a:pt x="801052" y="188118"/>
                </a:lnTo>
                <a:lnTo>
                  <a:pt x="0" y="188118"/>
                </a:lnTo>
                <a:lnTo>
                  <a:pt x="27846" y="154370"/>
                </a:lnTo>
                <a:cubicBezTo>
                  <a:pt x="123223" y="58992"/>
                  <a:pt x="254985" y="0"/>
                  <a:pt x="400526" y="0"/>
                </a:cubicBezTo>
                <a:close/>
              </a:path>
            </a:pathLst>
          </a:cu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8437700" y="5516248"/>
            <a:ext cx="1714500" cy="1428750"/>
          </a:xfrm>
          <a:prstGeom prst="ellipse">
            <a:avLst/>
          </a:prstGeom>
          <a:solidFill>
            <a:srgbClr val="FFFEFE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7940444" y="6329048"/>
            <a:ext cx="1502512" cy="493982"/>
          </a:xfrm>
          <a:custGeom>
            <a:avLst/>
            <a:gdLst/>
            <a:ahLst/>
            <a:cxnLst/>
            <a:rect l="l" t="t" r="r" b="b"/>
            <a:pathLst>
              <a:path w="1502512" h="493982">
                <a:moveTo>
                  <a:pt x="751256" y="0"/>
                </a:moveTo>
                <a:cubicBezTo>
                  <a:pt x="1072147" y="0"/>
                  <a:pt x="1347470" y="162318"/>
                  <a:pt x="1465076" y="393647"/>
                </a:cubicBezTo>
                <a:lnTo>
                  <a:pt x="1502512" y="493982"/>
                </a:lnTo>
                <a:lnTo>
                  <a:pt x="0" y="493982"/>
                </a:lnTo>
                <a:lnTo>
                  <a:pt x="37436" y="393647"/>
                </a:lnTo>
                <a:cubicBezTo>
                  <a:pt x="155042" y="162318"/>
                  <a:pt x="430365" y="0"/>
                  <a:pt x="751256" y="0"/>
                </a:cubicBezTo>
                <a:close/>
              </a:path>
            </a:pathLst>
          </a:custGeom>
          <a:solidFill>
            <a:srgbClr val="FFFEFE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507550" y="5539580"/>
            <a:ext cx="1714500" cy="1714500"/>
          </a:xfrm>
          <a:prstGeom prst="ellipse">
            <a:avLst/>
          </a:pr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7947163" y="6475098"/>
            <a:ext cx="1006477" cy="378618"/>
          </a:xfrm>
          <a:custGeom>
            <a:avLst/>
            <a:gdLst/>
            <a:ahLst/>
            <a:cxnLst/>
            <a:rect l="l" t="t" r="r" b="b"/>
            <a:pathLst>
              <a:path w="1006477" h="378618">
                <a:moveTo>
                  <a:pt x="503238" y="0"/>
                </a:moveTo>
                <a:cubicBezTo>
                  <a:pt x="721550" y="0"/>
                  <a:pt x="908859" y="132732"/>
                  <a:pt x="988870" y="321898"/>
                </a:cubicBezTo>
                <a:lnTo>
                  <a:pt x="1006477" y="378618"/>
                </a:lnTo>
                <a:lnTo>
                  <a:pt x="0" y="378618"/>
                </a:lnTo>
                <a:lnTo>
                  <a:pt x="17607" y="321898"/>
                </a:lnTo>
                <a:cubicBezTo>
                  <a:pt x="97617" y="132732"/>
                  <a:pt x="284927" y="0"/>
                  <a:pt x="503238" y="0"/>
                </a:cubicBezTo>
                <a:close/>
              </a:path>
            </a:pathLst>
          </a:cu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11079301" y="5154298"/>
            <a:ext cx="1112699" cy="1676400"/>
          </a:xfrm>
          <a:custGeom>
            <a:avLst/>
            <a:gdLst/>
            <a:ahLst/>
            <a:cxnLst/>
            <a:rect l="l" t="t" r="r" b="b"/>
            <a:pathLst>
              <a:path w="1112699" h="1676400">
                <a:moveTo>
                  <a:pt x="1006475" y="0"/>
                </a:moveTo>
                <a:lnTo>
                  <a:pt x="1112699" y="8918"/>
                </a:lnTo>
                <a:lnTo>
                  <a:pt x="1112699" y="1667482"/>
                </a:lnTo>
                <a:lnTo>
                  <a:pt x="1006475" y="1676400"/>
                </a:lnTo>
                <a:cubicBezTo>
                  <a:pt x="450614" y="1676400"/>
                  <a:pt x="0" y="1301125"/>
                  <a:pt x="0" y="838200"/>
                </a:cubicBezTo>
                <a:cubicBezTo>
                  <a:pt x="0" y="375275"/>
                  <a:pt x="450614" y="0"/>
                  <a:pt x="1006475" y="0"/>
                </a:cubicBezTo>
                <a:close/>
              </a:path>
            </a:pathLst>
          </a:custGeom>
          <a:solidFill>
            <a:srgbClr val="FFFEFE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10756900" y="5338081"/>
            <a:ext cx="1435100" cy="1515635"/>
          </a:xfrm>
          <a:custGeom>
            <a:avLst/>
            <a:gdLst/>
            <a:ahLst/>
            <a:cxnLst/>
            <a:rect l="l" t="t" r="r" b="b"/>
            <a:pathLst>
              <a:path w="1435100" h="1515635">
                <a:moveTo>
                  <a:pt x="1085850" y="0"/>
                </a:moveTo>
                <a:cubicBezTo>
                  <a:pt x="1160812" y="0"/>
                  <a:pt x="1234000" y="7596"/>
                  <a:pt x="1304687" y="22061"/>
                </a:cubicBezTo>
                <a:lnTo>
                  <a:pt x="1435100" y="62544"/>
                </a:lnTo>
                <a:lnTo>
                  <a:pt x="1435100" y="1515635"/>
                </a:lnTo>
                <a:lnTo>
                  <a:pt x="89198" y="1515635"/>
                </a:lnTo>
                <a:lnTo>
                  <a:pt x="85332" y="1508512"/>
                </a:lnTo>
                <a:cubicBezTo>
                  <a:pt x="30384" y="1378603"/>
                  <a:pt x="0" y="1235775"/>
                  <a:pt x="0" y="1085850"/>
                </a:cubicBezTo>
                <a:cubicBezTo>
                  <a:pt x="0" y="486152"/>
                  <a:pt x="486152" y="0"/>
                  <a:pt x="1085850" y="0"/>
                </a:cubicBezTo>
                <a:close/>
              </a:path>
            </a:pathLst>
          </a:custGeom>
          <a:solidFill>
            <a:srgbClr val="E6E6E6"/>
          </a:solidFill>
          <a:ln w="25400">
            <a:solidFill>
              <a:srgbClr val="000000">
                <a:alpha val="0"/>
              </a:srgbClr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7745617" y="4136951"/>
            <a:ext cx="624709" cy="5373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7" y="11364"/>
                </a:moveTo>
                <a:lnTo>
                  <a:pt x="0" y="21600"/>
                </a:lnTo>
                <a:lnTo>
                  <a:pt x="21600" y="0"/>
                </a:lnTo>
                <a:lnTo>
                  <a:pt x="577" y="11364"/>
                </a:lnTo>
                <a:close/>
                <a:moveTo>
                  <a:pt x="577" y="11364"/>
                </a:moveTo>
              </a:path>
            </a:pathLst>
          </a:custGeom>
          <a:solidFill>
            <a:schemeClr val="accent1">
              <a:lumMod val="50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740881" y="4135372"/>
            <a:ext cx="639707" cy="5485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38" y="10512"/>
                </a:moveTo>
                <a:lnTo>
                  <a:pt x="0" y="21600"/>
                </a:lnTo>
                <a:lnTo>
                  <a:pt x="2612" y="12113"/>
                </a:lnTo>
                <a:lnTo>
                  <a:pt x="21600" y="0"/>
                </a:lnTo>
                <a:lnTo>
                  <a:pt x="14474" y="1859"/>
                </a:lnTo>
                <a:lnTo>
                  <a:pt x="338" y="10512"/>
                </a:lnTo>
                <a:close/>
                <a:moveTo>
                  <a:pt x="338" y="10512"/>
                </a:moveTo>
              </a:path>
            </a:pathLst>
          </a:custGeom>
          <a:solidFill>
            <a:schemeClr val="accent1">
              <a:lumMod val="75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7447235" y="4122736"/>
            <a:ext cx="944562" cy="2959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991"/>
                </a:moveTo>
                <a:lnTo>
                  <a:pt x="6723" y="21600"/>
                </a:lnTo>
                <a:lnTo>
                  <a:pt x="21600" y="0"/>
                </a:lnTo>
                <a:lnTo>
                  <a:pt x="0" y="12991"/>
                </a:lnTo>
                <a:close/>
                <a:moveTo>
                  <a:pt x="0" y="12991"/>
                </a:moveTo>
              </a:path>
            </a:pathLst>
          </a:custGeom>
          <a:solidFill>
            <a:schemeClr val="accent1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 fontScale="85000" lnSpcReduction="20000"/>
          </a:bodyPr>
          <a:lstStyle/>
          <a:p>
            <a:pPr marL="0" algn="ctr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7816819" y="4127474"/>
            <a:ext cx="562822" cy="62073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747"/>
                </a:moveTo>
                <a:lnTo>
                  <a:pt x="21600" y="0"/>
                </a:lnTo>
                <a:lnTo>
                  <a:pt x="7562" y="21600"/>
                </a:lnTo>
                <a:lnTo>
                  <a:pt x="0" y="10747"/>
                </a:lnTo>
                <a:close/>
                <a:moveTo>
                  <a:pt x="0" y="10747"/>
                </a:moveTo>
              </a:path>
            </a:pathLst>
          </a:custGeom>
          <a:solidFill>
            <a:schemeClr val="accent1"/>
          </a:solidFill>
          <a:ln w="25400" cap="flat">
            <a:solidFill>
              <a:srgbClr val="000000">
                <a:alpha val="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550799" y="2155707"/>
            <a:ext cx="169918" cy="18466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prstTxWarp prst="textNoShape">
              <a:avLst/>
            </a:prstTxWarp>
            <a:normAutofit lnSpcReduction="10000"/>
          </a:bodyPr>
          <a:lstStyle/>
          <a:p>
            <a:pPr marL="0" algn="l">
              <a:defRPr/>
            </a:pPr>
            <a:r>
              <a:rPr lang="en-US" sz="660" b="0" i="0" u="none" baseline="0">
                <a:solidFill>
                  <a:srgbClr val="FFFFFF"/>
                </a:solidFill>
                <a:latin typeface="Arial"/>
                <a:ea typeface="Arial"/>
              </a:rPr>
              <a:t>2312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8519344" y="2265336"/>
            <a:ext cx="2908221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Production environments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8520135" y="2449949"/>
            <a:ext cx="2931232" cy="102592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en-US" sz="1400" b="0" i="0" u="none" baseline="0">
                <a:solidFill>
                  <a:srgbClr val="000000"/>
                </a:solidFill>
                <a:latin typeface="+mn-ea"/>
                <a:ea typeface="+mn-ea"/>
              </a:rPr>
              <a:t>Create plans to integrate the system so it is ready for actual production purposes.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4876800" y="1973045"/>
            <a:ext cx="3116549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Adaptive learning</a:t>
            </a:r>
            <a:endParaRPr lang="en-US" sz="1100" dirty="0"/>
          </a:p>
        </p:txBody>
      </p:sp>
      <p:sp>
        <p:nvSpPr>
          <p:cNvPr id="50" name="TextBox 50"/>
          <p:cNvSpPr txBox="1"/>
          <p:nvPr/>
        </p:nvSpPr>
        <p:spPr>
          <a:xfrm>
            <a:off x="4876800" y="2231892"/>
            <a:ext cx="3089384" cy="102592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en-US" sz="1400" b="0" i="0" u="none" baseline="0" dirty="0">
                <a:solidFill>
                  <a:srgbClr val="000000"/>
                </a:solidFill>
                <a:latin typeface="+mn-ea"/>
                <a:ea typeface="+mn-ea"/>
              </a:rPr>
              <a:t>Refine the system to better address challenges based on incoming data.</a:t>
            </a:r>
            <a:endParaRPr lang="en-US" sz="1100" dirty="0"/>
          </a:p>
        </p:txBody>
      </p:sp>
      <p:sp>
        <p:nvSpPr>
          <p:cNvPr id="51" name="TextBox 51"/>
          <p:cNvSpPr txBox="1"/>
          <p:nvPr/>
        </p:nvSpPr>
        <p:spPr>
          <a:xfrm>
            <a:off x="403209" y="1565682"/>
            <a:ext cx="3285213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Integration with AI Pipelines</a:t>
            </a:r>
            <a:endParaRPr lang="en-US" sz="1100"/>
          </a:p>
        </p:txBody>
      </p:sp>
      <p:sp>
        <p:nvSpPr>
          <p:cNvPr id="52" name="TextBox 52"/>
          <p:cNvSpPr txBox="1"/>
          <p:nvPr/>
        </p:nvSpPr>
        <p:spPr>
          <a:xfrm>
            <a:off x="403211" y="1796246"/>
            <a:ext cx="3285211" cy="102592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en-US" sz="1400" b="0" i="0" u="none" baseline="0">
                <a:solidFill>
                  <a:srgbClr val="000000"/>
                </a:solidFill>
                <a:latin typeface="+mn-ea"/>
                <a:ea typeface="+mn-ea"/>
              </a:rPr>
              <a:t>Investigate the potential collaboration with reflective RL-based systems to improve AI processes.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3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b="1" i="0" u="none" baseline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0379" y="3098252"/>
            <a:ext cx="1364451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0" i="0" u="none" spc="100" baseline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chemeClr val="dk1">
                    <a:lumMod val="100000"/>
                  </a:schemeClr>
                </a:solidFill>
                <a:latin typeface="+mn-ea"/>
                <a:ea typeface="+mn-ea"/>
              </a:rPr>
              <a:t>Summary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4233264" y="2168155"/>
            <a:ext cx="2247773" cy="1735792"/>
          </a:xfrm>
          <a:custGeom>
            <a:avLst/>
            <a:gdLst/>
            <a:ahLst/>
            <a:cxnLst/>
            <a:rect l="l" t="t" r="r" b="b"/>
            <a:pathLst>
              <a:path w="2402522" h="1855293">
                <a:moveTo>
                  <a:pt x="1500961" y="379"/>
                </a:moveTo>
                <a:cubicBezTo>
                  <a:pt x="1798454" y="8885"/>
                  <a:pt x="2086546" y="160207"/>
                  <a:pt x="2258040" y="430391"/>
                </a:cubicBezTo>
                <a:cubicBezTo>
                  <a:pt x="2429535" y="700575"/>
                  <a:pt x="2443843" y="1025676"/>
                  <a:pt x="2324916" y="1298497"/>
                </a:cubicBezTo>
                <a:cubicBezTo>
                  <a:pt x="2253561" y="1462190"/>
                  <a:pt x="2134241" y="1607061"/>
                  <a:pt x="1972131" y="1709958"/>
                </a:cubicBezTo>
                <a:cubicBezTo>
                  <a:pt x="1918094" y="1744257"/>
                  <a:pt x="1861861" y="1772268"/>
                  <a:pt x="1804289" y="1794183"/>
                </a:cubicBezTo>
                <a:lnTo>
                  <a:pt x="1703481" y="1821496"/>
                </a:lnTo>
                <a:lnTo>
                  <a:pt x="1705549" y="1824741"/>
                </a:lnTo>
                <a:lnTo>
                  <a:pt x="1686949" y="1825975"/>
                </a:lnTo>
                <a:lnTo>
                  <a:pt x="1628410" y="1841834"/>
                </a:lnTo>
                <a:cubicBezTo>
                  <a:pt x="1598714" y="1846791"/>
                  <a:pt x="1568897" y="1850273"/>
                  <a:pt x="1539068" y="1852302"/>
                </a:cubicBezTo>
                <a:lnTo>
                  <a:pt x="1472337" y="1853614"/>
                </a:lnTo>
                <a:lnTo>
                  <a:pt x="1472337" y="1855293"/>
                </a:lnTo>
                <a:lnTo>
                  <a:pt x="0" y="1855293"/>
                </a:lnTo>
                <a:lnTo>
                  <a:pt x="369083" y="1074912"/>
                </a:lnTo>
                <a:lnTo>
                  <a:pt x="444650" y="931337"/>
                </a:lnTo>
                <a:lnTo>
                  <a:pt x="644898" y="514845"/>
                </a:lnTo>
                <a:lnTo>
                  <a:pt x="645800" y="515278"/>
                </a:lnTo>
                <a:lnTo>
                  <a:pt x="665339" y="475771"/>
                </a:lnTo>
                <a:cubicBezTo>
                  <a:pt x="679872" y="449642"/>
                  <a:pt x="695714" y="424142"/>
                  <a:pt x="712840" y="399380"/>
                </a:cubicBezTo>
                <a:lnTo>
                  <a:pt x="750416" y="350396"/>
                </a:lnTo>
                <a:lnTo>
                  <a:pt x="757540" y="336863"/>
                </a:lnTo>
                <a:lnTo>
                  <a:pt x="759019" y="339183"/>
                </a:lnTo>
                <a:lnTo>
                  <a:pt x="768048" y="327413"/>
                </a:lnTo>
                <a:cubicBezTo>
                  <a:pt x="827061" y="257872"/>
                  <a:pt x="897418" y="195929"/>
                  <a:pt x="978474" y="144481"/>
                </a:cubicBezTo>
                <a:cubicBezTo>
                  <a:pt x="1140584" y="41585"/>
                  <a:pt x="1322465" y="-4725"/>
                  <a:pt x="1500961" y="379"/>
                </a:cubicBezTo>
                <a:close/>
              </a:path>
            </a:pathLst>
          </a:custGeom>
          <a:solidFill>
            <a:schemeClr val="accent1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flipH="1" flipV="1">
            <a:off x="4877183" y="3903947"/>
            <a:ext cx="1474595" cy="1138722"/>
          </a:xfrm>
          <a:custGeom>
            <a:avLst/>
            <a:gdLst/>
            <a:ahLst/>
            <a:cxnLst/>
            <a:rect l="l" t="t" r="r" b="b"/>
            <a:pathLst>
              <a:path w="2402522" h="1855293">
                <a:moveTo>
                  <a:pt x="1500961" y="379"/>
                </a:moveTo>
                <a:cubicBezTo>
                  <a:pt x="1798454" y="8885"/>
                  <a:pt x="2086546" y="160207"/>
                  <a:pt x="2258040" y="430391"/>
                </a:cubicBezTo>
                <a:cubicBezTo>
                  <a:pt x="2429535" y="700575"/>
                  <a:pt x="2443843" y="1025676"/>
                  <a:pt x="2324916" y="1298497"/>
                </a:cubicBezTo>
                <a:cubicBezTo>
                  <a:pt x="2253561" y="1462190"/>
                  <a:pt x="2134241" y="1607061"/>
                  <a:pt x="1972131" y="1709958"/>
                </a:cubicBezTo>
                <a:cubicBezTo>
                  <a:pt x="1918094" y="1744257"/>
                  <a:pt x="1861861" y="1772268"/>
                  <a:pt x="1804289" y="1794183"/>
                </a:cubicBezTo>
                <a:lnTo>
                  <a:pt x="1703481" y="1821496"/>
                </a:lnTo>
                <a:lnTo>
                  <a:pt x="1705549" y="1824741"/>
                </a:lnTo>
                <a:lnTo>
                  <a:pt x="1686949" y="1825975"/>
                </a:lnTo>
                <a:lnTo>
                  <a:pt x="1628410" y="1841834"/>
                </a:lnTo>
                <a:cubicBezTo>
                  <a:pt x="1598714" y="1846791"/>
                  <a:pt x="1568897" y="1850273"/>
                  <a:pt x="1539068" y="1852302"/>
                </a:cubicBezTo>
                <a:lnTo>
                  <a:pt x="1472337" y="1853614"/>
                </a:lnTo>
                <a:lnTo>
                  <a:pt x="1472337" y="1855293"/>
                </a:lnTo>
                <a:lnTo>
                  <a:pt x="0" y="1855293"/>
                </a:lnTo>
                <a:lnTo>
                  <a:pt x="369083" y="1074912"/>
                </a:lnTo>
                <a:lnTo>
                  <a:pt x="444650" y="931337"/>
                </a:lnTo>
                <a:lnTo>
                  <a:pt x="644898" y="514845"/>
                </a:lnTo>
                <a:lnTo>
                  <a:pt x="645800" y="515278"/>
                </a:lnTo>
                <a:lnTo>
                  <a:pt x="665339" y="475771"/>
                </a:lnTo>
                <a:cubicBezTo>
                  <a:pt x="679872" y="449642"/>
                  <a:pt x="695714" y="424142"/>
                  <a:pt x="712840" y="399380"/>
                </a:cubicBezTo>
                <a:lnTo>
                  <a:pt x="750416" y="350396"/>
                </a:lnTo>
                <a:lnTo>
                  <a:pt x="757540" y="336863"/>
                </a:lnTo>
                <a:lnTo>
                  <a:pt x="759019" y="339183"/>
                </a:lnTo>
                <a:lnTo>
                  <a:pt x="768048" y="327413"/>
                </a:lnTo>
                <a:cubicBezTo>
                  <a:pt x="827061" y="257872"/>
                  <a:pt x="897418" y="195929"/>
                  <a:pt x="978474" y="144481"/>
                </a:cubicBezTo>
                <a:cubicBezTo>
                  <a:pt x="1140584" y="41585"/>
                  <a:pt x="1322465" y="-4725"/>
                  <a:pt x="1500961" y="379"/>
                </a:cubicBezTo>
                <a:close/>
              </a:path>
            </a:pathLst>
          </a:custGeom>
          <a:solidFill>
            <a:srgbClr val="F0F0F0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3940856">
            <a:off x="5966952" y="2395403"/>
            <a:ext cx="2247773" cy="1735792"/>
          </a:xfrm>
          <a:custGeom>
            <a:avLst/>
            <a:gdLst/>
            <a:ahLst/>
            <a:cxnLst/>
            <a:rect l="l" t="t" r="r" b="b"/>
            <a:pathLst>
              <a:path w="2402522" h="1855293">
                <a:moveTo>
                  <a:pt x="1500961" y="379"/>
                </a:moveTo>
                <a:cubicBezTo>
                  <a:pt x="1798454" y="8885"/>
                  <a:pt x="2086546" y="160207"/>
                  <a:pt x="2258040" y="430391"/>
                </a:cubicBezTo>
                <a:cubicBezTo>
                  <a:pt x="2429535" y="700575"/>
                  <a:pt x="2443843" y="1025676"/>
                  <a:pt x="2324916" y="1298497"/>
                </a:cubicBezTo>
                <a:cubicBezTo>
                  <a:pt x="2253561" y="1462190"/>
                  <a:pt x="2134241" y="1607061"/>
                  <a:pt x="1972131" y="1709958"/>
                </a:cubicBezTo>
                <a:cubicBezTo>
                  <a:pt x="1918094" y="1744257"/>
                  <a:pt x="1861861" y="1772268"/>
                  <a:pt x="1804289" y="1794183"/>
                </a:cubicBezTo>
                <a:lnTo>
                  <a:pt x="1703481" y="1821496"/>
                </a:lnTo>
                <a:lnTo>
                  <a:pt x="1705549" y="1824741"/>
                </a:lnTo>
                <a:lnTo>
                  <a:pt x="1686949" y="1825975"/>
                </a:lnTo>
                <a:lnTo>
                  <a:pt x="1628410" y="1841834"/>
                </a:lnTo>
                <a:cubicBezTo>
                  <a:pt x="1598714" y="1846791"/>
                  <a:pt x="1568897" y="1850273"/>
                  <a:pt x="1539068" y="1852302"/>
                </a:cubicBezTo>
                <a:lnTo>
                  <a:pt x="1472337" y="1853614"/>
                </a:lnTo>
                <a:lnTo>
                  <a:pt x="1472337" y="1855293"/>
                </a:lnTo>
                <a:lnTo>
                  <a:pt x="0" y="1855293"/>
                </a:lnTo>
                <a:lnTo>
                  <a:pt x="369083" y="1074912"/>
                </a:lnTo>
                <a:lnTo>
                  <a:pt x="444650" y="931337"/>
                </a:lnTo>
                <a:lnTo>
                  <a:pt x="644898" y="514845"/>
                </a:lnTo>
                <a:lnTo>
                  <a:pt x="645800" y="515278"/>
                </a:lnTo>
                <a:lnTo>
                  <a:pt x="665339" y="475771"/>
                </a:lnTo>
                <a:cubicBezTo>
                  <a:pt x="679872" y="449642"/>
                  <a:pt x="695714" y="424142"/>
                  <a:pt x="712840" y="399380"/>
                </a:cubicBezTo>
                <a:lnTo>
                  <a:pt x="750416" y="350396"/>
                </a:lnTo>
                <a:lnTo>
                  <a:pt x="757540" y="336863"/>
                </a:lnTo>
                <a:lnTo>
                  <a:pt x="759019" y="339183"/>
                </a:lnTo>
                <a:lnTo>
                  <a:pt x="768048" y="327413"/>
                </a:lnTo>
                <a:cubicBezTo>
                  <a:pt x="827061" y="257872"/>
                  <a:pt x="897418" y="195929"/>
                  <a:pt x="978474" y="144481"/>
                </a:cubicBezTo>
                <a:cubicBezTo>
                  <a:pt x="1140584" y="41585"/>
                  <a:pt x="1322465" y="-4725"/>
                  <a:pt x="1500961" y="379"/>
                </a:cubicBezTo>
                <a:close/>
              </a:path>
            </a:pathLst>
          </a:custGeom>
          <a:solidFill>
            <a:srgbClr val="F0F0F0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900206" y="2769544"/>
            <a:ext cx="494397" cy="611250"/>
          </a:xfrm>
          <a:custGeom>
            <a:avLst/>
            <a:gdLst/>
            <a:ahLst/>
            <a:cxnLst/>
            <a:rect l="l" t="t" r="r" b="b"/>
            <a:pathLst>
              <a:path w="489936" h="605734">
                <a:moveTo>
                  <a:pt x="56946" y="454159"/>
                </a:moveTo>
                <a:lnTo>
                  <a:pt x="432989" y="454159"/>
                </a:lnTo>
                <a:lnTo>
                  <a:pt x="432989" y="552245"/>
                </a:lnTo>
                <a:lnTo>
                  <a:pt x="56946" y="552245"/>
                </a:lnTo>
                <a:close/>
                <a:moveTo>
                  <a:pt x="218027" y="167240"/>
                </a:moveTo>
                <a:lnTo>
                  <a:pt x="270224" y="343219"/>
                </a:lnTo>
                <a:lnTo>
                  <a:pt x="322421" y="269521"/>
                </a:lnTo>
                <a:lnTo>
                  <a:pt x="361990" y="314636"/>
                </a:lnTo>
                <a:lnTo>
                  <a:pt x="432989" y="314636"/>
                </a:lnTo>
                <a:lnTo>
                  <a:pt x="432989" y="333411"/>
                </a:lnTo>
                <a:lnTo>
                  <a:pt x="353290" y="333411"/>
                </a:lnTo>
                <a:lnTo>
                  <a:pt x="324105" y="299785"/>
                </a:lnTo>
                <a:lnTo>
                  <a:pt x="263208" y="385812"/>
                </a:lnTo>
                <a:lnTo>
                  <a:pt x="224762" y="255229"/>
                </a:lnTo>
                <a:lnTo>
                  <a:pt x="198664" y="438494"/>
                </a:lnTo>
                <a:lnTo>
                  <a:pt x="150395" y="300905"/>
                </a:lnTo>
                <a:lnTo>
                  <a:pt x="131313" y="333411"/>
                </a:lnTo>
                <a:lnTo>
                  <a:pt x="56946" y="333411"/>
                </a:lnTo>
                <a:lnTo>
                  <a:pt x="56946" y="314636"/>
                </a:lnTo>
                <a:lnTo>
                  <a:pt x="120368" y="314636"/>
                </a:lnTo>
                <a:lnTo>
                  <a:pt x="154605" y="256350"/>
                </a:lnTo>
                <a:lnTo>
                  <a:pt x="190806" y="359472"/>
                </a:lnTo>
                <a:close/>
                <a:moveTo>
                  <a:pt x="23290" y="71444"/>
                </a:moveTo>
                <a:lnTo>
                  <a:pt x="23290" y="570712"/>
                </a:lnTo>
                <a:cubicBezTo>
                  <a:pt x="23290" y="577156"/>
                  <a:pt x="28622" y="582199"/>
                  <a:pt x="35076" y="582199"/>
                </a:cubicBezTo>
                <a:lnTo>
                  <a:pt x="454860" y="582199"/>
                </a:lnTo>
                <a:cubicBezTo>
                  <a:pt x="461314" y="582199"/>
                  <a:pt x="466646" y="577156"/>
                  <a:pt x="466646" y="570712"/>
                </a:cubicBezTo>
                <a:lnTo>
                  <a:pt x="466646" y="71444"/>
                </a:lnTo>
                <a:close/>
                <a:moveTo>
                  <a:pt x="440550" y="24935"/>
                </a:moveTo>
                <a:cubicBezTo>
                  <a:pt x="431290" y="24935"/>
                  <a:pt x="423713" y="32220"/>
                  <a:pt x="423713" y="41466"/>
                </a:cubicBezTo>
                <a:cubicBezTo>
                  <a:pt x="423713" y="50711"/>
                  <a:pt x="431290" y="58276"/>
                  <a:pt x="440550" y="58276"/>
                </a:cubicBezTo>
                <a:cubicBezTo>
                  <a:pt x="449810" y="58276"/>
                  <a:pt x="457105" y="50711"/>
                  <a:pt x="457105" y="41466"/>
                </a:cubicBezTo>
                <a:cubicBezTo>
                  <a:pt x="457105" y="32220"/>
                  <a:pt x="449810" y="24935"/>
                  <a:pt x="440550" y="24935"/>
                </a:cubicBezTo>
                <a:close/>
                <a:moveTo>
                  <a:pt x="384148" y="24935"/>
                </a:moveTo>
                <a:cubicBezTo>
                  <a:pt x="374888" y="24935"/>
                  <a:pt x="367312" y="32220"/>
                  <a:pt x="367312" y="41466"/>
                </a:cubicBezTo>
                <a:cubicBezTo>
                  <a:pt x="367312" y="50711"/>
                  <a:pt x="374888" y="58276"/>
                  <a:pt x="384148" y="58276"/>
                </a:cubicBezTo>
                <a:cubicBezTo>
                  <a:pt x="393408" y="58276"/>
                  <a:pt x="400984" y="50711"/>
                  <a:pt x="400984" y="41466"/>
                </a:cubicBezTo>
                <a:cubicBezTo>
                  <a:pt x="400984" y="32220"/>
                  <a:pt x="393408" y="24935"/>
                  <a:pt x="384148" y="24935"/>
                </a:cubicBezTo>
                <a:close/>
                <a:moveTo>
                  <a:pt x="327746" y="24935"/>
                </a:moveTo>
                <a:cubicBezTo>
                  <a:pt x="318486" y="24935"/>
                  <a:pt x="311191" y="32220"/>
                  <a:pt x="311191" y="41466"/>
                </a:cubicBezTo>
                <a:cubicBezTo>
                  <a:pt x="311191" y="50711"/>
                  <a:pt x="318486" y="58276"/>
                  <a:pt x="327746" y="58276"/>
                </a:cubicBezTo>
                <a:cubicBezTo>
                  <a:pt x="337006" y="58276"/>
                  <a:pt x="344583" y="50711"/>
                  <a:pt x="344583" y="41466"/>
                </a:cubicBezTo>
                <a:cubicBezTo>
                  <a:pt x="344583" y="32220"/>
                  <a:pt x="337006" y="24935"/>
                  <a:pt x="327746" y="24935"/>
                </a:cubicBezTo>
                <a:close/>
                <a:moveTo>
                  <a:pt x="35076" y="0"/>
                </a:moveTo>
                <a:lnTo>
                  <a:pt x="454860" y="0"/>
                </a:lnTo>
                <a:cubicBezTo>
                  <a:pt x="474222" y="0"/>
                  <a:pt x="489936" y="15690"/>
                  <a:pt x="489936" y="35022"/>
                </a:cubicBezTo>
                <a:lnTo>
                  <a:pt x="489936" y="570712"/>
                </a:lnTo>
                <a:cubicBezTo>
                  <a:pt x="489936" y="590044"/>
                  <a:pt x="474222" y="605734"/>
                  <a:pt x="454860" y="605734"/>
                </a:cubicBezTo>
                <a:lnTo>
                  <a:pt x="35076" y="605734"/>
                </a:lnTo>
                <a:cubicBezTo>
                  <a:pt x="15714" y="605734"/>
                  <a:pt x="0" y="590044"/>
                  <a:pt x="0" y="570712"/>
                </a:cubicBezTo>
                <a:lnTo>
                  <a:pt x="0" y="35022"/>
                </a:lnTo>
                <a:cubicBezTo>
                  <a:pt x="0" y="15690"/>
                  <a:pt x="15714" y="0"/>
                  <a:pt x="35076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323882" y="4287001"/>
            <a:ext cx="283860" cy="350952"/>
          </a:xfrm>
          <a:custGeom>
            <a:avLst/>
            <a:gdLst/>
            <a:ahLst/>
            <a:cxnLst/>
            <a:rect l="l" t="t" r="r" b="b"/>
            <a:pathLst>
              <a:path w="489936" h="605734">
                <a:moveTo>
                  <a:pt x="56946" y="454159"/>
                </a:moveTo>
                <a:lnTo>
                  <a:pt x="432989" y="454159"/>
                </a:lnTo>
                <a:lnTo>
                  <a:pt x="432989" y="552245"/>
                </a:lnTo>
                <a:lnTo>
                  <a:pt x="56946" y="552245"/>
                </a:lnTo>
                <a:close/>
                <a:moveTo>
                  <a:pt x="218027" y="167240"/>
                </a:moveTo>
                <a:lnTo>
                  <a:pt x="270224" y="343219"/>
                </a:lnTo>
                <a:lnTo>
                  <a:pt x="322421" y="269521"/>
                </a:lnTo>
                <a:lnTo>
                  <a:pt x="361990" y="314636"/>
                </a:lnTo>
                <a:lnTo>
                  <a:pt x="432989" y="314636"/>
                </a:lnTo>
                <a:lnTo>
                  <a:pt x="432989" y="333411"/>
                </a:lnTo>
                <a:lnTo>
                  <a:pt x="353290" y="333411"/>
                </a:lnTo>
                <a:lnTo>
                  <a:pt x="324105" y="299785"/>
                </a:lnTo>
                <a:lnTo>
                  <a:pt x="263208" y="385812"/>
                </a:lnTo>
                <a:lnTo>
                  <a:pt x="224762" y="255229"/>
                </a:lnTo>
                <a:lnTo>
                  <a:pt x="198664" y="438494"/>
                </a:lnTo>
                <a:lnTo>
                  <a:pt x="150395" y="300905"/>
                </a:lnTo>
                <a:lnTo>
                  <a:pt x="131313" y="333411"/>
                </a:lnTo>
                <a:lnTo>
                  <a:pt x="56946" y="333411"/>
                </a:lnTo>
                <a:lnTo>
                  <a:pt x="56946" y="314636"/>
                </a:lnTo>
                <a:lnTo>
                  <a:pt x="120368" y="314636"/>
                </a:lnTo>
                <a:lnTo>
                  <a:pt x="154605" y="256350"/>
                </a:lnTo>
                <a:lnTo>
                  <a:pt x="190806" y="359472"/>
                </a:lnTo>
                <a:close/>
                <a:moveTo>
                  <a:pt x="23290" y="71444"/>
                </a:moveTo>
                <a:lnTo>
                  <a:pt x="23290" y="570712"/>
                </a:lnTo>
                <a:cubicBezTo>
                  <a:pt x="23290" y="577156"/>
                  <a:pt x="28622" y="582199"/>
                  <a:pt x="35076" y="582199"/>
                </a:cubicBezTo>
                <a:lnTo>
                  <a:pt x="454860" y="582199"/>
                </a:lnTo>
                <a:cubicBezTo>
                  <a:pt x="461314" y="582199"/>
                  <a:pt x="466646" y="577156"/>
                  <a:pt x="466646" y="570712"/>
                </a:cubicBezTo>
                <a:lnTo>
                  <a:pt x="466646" y="71444"/>
                </a:lnTo>
                <a:close/>
                <a:moveTo>
                  <a:pt x="440550" y="24935"/>
                </a:moveTo>
                <a:cubicBezTo>
                  <a:pt x="431290" y="24935"/>
                  <a:pt x="423713" y="32220"/>
                  <a:pt x="423713" y="41466"/>
                </a:cubicBezTo>
                <a:cubicBezTo>
                  <a:pt x="423713" y="50711"/>
                  <a:pt x="431290" y="58276"/>
                  <a:pt x="440550" y="58276"/>
                </a:cubicBezTo>
                <a:cubicBezTo>
                  <a:pt x="449810" y="58276"/>
                  <a:pt x="457105" y="50711"/>
                  <a:pt x="457105" y="41466"/>
                </a:cubicBezTo>
                <a:cubicBezTo>
                  <a:pt x="457105" y="32220"/>
                  <a:pt x="449810" y="24935"/>
                  <a:pt x="440550" y="24935"/>
                </a:cubicBezTo>
                <a:close/>
                <a:moveTo>
                  <a:pt x="384148" y="24935"/>
                </a:moveTo>
                <a:cubicBezTo>
                  <a:pt x="374888" y="24935"/>
                  <a:pt x="367312" y="32220"/>
                  <a:pt x="367312" y="41466"/>
                </a:cubicBezTo>
                <a:cubicBezTo>
                  <a:pt x="367312" y="50711"/>
                  <a:pt x="374888" y="58276"/>
                  <a:pt x="384148" y="58276"/>
                </a:cubicBezTo>
                <a:cubicBezTo>
                  <a:pt x="393408" y="58276"/>
                  <a:pt x="400984" y="50711"/>
                  <a:pt x="400984" y="41466"/>
                </a:cubicBezTo>
                <a:cubicBezTo>
                  <a:pt x="400984" y="32220"/>
                  <a:pt x="393408" y="24935"/>
                  <a:pt x="384148" y="24935"/>
                </a:cubicBezTo>
                <a:close/>
                <a:moveTo>
                  <a:pt x="327746" y="24935"/>
                </a:moveTo>
                <a:cubicBezTo>
                  <a:pt x="318486" y="24935"/>
                  <a:pt x="311191" y="32220"/>
                  <a:pt x="311191" y="41466"/>
                </a:cubicBezTo>
                <a:cubicBezTo>
                  <a:pt x="311191" y="50711"/>
                  <a:pt x="318486" y="58276"/>
                  <a:pt x="327746" y="58276"/>
                </a:cubicBezTo>
                <a:cubicBezTo>
                  <a:pt x="337006" y="58276"/>
                  <a:pt x="344583" y="50711"/>
                  <a:pt x="344583" y="41466"/>
                </a:cubicBezTo>
                <a:cubicBezTo>
                  <a:pt x="344583" y="32220"/>
                  <a:pt x="337006" y="24935"/>
                  <a:pt x="327746" y="24935"/>
                </a:cubicBezTo>
                <a:close/>
                <a:moveTo>
                  <a:pt x="35076" y="0"/>
                </a:moveTo>
                <a:lnTo>
                  <a:pt x="454860" y="0"/>
                </a:lnTo>
                <a:cubicBezTo>
                  <a:pt x="474222" y="0"/>
                  <a:pt x="489936" y="15690"/>
                  <a:pt x="489936" y="35022"/>
                </a:cubicBezTo>
                <a:lnTo>
                  <a:pt x="489936" y="570712"/>
                </a:lnTo>
                <a:cubicBezTo>
                  <a:pt x="489936" y="590044"/>
                  <a:pt x="474222" y="605734"/>
                  <a:pt x="454860" y="605734"/>
                </a:cubicBezTo>
                <a:lnTo>
                  <a:pt x="35076" y="605734"/>
                </a:lnTo>
                <a:cubicBezTo>
                  <a:pt x="15714" y="605734"/>
                  <a:pt x="0" y="590044"/>
                  <a:pt x="0" y="570712"/>
                </a:cubicBezTo>
                <a:lnTo>
                  <a:pt x="0" y="35022"/>
                </a:lnTo>
                <a:cubicBezTo>
                  <a:pt x="0" y="15690"/>
                  <a:pt x="15714" y="0"/>
                  <a:pt x="35076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6923552" y="3136968"/>
            <a:ext cx="494397" cy="611250"/>
          </a:xfrm>
          <a:custGeom>
            <a:avLst/>
            <a:gdLst/>
            <a:ahLst/>
            <a:cxnLst/>
            <a:rect l="l" t="t" r="r" b="b"/>
            <a:pathLst>
              <a:path w="489936" h="605734">
                <a:moveTo>
                  <a:pt x="56946" y="454159"/>
                </a:moveTo>
                <a:lnTo>
                  <a:pt x="432989" y="454159"/>
                </a:lnTo>
                <a:lnTo>
                  <a:pt x="432989" y="552245"/>
                </a:lnTo>
                <a:lnTo>
                  <a:pt x="56946" y="552245"/>
                </a:lnTo>
                <a:close/>
                <a:moveTo>
                  <a:pt x="218027" y="167240"/>
                </a:moveTo>
                <a:lnTo>
                  <a:pt x="270224" y="343219"/>
                </a:lnTo>
                <a:lnTo>
                  <a:pt x="322421" y="269521"/>
                </a:lnTo>
                <a:lnTo>
                  <a:pt x="361990" y="314636"/>
                </a:lnTo>
                <a:lnTo>
                  <a:pt x="432989" y="314636"/>
                </a:lnTo>
                <a:lnTo>
                  <a:pt x="432989" y="333411"/>
                </a:lnTo>
                <a:lnTo>
                  <a:pt x="353290" y="333411"/>
                </a:lnTo>
                <a:lnTo>
                  <a:pt x="324105" y="299785"/>
                </a:lnTo>
                <a:lnTo>
                  <a:pt x="263208" y="385812"/>
                </a:lnTo>
                <a:lnTo>
                  <a:pt x="224762" y="255229"/>
                </a:lnTo>
                <a:lnTo>
                  <a:pt x="198664" y="438494"/>
                </a:lnTo>
                <a:lnTo>
                  <a:pt x="150395" y="300905"/>
                </a:lnTo>
                <a:lnTo>
                  <a:pt x="131313" y="333411"/>
                </a:lnTo>
                <a:lnTo>
                  <a:pt x="56946" y="333411"/>
                </a:lnTo>
                <a:lnTo>
                  <a:pt x="56946" y="314636"/>
                </a:lnTo>
                <a:lnTo>
                  <a:pt x="120368" y="314636"/>
                </a:lnTo>
                <a:lnTo>
                  <a:pt x="154605" y="256350"/>
                </a:lnTo>
                <a:lnTo>
                  <a:pt x="190806" y="359472"/>
                </a:lnTo>
                <a:close/>
                <a:moveTo>
                  <a:pt x="23290" y="71444"/>
                </a:moveTo>
                <a:lnTo>
                  <a:pt x="23290" y="570712"/>
                </a:lnTo>
                <a:cubicBezTo>
                  <a:pt x="23290" y="577156"/>
                  <a:pt x="28622" y="582199"/>
                  <a:pt x="35076" y="582199"/>
                </a:cubicBezTo>
                <a:lnTo>
                  <a:pt x="454860" y="582199"/>
                </a:lnTo>
                <a:cubicBezTo>
                  <a:pt x="461314" y="582199"/>
                  <a:pt x="466646" y="577156"/>
                  <a:pt x="466646" y="570712"/>
                </a:cubicBezTo>
                <a:lnTo>
                  <a:pt x="466646" y="71444"/>
                </a:lnTo>
                <a:close/>
                <a:moveTo>
                  <a:pt x="440550" y="24935"/>
                </a:moveTo>
                <a:cubicBezTo>
                  <a:pt x="431290" y="24935"/>
                  <a:pt x="423713" y="32220"/>
                  <a:pt x="423713" y="41466"/>
                </a:cubicBezTo>
                <a:cubicBezTo>
                  <a:pt x="423713" y="50711"/>
                  <a:pt x="431290" y="58276"/>
                  <a:pt x="440550" y="58276"/>
                </a:cubicBezTo>
                <a:cubicBezTo>
                  <a:pt x="449810" y="58276"/>
                  <a:pt x="457105" y="50711"/>
                  <a:pt x="457105" y="41466"/>
                </a:cubicBezTo>
                <a:cubicBezTo>
                  <a:pt x="457105" y="32220"/>
                  <a:pt x="449810" y="24935"/>
                  <a:pt x="440550" y="24935"/>
                </a:cubicBezTo>
                <a:close/>
                <a:moveTo>
                  <a:pt x="384148" y="24935"/>
                </a:moveTo>
                <a:cubicBezTo>
                  <a:pt x="374888" y="24935"/>
                  <a:pt x="367312" y="32220"/>
                  <a:pt x="367312" y="41466"/>
                </a:cubicBezTo>
                <a:cubicBezTo>
                  <a:pt x="367312" y="50711"/>
                  <a:pt x="374888" y="58276"/>
                  <a:pt x="384148" y="58276"/>
                </a:cubicBezTo>
                <a:cubicBezTo>
                  <a:pt x="393408" y="58276"/>
                  <a:pt x="400984" y="50711"/>
                  <a:pt x="400984" y="41466"/>
                </a:cubicBezTo>
                <a:cubicBezTo>
                  <a:pt x="400984" y="32220"/>
                  <a:pt x="393408" y="24935"/>
                  <a:pt x="384148" y="24935"/>
                </a:cubicBezTo>
                <a:close/>
                <a:moveTo>
                  <a:pt x="327746" y="24935"/>
                </a:moveTo>
                <a:cubicBezTo>
                  <a:pt x="318486" y="24935"/>
                  <a:pt x="311191" y="32220"/>
                  <a:pt x="311191" y="41466"/>
                </a:cubicBezTo>
                <a:cubicBezTo>
                  <a:pt x="311191" y="50711"/>
                  <a:pt x="318486" y="58276"/>
                  <a:pt x="327746" y="58276"/>
                </a:cubicBezTo>
                <a:cubicBezTo>
                  <a:pt x="337006" y="58276"/>
                  <a:pt x="344583" y="50711"/>
                  <a:pt x="344583" y="41466"/>
                </a:cubicBezTo>
                <a:cubicBezTo>
                  <a:pt x="344583" y="32220"/>
                  <a:pt x="337006" y="24935"/>
                  <a:pt x="327746" y="24935"/>
                </a:cubicBezTo>
                <a:close/>
                <a:moveTo>
                  <a:pt x="35076" y="0"/>
                </a:moveTo>
                <a:lnTo>
                  <a:pt x="454860" y="0"/>
                </a:lnTo>
                <a:cubicBezTo>
                  <a:pt x="474222" y="0"/>
                  <a:pt x="489936" y="15690"/>
                  <a:pt x="489936" y="35022"/>
                </a:cubicBezTo>
                <a:lnTo>
                  <a:pt x="489936" y="570712"/>
                </a:lnTo>
                <a:cubicBezTo>
                  <a:pt x="489936" y="590044"/>
                  <a:pt x="474222" y="605734"/>
                  <a:pt x="454860" y="605734"/>
                </a:cubicBezTo>
                <a:lnTo>
                  <a:pt x="35076" y="605734"/>
                </a:lnTo>
                <a:cubicBezTo>
                  <a:pt x="15714" y="605734"/>
                  <a:pt x="0" y="590044"/>
                  <a:pt x="0" y="570712"/>
                </a:cubicBezTo>
                <a:lnTo>
                  <a:pt x="0" y="35022"/>
                </a:lnTo>
                <a:cubicBezTo>
                  <a:pt x="0" y="15690"/>
                  <a:pt x="15714" y="0"/>
                  <a:pt x="35076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cxnSp>
        <p:nvCxnSpPr>
          <p:cNvPr id="9" name="Connector 9"/>
          <p:cNvCxnSpPr/>
          <p:nvPr/>
        </p:nvCxnSpPr>
        <p:spPr>
          <a:xfrm flipH="1">
            <a:off x="673100" y="3903947"/>
            <a:ext cx="5678678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0" name="AutoShape 10"/>
          <p:cNvSpPr/>
          <p:nvPr/>
        </p:nvSpPr>
        <p:spPr>
          <a:xfrm>
            <a:off x="673100" y="1614472"/>
            <a:ext cx="3467385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Key Points Recapped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73100" y="1966808"/>
            <a:ext cx="3467385" cy="102374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Discuss crucial points presented; underscore the importance of framework.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3100" y="4219967"/>
            <a:ext cx="3467385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Significance of ReSearch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73100" y="4540717"/>
            <a:ext cx="3467385" cy="102188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Restate how ReSearch is helpful for complex operations.</a:t>
            </a:r>
          </a:p>
          <a:p>
            <a:pPr marL="0" algn="r">
              <a:lnSpc>
                <a:spcPct val="150000"/>
              </a:lnSpc>
            </a:pPr>
            <a:endParaRPr lang="zh-CN" altLang="en-US" sz="14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347663" y="2684811"/>
            <a:ext cx="3171237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spAutoFit/>
          </a:bodyPr>
          <a:lstStyle/>
          <a:p>
            <a:pPr marL="0" algn="l"/>
            <a:r>
              <a:rPr lang="en-US" sz="16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Implications for Future AI Systems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347663" y="3091443"/>
            <a:ext cx="3171237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Re-state how search integration and reasoning may change AI systems.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Discussion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3841402" y="2258022"/>
            <a:ext cx="1161157" cy="951532"/>
          </a:xfrm>
          <a:prstGeom prst="arc">
            <a:avLst>
              <a:gd name="adj1" fmla="val 11867215"/>
              <a:gd name="adj2" fmla="val 21311435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103039" y="2258022"/>
            <a:ext cx="1161157" cy="951532"/>
          </a:xfrm>
          <a:prstGeom prst="arc">
            <a:avLst>
              <a:gd name="adj1" fmla="val 11867215"/>
              <a:gd name="adj2" fmla="val 21311435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 flipV="1">
            <a:off x="5207352" y="3661058"/>
            <a:ext cx="1161157" cy="951532"/>
          </a:xfrm>
          <a:prstGeom prst="arc">
            <a:avLst>
              <a:gd name="adj1" fmla="val 11283527"/>
              <a:gd name="adj2" fmla="val 20562987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2952751" y="2696831"/>
            <a:ext cx="1777303" cy="1777299"/>
            <a:chOff x="2510236" y="2796111"/>
            <a:chExt cx="2027515" cy="2027512"/>
          </a:xfrm>
        </p:grpSpPr>
        <p:grpSp>
          <p:nvGrpSpPr>
            <p:cNvPr id="7" name="Group 7"/>
            <p:cNvGrpSpPr/>
            <p:nvPr/>
          </p:nvGrpSpPr>
          <p:grpSpPr>
            <a:xfrm>
              <a:off x="2510236" y="2796111"/>
              <a:ext cx="2027515" cy="2027512"/>
              <a:chOff x="6284235" y="2278589"/>
              <a:chExt cx="1180469" cy="1180467"/>
            </a:xfrm>
          </p:grpSpPr>
          <p:sp>
            <p:nvSpPr>
              <p:cNvPr id="8" name="Freeform 8"/>
              <p:cNvSpPr/>
              <p:nvPr/>
            </p:nvSpPr>
            <p:spPr>
              <a:xfrm flipH="1">
                <a:off x="6284235" y="2278589"/>
                <a:ext cx="1180469" cy="1180467"/>
              </a:xfrm>
              <a:custGeom>
                <a:avLst/>
                <a:gdLst/>
                <a:ahLst/>
                <a:cxnLst/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" name="AutoShape 9"/>
              <p:cNvSpPr/>
              <p:nvPr/>
            </p:nvSpPr>
            <p:spPr>
              <a:xfrm flipH="1">
                <a:off x="6508272" y="2502625"/>
                <a:ext cx="732395" cy="732395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3223550" y="3504936"/>
              <a:ext cx="600886" cy="609864"/>
            </a:xfrm>
            <a:custGeom>
              <a:avLst/>
              <a:gdLst/>
              <a:ahLst/>
              <a:cxnLst/>
              <a:rect l="l" t="t" r="r" b="b"/>
              <a:pathLst>
                <a:path w="599806" h="608768">
                  <a:moveTo>
                    <a:pt x="322492" y="361615"/>
                  </a:moveTo>
                  <a:lnTo>
                    <a:pt x="258086" y="442798"/>
                  </a:lnTo>
                  <a:lnTo>
                    <a:pt x="339393" y="378490"/>
                  </a:lnTo>
                  <a:cubicBezTo>
                    <a:pt x="335853" y="376780"/>
                    <a:pt x="332541" y="374385"/>
                    <a:pt x="329572" y="371421"/>
                  </a:cubicBezTo>
                  <a:cubicBezTo>
                    <a:pt x="326603" y="368456"/>
                    <a:pt x="324205" y="365149"/>
                    <a:pt x="322492" y="361615"/>
                  </a:cubicBezTo>
                  <a:close/>
                  <a:moveTo>
                    <a:pt x="349099" y="337784"/>
                  </a:moveTo>
                  <a:cubicBezTo>
                    <a:pt x="345217" y="341775"/>
                    <a:pt x="345217" y="348046"/>
                    <a:pt x="349099" y="351923"/>
                  </a:cubicBezTo>
                  <a:cubicBezTo>
                    <a:pt x="352982" y="355800"/>
                    <a:pt x="359377" y="355800"/>
                    <a:pt x="363259" y="351923"/>
                  </a:cubicBezTo>
                  <a:close/>
                  <a:moveTo>
                    <a:pt x="457227" y="229763"/>
                  </a:moveTo>
                  <a:cubicBezTo>
                    <a:pt x="460810" y="229976"/>
                    <a:pt x="464321" y="231459"/>
                    <a:pt x="467062" y="234138"/>
                  </a:cubicBezTo>
                  <a:cubicBezTo>
                    <a:pt x="472429" y="239611"/>
                    <a:pt x="473000" y="248277"/>
                    <a:pt x="468204" y="254206"/>
                  </a:cubicBezTo>
                  <a:lnTo>
                    <a:pt x="393635" y="348274"/>
                  </a:lnTo>
                  <a:cubicBezTo>
                    <a:pt x="392836" y="356712"/>
                    <a:pt x="389296" y="365035"/>
                    <a:pt x="382787" y="371421"/>
                  </a:cubicBezTo>
                  <a:cubicBezTo>
                    <a:pt x="376277" y="377920"/>
                    <a:pt x="368055" y="381569"/>
                    <a:pt x="359491" y="382253"/>
                  </a:cubicBezTo>
                  <a:lnTo>
                    <a:pt x="265395" y="456709"/>
                  </a:lnTo>
                  <a:cubicBezTo>
                    <a:pt x="259342" y="461498"/>
                    <a:pt x="250664" y="461042"/>
                    <a:pt x="245296" y="455569"/>
                  </a:cubicBezTo>
                  <a:cubicBezTo>
                    <a:pt x="239815" y="450210"/>
                    <a:pt x="239358" y="441544"/>
                    <a:pt x="244154" y="435501"/>
                  </a:cubicBezTo>
                  <a:lnTo>
                    <a:pt x="318723" y="341547"/>
                  </a:lnTo>
                  <a:cubicBezTo>
                    <a:pt x="319523" y="332995"/>
                    <a:pt x="323063" y="324786"/>
                    <a:pt x="329572" y="318286"/>
                  </a:cubicBezTo>
                  <a:cubicBezTo>
                    <a:pt x="336081" y="311901"/>
                    <a:pt x="344303" y="308252"/>
                    <a:pt x="352753" y="307454"/>
                  </a:cubicBezTo>
                  <a:lnTo>
                    <a:pt x="446964" y="232998"/>
                  </a:lnTo>
                  <a:cubicBezTo>
                    <a:pt x="449990" y="230604"/>
                    <a:pt x="453644" y="229549"/>
                    <a:pt x="457227" y="229763"/>
                  </a:cubicBezTo>
                  <a:close/>
                  <a:moveTo>
                    <a:pt x="136593" y="176654"/>
                  </a:moveTo>
                  <a:cubicBezTo>
                    <a:pt x="133395" y="178365"/>
                    <a:pt x="130312" y="179392"/>
                    <a:pt x="127228" y="179962"/>
                  </a:cubicBezTo>
                  <a:cubicBezTo>
                    <a:pt x="125401" y="180304"/>
                    <a:pt x="124030" y="181901"/>
                    <a:pt x="124030" y="183725"/>
                  </a:cubicBezTo>
                  <a:lnTo>
                    <a:pt x="124030" y="193419"/>
                  </a:lnTo>
                  <a:cubicBezTo>
                    <a:pt x="123459" y="193533"/>
                    <a:pt x="123002" y="193875"/>
                    <a:pt x="122545" y="194331"/>
                  </a:cubicBezTo>
                  <a:cubicBezTo>
                    <a:pt x="121860" y="195130"/>
                    <a:pt x="121518" y="196270"/>
                    <a:pt x="121632" y="197296"/>
                  </a:cubicBezTo>
                  <a:lnTo>
                    <a:pt x="123688" y="217824"/>
                  </a:lnTo>
                  <a:cubicBezTo>
                    <a:pt x="123916" y="219421"/>
                    <a:pt x="124944" y="220676"/>
                    <a:pt x="126543" y="221132"/>
                  </a:cubicBezTo>
                  <a:cubicBezTo>
                    <a:pt x="126885" y="221246"/>
                    <a:pt x="127228" y="221246"/>
                    <a:pt x="127571" y="221246"/>
                  </a:cubicBezTo>
                  <a:cubicBezTo>
                    <a:pt x="128713" y="221246"/>
                    <a:pt x="129855" y="220676"/>
                    <a:pt x="130654" y="219763"/>
                  </a:cubicBezTo>
                  <a:lnTo>
                    <a:pt x="141504" y="205394"/>
                  </a:lnTo>
                  <a:cubicBezTo>
                    <a:pt x="141961" y="204709"/>
                    <a:pt x="142189" y="203911"/>
                    <a:pt x="142189" y="203113"/>
                  </a:cubicBezTo>
                  <a:lnTo>
                    <a:pt x="142189" y="180076"/>
                  </a:lnTo>
                  <a:cubicBezTo>
                    <a:pt x="142189" y="178707"/>
                    <a:pt x="141504" y="177453"/>
                    <a:pt x="140362" y="176769"/>
                  </a:cubicBezTo>
                  <a:cubicBezTo>
                    <a:pt x="139220" y="176084"/>
                    <a:pt x="137735" y="175970"/>
                    <a:pt x="136593" y="176654"/>
                  </a:cubicBezTo>
                  <a:close/>
                  <a:moveTo>
                    <a:pt x="87826" y="176654"/>
                  </a:moveTo>
                  <a:cubicBezTo>
                    <a:pt x="86570" y="175970"/>
                    <a:pt x="85085" y="176084"/>
                    <a:pt x="83943" y="176769"/>
                  </a:cubicBezTo>
                  <a:cubicBezTo>
                    <a:pt x="82801" y="177453"/>
                    <a:pt x="82116" y="178707"/>
                    <a:pt x="82116" y="180076"/>
                  </a:cubicBezTo>
                  <a:lnTo>
                    <a:pt x="82116" y="203113"/>
                  </a:lnTo>
                  <a:cubicBezTo>
                    <a:pt x="82116" y="203911"/>
                    <a:pt x="82344" y="204709"/>
                    <a:pt x="82915" y="205394"/>
                  </a:cubicBezTo>
                  <a:lnTo>
                    <a:pt x="93765" y="219763"/>
                  </a:lnTo>
                  <a:cubicBezTo>
                    <a:pt x="94450" y="220676"/>
                    <a:pt x="95592" y="221246"/>
                    <a:pt x="96849" y="221246"/>
                  </a:cubicBezTo>
                  <a:cubicBezTo>
                    <a:pt x="97191" y="221246"/>
                    <a:pt x="97534" y="221246"/>
                    <a:pt x="97877" y="221132"/>
                  </a:cubicBezTo>
                  <a:cubicBezTo>
                    <a:pt x="99361" y="220676"/>
                    <a:pt x="100503" y="219421"/>
                    <a:pt x="100618" y="217824"/>
                  </a:cubicBezTo>
                  <a:lnTo>
                    <a:pt x="102787" y="197296"/>
                  </a:lnTo>
                  <a:cubicBezTo>
                    <a:pt x="102902" y="196270"/>
                    <a:pt x="102445" y="195130"/>
                    <a:pt x="101760" y="194331"/>
                  </a:cubicBezTo>
                  <a:cubicBezTo>
                    <a:pt x="101417" y="193875"/>
                    <a:pt x="100846" y="193533"/>
                    <a:pt x="100275" y="193419"/>
                  </a:cubicBezTo>
                  <a:lnTo>
                    <a:pt x="100275" y="183725"/>
                  </a:lnTo>
                  <a:cubicBezTo>
                    <a:pt x="100275" y="181901"/>
                    <a:pt x="99019" y="180304"/>
                    <a:pt x="97191" y="179962"/>
                  </a:cubicBezTo>
                  <a:cubicBezTo>
                    <a:pt x="94108" y="179392"/>
                    <a:pt x="90910" y="178365"/>
                    <a:pt x="87826" y="176654"/>
                  </a:cubicBezTo>
                  <a:close/>
                  <a:moveTo>
                    <a:pt x="356190" y="149170"/>
                  </a:moveTo>
                  <a:cubicBezTo>
                    <a:pt x="351621" y="149170"/>
                    <a:pt x="347053" y="149398"/>
                    <a:pt x="342598" y="149626"/>
                  </a:cubicBezTo>
                  <a:lnTo>
                    <a:pt x="356190" y="168671"/>
                  </a:lnTo>
                  <a:lnTo>
                    <a:pt x="369781" y="149626"/>
                  </a:lnTo>
                  <a:cubicBezTo>
                    <a:pt x="365327" y="149398"/>
                    <a:pt x="360758" y="149170"/>
                    <a:pt x="356190" y="149170"/>
                  </a:cubicBezTo>
                  <a:close/>
                  <a:moveTo>
                    <a:pt x="356190" y="101614"/>
                  </a:moveTo>
                  <a:cubicBezTo>
                    <a:pt x="490504" y="101614"/>
                    <a:pt x="599806" y="210753"/>
                    <a:pt x="599806" y="344866"/>
                  </a:cubicBezTo>
                  <a:cubicBezTo>
                    <a:pt x="599806" y="479094"/>
                    <a:pt x="490504" y="588233"/>
                    <a:pt x="356190" y="588233"/>
                  </a:cubicBezTo>
                  <a:cubicBezTo>
                    <a:pt x="305822" y="588233"/>
                    <a:pt x="258994" y="572837"/>
                    <a:pt x="220047" y="546608"/>
                  </a:cubicBezTo>
                  <a:lnTo>
                    <a:pt x="220047" y="485595"/>
                  </a:lnTo>
                  <a:cubicBezTo>
                    <a:pt x="247344" y="511825"/>
                    <a:pt x="282179" y="530413"/>
                    <a:pt x="321012" y="537484"/>
                  </a:cubicBezTo>
                  <a:lnTo>
                    <a:pt x="348423" y="499280"/>
                  </a:lnTo>
                  <a:cubicBezTo>
                    <a:pt x="350250" y="496771"/>
                    <a:pt x="353106" y="495288"/>
                    <a:pt x="356190" y="495288"/>
                  </a:cubicBezTo>
                  <a:cubicBezTo>
                    <a:pt x="359273" y="495288"/>
                    <a:pt x="362129" y="496771"/>
                    <a:pt x="363956" y="499280"/>
                  </a:cubicBezTo>
                  <a:lnTo>
                    <a:pt x="391367" y="537484"/>
                  </a:lnTo>
                  <a:cubicBezTo>
                    <a:pt x="471316" y="522887"/>
                    <a:pt x="534476" y="459821"/>
                    <a:pt x="548981" y="379992"/>
                  </a:cubicBezTo>
                  <a:lnTo>
                    <a:pt x="510834" y="352621"/>
                  </a:lnTo>
                  <a:cubicBezTo>
                    <a:pt x="508321" y="350797"/>
                    <a:pt x="506837" y="347946"/>
                    <a:pt x="506837" y="344866"/>
                  </a:cubicBezTo>
                  <a:cubicBezTo>
                    <a:pt x="506837" y="341787"/>
                    <a:pt x="508321" y="338936"/>
                    <a:pt x="510834" y="337112"/>
                  </a:cubicBezTo>
                  <a:lnTo>
                    <a:pt x="548981" y="309855"/>
                  </a:lnTo>
                  <a:cubicBezTo>
                    <a:pt x="534476" y="229912"/>
                    <a:pt x="471316" y="166846"/>
                    <a:pt x="391367" y="152363"/>
                  </a:cubicBezTo>
                  <a:lnTo>
                    <a:pt x="363956" y="190453"/>
                  </a:lnTo>
                  <a:cubicBezTo>
                    <a:pt x="362129" y="192962"/>
                    <a:pt x="359273" y="194445"/>
                    <a:pt x="356190" y="194445"/>
                  </a:cubicBezTo>
                  <a:cubicBezTo>
                    <a:pt x="353106" y="194445"/>
                    <a:pt x="350250" y="192962"/>
                    <a:pt x="348423" y="190453"/>
                  </a:cubicBezTo>
                  <a:lnTo>
                    <a:pt x="321012" y="152363"/>
                  </a:lnTo>
                  <a:cubicBezTo>
                    <a:pt x="295657" y="156925"/>
                    <a:pt x="272014" y="166504"/>
                    <a:pt x="250999" y="179847"/>
                  </a:cubicBezTo>
                  <a:cubicBezTo>
                    <a:pt x="244146" y="164223"/>
                    <a:pt x="230327" y="152135"/>
                    <a:pt x="212966" y="148143"/>
                  </a:cubicBezTo>
                  <a:cubicBezTo>
                    <a:pt x="253283" y="118948"/>
                    <a:pt x="302738" y="101614"/>
                    <a:pt x="356190" y="101614"/>
                  </a:cubicBezTo>
                  <a:close/>
                  <a:moveTo>
                    <a:pt x="93765" y="73102"/>
                  </a:moveTo>
                  <a:cubicBezTo>
                    <a:pt x="82801" y="73102"/>
                    <a:pt x="72294" y="77550"/>
                    <a:pt x="67040" y="80173"/>
                  </a:cubicBezTo>
                  <a:cubicBezTo>
                    <a:pt x="65670" y="80857"/>
                    <a:pt x="64870" y="82112"/>
                    <a:pt x="64870" y="83594"/>
                  </a:cubicBezTo>
                  <a:lnTo>
                    <a:pt x="64870" y="90551"/>
                  </a:lnTo>
                  <a:lnTo>
                    <a:pt x="63271" y="90551"/>
                  </a:lnTo>
                  <a:cubicBezTo>
                    <a:pt x="61102" y="90551"/>
                    <a:pt x="59388" y="92262"/>
                    <a:pt x="59388" y="94315"/>
                  </a:cubicBezTo>
                  <a:lnTo>
                    <a:pt x="59388" y="100701"/>
                  </a:lnTo>
                  <a:cubicBezTo>
                    <a:pt x="59388" y="101956"/>
                    <a:pt x="60074" y="103210"/>
                    <a:pt x="61216" y="103894"/>
                  </a:cubicBezTo>
                  <a:lnTo>
                    <a:pt x="64870" y="106289"/>
                  </a:lnTo>
                  <a:lnTo>
                    <a:pt x="65099" y="107886"/>
                  </a:lnTo>
                  <a:cubicBezTo>
                    <a:pt x="66355" y="117123"/>
                    <a:pt x="71494" y="129098"/>
                    <a:pt x="78918" y="139818"/>
                  </a:cubicBezTo>
                  <a:cubicBezTo>
                    <a:pt x="88397" y="153504"/>
                    <a:pt x="97191" y="159662"/>
                    <a:pt x="101760" y="159662"/>
                  </a:cubicBezTo>
                  <a:lnTo>
                    <a:pt x="122545" y="159662"/>
                  </a:lnTo>
                  <a:cubicBezTo>
                    <a:pt x="127114" y="159662"/>
                    <a:pt x="135908" y="153504"/>
                    <a:pt x="145387" y="139818"/>
                  </a:cubicBezTo>
                  <a:cubicBezTo>
                    <a:pt x="152811" y="129098"/>
                    <a:pt x="157950" y="117123"/>
                    <a:pt x="159206" y="107886"/>
                  </a:cubicBezTo>
                  <a:lnTo>
                    <a:pt x="159435" y="106289"/>
                  </a:lnTo>
                  <a:lnTo>
                    <a:pt x="163203" y="103894"/>
                  </a:lnTo>
                  <a:cubicBezTo>
                    <a:pt x="164231" y="103210"/>
                    <a:pt x="164917" y="101956"/>
                    <a:pt x="164917" y="100701"/>
                  </a:cubicBezTo>
                  <a:lnTo>
                    <a:pt x="164917" y="94315"/>
                  </a:lnTo>
                  <a:cubicBezTo>
                    <a:pt x="164917" y="92262"/>
                    <a:pt x="163203" y="90551"/>
                    <a:pt x="161034" y="90551"/>
                  </a:cubicBezTo>
                  <a:lnTo>
                    <a:pt x="158978" y="90551"/>
                  </a:lnTo>
                  <a:cubicBezTo>
                    <a:pt x="158635" y="89981"/>
                    <a:pt x="158178" y="89525"/>
                    <a:pt x="157722" y="89183"/>
                  </a:cubicBezTo>
                  <a:cubicBezTo>
                    <a:pt x="156579" y="88498"/>
                    <a:pt x="155209" y="88384"/>
                    <a:pt x="154067" y="88954"/>
                  </a:cubicBezTo>
                  <a:cubicBezTo>
                    <a:pt x="148927" y="91235"/>
                    <a:pt x="143788" y="92376"/>
                    <a:pt x="138763" y="92376"/>
                  </a:cubicBezTo>
                  <a:cubicBezTo>
                    <a:pt x="129969" y="92376"/>
                    <a:pt x="122089" y="88840"/>
                    <a:pt x="115236" y="81656"/>
                  </a:cubicBezTo>
                  <a:cubicBezTo>
                    <a:pt x="109640" y="75953"/>
                    <a:pt x="102445" y="73102"/>
                    <a:pt x="93765" y="73102"/>
                  </a:cubicBezTo>
                  <a:close/>
                  <a:moveTo>
                    <a:pt x="102445" y="0"/>
                  </a:moveTo>
                  <a:lnTo>
                    <a:pt x="121974" y="0"/>
                  </a:lnTo>
                  <a:cubicBezTo>
                    <a:pt x="155095" y="0"/>
                    <a:pt x="182048" y="26914"/>
                    <a:pt x="182048" y="60101"/>
                  </a:cubicBezTo>
                  <a:lnTo>
                    <a:pt x="182048" y="78919"/>
                  </a:lnTo>
                  <a:cubicBezTo>
                    <a:pt x="184332" y="82112"/>
                    <a:pt x="185474" y="85875"/>
                    <a:pt x="185474" y="89639"/>
                  </a:cubicBezTo>
                  <a:lnTo>
                    <a:pt x="185474" y="103096"/>
                  </a:lnTo>
                  <a:cubicBezTo>
                    <a:pt x="185474" y="108570"/>
                    <a:pt x="183076" y="113816"/>
                    <a:pt x="178850" y="117237"/>
                  </a:cubicBezTo>
                  <a:cubicBezTo>
                    <a:pt x="177822" y="120659"/>
                    <a:pt x="176566" y="124080"/>
                    <a:pt x="174967" y="127501"/>
                  </a:cubicBezTo>
                  <a:cubicBezTo>
                    <a:pt x="171883" y="135599"/>
                    <a:pt x="167429" y="144038"/>
                    <a:pt x="162061" y="151793"/>
                  </a:cubicBezTo>
                  <a:cubicBezTo>
                    <a:pt x="159777" y="154986"/>
                    <a:pt x="156922" y="158978"/>
                    <a:pt x="153382" y="162741"/>
                  </a:cubicBezTo>
                  <a:cubicBezTo>
                    <a:pt x="156465" y="164224"/>
                    <a:pt x="159206" y="166276"/>
                    <a:pt x="161376" y="168785"/>
                  </a:cubicBezTo>
                  <a:lnTo>
                    <a:pt x="205460" y="177567"/>
                  </a:lnTo>
                  <a:cubicBezTo>
                    <a:pt x="216881" y="179848"/>
                    <a:pt x="225104" y="189998"/>
                    <a:pt x="225104" y="201630"/>
                  </a:cubicBezTo>
                  <a:lnTo>
                    <a:pt x="225104" y="360380"/>
                  </a:lnTo>
                  <a:cubicBezTo>
                    <a:pt x="225104" y="364029"/>
                    <a:pt x="224305" y="367450"/>
                    <a:pt x="222820" y="370644"/>
                  </a:cubicBezTo>
                  <a:lnTo>
                    <a:pt x="222820" y="387978"/>
                  </a:lnTo>
                  <a:cubicBezTo>
                    <a:pt x="222820" y="399839"/>
                    <a:pt x="213227" y="409419"/>
                    <a:pt x="201349" y="409419"/>
                  </a:cubicBezTo>
                  <a:cubicBezTo>
                    <a:pt x="197123" y="409419"/>
                    <a:pt x="193012" y="408164"/>
                    <a:pt x="189700" y="405997"/>
                  </a:cubicBezTo>
                  <a:lnTo>
                    <a:pt x="189700" y="570221"/>
                  </a:lnTo>
                  <a:cubicBezTo>
                    <a:pt x="189700" y="591547"/>
                    <a:pt x="172454" y="608768"/>
                    <a:pt x="151097" y="608768"/>
                  </a:cubicBezTo>
                  <a:cubicBezTo>
                    <a:pt x="129855" y="608768"/>
                    <a:pt x="112609" y="591547"/>
                    <a:pt x="112609" y="570221"/>
                  </a:cubicBezTo>
                  <a:cubicBezTo>
                    <a:pt x="112609" y="591547"/>
                    <a:pt x="95250" y="608768"/>
                    <a:pt x="74007" y="608768"/>
                  </a:cubicBezTo>
                  <a:cubicBezTo>
                    <a:pt x="52650" y="608768"/>
                    <a:pt x="35405" y="591547"/>
                    <a:pt x="35405" y="570221"/>
                  </a:cubicBezTo>
                  <a:lnTo>
                    <a:pt x="35405" y="405997"/>
                  </a:lnTo>
                  <a:cubicBezTo>
                    <a:pt x="32093" y="408164"/>
                    <a:pt x="27981" y="409419"/>
                    <a:pt x="23756" y="409419"/>
                  </a:cubicBezTo>
                  <a:cubicBezTo>
                    <a:pt x="11878" y="409419"/>
                    <a:pt x="2284" y="399839"/>
                    <a:pt x="2284" y="387978"/>
                  </a:cubicBezTo>
                  <a:lnTo>
                    <a:pt x="2284" y="370644"/>
                  </a:lnTo>
                  <a:cubicBezTo>
                    <a:pt x="800" y="367450"/>
                    <a:pt x="0" y="364029"/>
                    <a:pt x="0" y="360380"/>
                  </a:cubicBezTo>
                  <a:lnTo>
                    <a:pt x="0" y="201630"/>
                  </a:lnTo>
                  <a:cubicBezTo>
                    <a:pt x="0" y="189998"/>
                    <a:pt x="8223" y="179962"/>
                    <a:pt x="19644" y="177567"/>
                  </a:cubicBezTo>
                  <a:lnTo>
                    <a:pt x="62929" y="168785"/>
                  </a:lnTo>
                  <a:cubicBezTo>
                    <a:pt x="65213" y="166276"/>
                    <a:pt x="67954" y="164224"/>
                    <a:pt x="70923" y="162855"/>
                  </a:cubicBezTo>
                  <a:cubicBezTo>
                    <a:pt x="67497" y="158978"/>
                    <a:pt x="64528" y="154986"/>
                    <a:pt x="62358" y="151793"/>
                  </a:cubicBezTo>
                  <a:cubicBezTo>
                    <a:pt x="56876" y="144038"/>
                    <a:pt x="52422" y="135599"/>
                    <a:pt x="49338" y="127501"/>
                  </a:cubicBezTo>
                  <a:cubicBezTo>
                    <a:pt x="47853" y="124080"/>
                    <a:pt x="46483" y="120659"/>
                    <a:pt x="45455" y="117237"/>
                  </a:cubicBezTo>
                  <a:cubicBezTo>
                    <a:pt x="41229" y="113816"/>
                    <a:pt x="38831" y="108570"/>
                    <a:pt x="38831" y="103096"/>
                  </a:cubicBezTo>
                  <a:lnTo>
                    <a:pt x="38831" y="89639"/>
                  </a:lnTo>
                  <a:cubicBezTo>
                    <a:pt x="38831" y="85875"/>
                    <a:pt x="40087" y="82112"/>
                    <a:pt x="42257" y="78919"/>
                  </a:cubicBezTo>
                  <a:lnTo>
                    <a:pt x="42257" y="60101"/>
                  </a:lnTo>
                  <a:cubicBezTo>
                    <a:pt x="42257" y="26914"/>
                    <a:pt x="69210" y="0"/>
                    <a:pt x="102445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14389" y="2696831"/>
            <a:ext cx="1777303" cy="1777299"/>
            <a:chOff x="6231054" y="2796111"/>
            <a:chExt cx="2027515" cy="2027512"/>
          </a:xfrm>
        </p:grpSpPr>
        <p:grpSp>
          <p:nvGrpSpPr>
            <p:cNvPr id="12" name="Group 12"/>
            <p:cNvGrpSpPr/>
            <p:nvPr/>
          </p:nvGrpSpPr>
          <p:grpSpPr>
            <a:xfrm>
              <a:off x="6231054" y="2796111"/>
              <a:ext cx="2027515" cy="2027512"/>
              <a:chOff x="6284235" y="2278589"/>
              <a:chExt cx="1180469" cy="1180467"/>
            </a:xfrm>
          </p:grpSpPr>
          <p:sp>
            <p:nvSpPr>
              <p:cNvPr id="13" name="Freeform 13"/>
              <p:cNvSpPr/>
              <p:nvPr/>
            </p:nvSpPr>
            <p:spPr>
              <a:xfrm flipH="1">
                <a:off x="6284235" y="2278589"/>
                <a:ext cx="1180469" cy="1180467"/>
              </a:xfrm>
              <a:custGeom>
                <a:avLst/>
                <a:gdLst/>
                <a:ahLst/>
                <a:cxnLst/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 flipH="1">
                <a:off x="6508272" y="2502625"/>
                <a:ext cx="732395" cy="732395"/>
              </a:xfrm>
              <a:prstGeom prst="ellipse">
                <a:avLst/>
              </a:prstGeom>
              <a:solidFill>
                <a:schemeClr val="accent2"/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6932705" y="3495230"/>
              <a:ext cx="600886" cy="609864"/>
            </a:xfrm>
            <a:custGeom>
              <a:avLst/>
              <a:gdLst/>
              <a:ahLst/>
              <a:cxnLst/>
              <a:rect l="l" t="t" r="r" b="b"/>
              <a:pathLst>
                <a:path w="599806" h="608768">
                  <a:moveTo>
                    <a:pt x="322492" y="361615"/>
                  </a:moveTo>
                  <a:lnTo>
                    <a:pt x="258086" y="442798"/>
                  </a:lnTo>
                  <a:lnTo>
                    <a:pt x="339393" y="378490"/>
                  </a:lnTo>
                  <a:cubicBezTo>
                    <a:pt x="335853" y="376780"/>
                    <a:pt x="332541" y="374385"/>
                    <a:pt x="329572" y="371421"/>
                  </a:cubicBezTo>
                  <a:cubicBezTo>
                    <a:pt x="326603" y="368456"/>
                    <a:pt x="324205" y="365149"/>
                    <a:pt x="322492" y="361615"/>
                  </a:cubicBezTo>
                  <a:close/>
                  <a:moveTo>
                    <a:pt x="349099" y="337784"/>
                  </a:moveTo>
                  <a:cubicBezTo>
                    <a:pt x="345217" y="341775"/>
                    <a:pt x="345217" y="348046"/>
                    <a:pt x="349099" y="351923"/>
                  </a:cubicBezTo>
                  <a:cubicBezTo>
                    <a:pt x="352982" y="355800"/>
                    <a:pt x="359377" y="355800"/>
                    <a:pt x="363259" y="351923"/>
                  </a:cubicBezTo>
                  <a:close/>
                  <a:moveTo>
                    <a:pt x="457227" y="229763"/>
                  </a:moveTo>
                  <a:cubicBezTo>
                    <a:pt x="460810" y="229976"/>
                    <a:pt x="464321" y="231459"/>
                    <a:pt x="467062" y="234138"/>
                  </a:cubicBezTo>
                  <a:cubicBezTo>
                    <a:pt x="472429" y="239611"/>
                    <a:pt x="473000" y="248277"/>
                    <a:pt x="468204" y="254206"/>
                  </a:cubicBezTo>
                  <a:lnTo>
                    <a:pt x="393635" y="348274"/>
                  </a:lnTo>
                  <a:cubicBezTo>
                    <a:pt x="392836" y="356712"/>
                    <a:pt x="389296" y="365035"/>
                    <a:pt x="382787" y="371421"/>
                  </a:cubicBezTo>
                  <a:cubicBezTo>
                    <a:pt x="376277" y="377920"/>
                    <a:pt x="368055" y="381569"/>
                    <a:pt x="359491" y="382253"/>
                  </a:cubicBezTo>
                  <a:lnTo>
                    <a:pt x="265395" y="456709"/>
                  </a:lnTo>
                  <a:cubicBezTo>
                    <a:pt x="259342" y="461498"/>
                    <a:pt x="250664" y="461042"/>
                    <a:pt x="245296" y="455569"/>
                  </a:cubicBezTo>
                  <a:cubicBezTo>
                    <a:pt x="239815" y="450210"/>
                    <a:pt x="239358" y="441544"/>
                    <a:pt x="244154" y="435501"/>
                  </a:cubicBezTo>
                  <a:lnTo>
                    <a:pt x="318723" y="341547"/>
                  </a:lnTo>
                  <a:cubicBezTo>
                    <a:pt x="319523" y="332995"/>
                    <a:pt x="323063" y="324786"/>
                    <a:pt x="329572" y="318286"/>
                  </a:cubicBezTo>
                  <a:cubicBezTo>
                    <a:pt x="336081" y="311901"/>
                    <a:pt x="344303" y="308252"/>
                    <a:pt x="352753" y="307454"/>
                  </a:cubicBezTo>
                  <a:lnTo>
                    <a:pt x="446964" y="232998"/>
                  </a:lnTo>
                  <a:cubicBezTo>
                    <a:pt x="449990" y="230604"/>
                    <a:pt x="453644" y="229549"/>
                    <a:pt x="457227" y="229763"/>
                  </a:cubicBezTo>
                  <a:close/>
                  <a:moveTo>
                    <a:pt x="136593" y="176654"/>
                  </a:moveTo>
                  <a:cubicBezTo>
                    <a:pt x="133395" y="178365"/>
                    <a:pt x="130312" y="179392"/>
                    <a:pt x="127228" y="179962"/>
                  </a:cubicBezTo>
                  <a:cubicBezTo>
                    <a:pt x="125401" y="180304"/>
                    <a:pt x="124030" y="181901"/>
                    <a:pt x="124030" y="183725"/>
                  </a:cubicBezTo>
                  <a:lnTo>
                    <a:pt x="124030" y="193419"/>
                  </a:lnTo>
                  <a:cubicBezTo>
                    <a:pt x="123459" y="193533"/>
                    <a:pt x="123002" y="193875"/>
                    <a:pt x="122545" y="194331"/>
                  </a:cubicBezTo>
                  <a:cubicBezTo>
                    <a:pt x="121860" y="195130"/>
                    <a:pt x="121518" y="196270"/>
                    <a:pt x="121632" y="197296"/>
                  </a:cubicBezTo>
                  <a:lnTo>
                    <a:pt x="123688" y="217824"/>
                  </a:lnTo>
                  <a:cubicBezTo>
                    <a:pt x="123916" y="219421"/>
                    <a:pt x="124944" y="220676"/>
                    <a:pt x="126543" y="221132"/>
                  </a:cubicBezTo>
                  <a:cubicBezTo>
                    <a:pt x="126885" y="221246"/>
                    <a:pt x="127228" y="221246"/>
                    <a:pt x="127571" y="221246"/>
                  </a:cubicBezTo>
                  <a:cubicBezTo>
                    <a:pt x="128713" y="221246"/>
                    <a:pt x="129855" y="220676"/>
                    <a:pt x="130654" y="219763"/>
                  </a:cubicBezTo>
                  <a:lnTo>
                    <a:pt x="141504" y="205394"/>
                  </a:lnTo>
                  <a:cubicBezTo>
                    <a:pt x="141961" y="204709"/>
                    <a:pt x="142189" y="203911"/>
                    <a:pt x="142189" y="203113"/>
                  </a:cubicBezTo>
                  <a:lnTo>
                    <a:pt x="142189" y="180076"/>
                  </a:lnTo>
                  <a:cubicBezTo>
                    <a:pt x="142189" y="178707"/>
                    <a:pt x="141504" y="177453"/>
                    <a:pt x="140362" y="176769"/>
                  </a:cubicBezTo>
                  <a:cubicBezTo>
                    <a:pt x="139220" y="176084"/>
                    <a:pt x="137735" y="175970"/>
                    <a:pt x="136593" y="176654"/>
                  </a:cubicBezTo>
                  <a:close/>
                  <a:moveTo>
                    <a:pt x="87826" y="176654"/>
                  </a:moveTo>
                  <a:cubicBezTo>
                    <a:pt x="86570" y="175970"/>
                    <a:pt x="85085" y="176084"/>
                    <a:pt x="83943" y="176769"/>
                  </a:cubicBezTo>
                  <a:cubicBezTo>
                    <a:pt x="82801" y="177453"/>
                    <a:pt x="82116" y="178707"/>
                    <a:pt x="82116" y="180076"/>
                  </a:cubicBezTo>
                  <a:lnTo>
                    <a:pt x="82116" y="203113"/>
                  </a:lnTo>
                  <a:cubicBezTo>
                    <a:pt x="82116" y="203911"/>
                    <a:pt x="82344" y="204709"/>
                    <a:pt x="82915" y="205394"/>
                  </a:cubicBezTo>
                  <a:lnTo>
                    <a:pt x="93765" y="219763"/>
                  </a:lnTo>
                  <a:cubicBezTo>
                    <a:pt x="94450" y="220676"/>
                    <a:pt x="95592" y="221246"/>
                    <a:pt x="96849" y="221246"/>
                  </a:cubicBezTo>
                  <a:cubicBezTo>
                    <a:pt x="97191" y="221246"/>
                    <a:pt x="97534" y="221246"/>
                    <a:pt x="97877" y="221132"/>
                  </a:cubicBezTo>
                  <a:cubicBezTo>
                    <a:pt x="99361" y="220676"/>
                    <a:pt x="100503" y="219421"/>
                    <a:pt x="100618" y="217824"/>
                  </a:cubicBezTo>
                  <a:lnTo>
                    <a:pt x="102787" y="197296"/>
                  </a:lnTo>
                  <a:cubicBezTo>
                    <a:pt x="102902" y="196270"/>
                    <a:pt x="102445" y="195130"/>
                    <a:pt x="101760" y="194331"/>
                  </a:cubicBezTo>
                  <a:cubicBezTo>
                    <a:pt x="101417" y="193875"/>
                    <a:pt x="100846" y="193533"/>
                    <a:pt x="100275" y="193419"/>
                  </a:cubicBezTo>
                  <a:lnTo>
                    <a:pt x="100275" y="183725"/>
                  </a:lnTo>
                  <a:cubicBezTo>
                    <a:pt x="100275" y="181901"/>
                    <a:pt x="99019" y="180304"/>
                    <a:pt x="97191" y="179962"/>
                  </a:cubicBezTo>
                  <a:cubicBezTo>
                    <a:pt x="94108" y="179392"/>
                    <a:pt x="90910" y="178365"/>
                    <a:pt x="87826" y="176654"/>
                  </a:cubicBezTo>
                  <a:close/>
                  <a:moveTo>
                    <a:pt x="356190" y="149170"/>
                  </a:moveTo>
                  <a:cubicBezTo>
                    <a:pt x="351621" y="149170"/>
                    <a:pt x="347053" y="149398"/>
                    <a:pt x="342598" y="149626"/>
                  </a:cubicBezTo>
                  <a:lnTo>
                    <a:pt x="356190" y="168671"/>
                  </a:lnTo>
                  <a:lnTo>
                    <a:pt x="369781" y="149626"/>
                  </a:lnTo>
                  <a:cubicBezTo>
                    <a:pt x="365327" y="149398"/>
                    <a:pt x="360758" y="149170"/>
                    <a:pt x="356190" y="149170"/>
                  </a:cubicBezTo>
                  <a:close/>
                  <a:moveTo>
                    <a:pt x="356190" y="101614"/>
                  </a:moveTo>
                  <a:cubicBezTo>
                    <a:pt x="490504" y="101614"/>
                    <a:pt x="599806" y="210753"/>
                    <a:pt x="599806" y="344866"/>
                  </a:cubicBezTo>
                  <a:cubicBezTo>
                    <a:pt x="599806" y="479094"/>
                    <a:pt x="490504" y="588233"/>
                    <a:pt x="356190" y="588233"/>
                  </a:cubicBezTo>
                  <a:cubicBezTo>
                    <a:pt x="305822" y="588233"/>
                    <a:pt x="258994" y="572837"/>
                    <a:pt x="220047" y="546608"/>
                  </a:cubicBezTo>
                  <a:lnTo>
                    <a:pt x="220047" y="485595"/>
                  </a:lnTo>
                  <a:cubicBezTo>
                    <a:pt x="247344" y="511825"/>
                    <a:pt x="282179" y="530413"/>
                    <a:pt x="321012" y="537484"/>
                  </a:cubicBezTo>
                  <a:lnTo>
                    <a:pt x="348423" y="499280"/>
                  </a:lnTo>
                  <a:cubicBezTo>
                    <a:pt x="350250" y="496771"/>
                    <a:pt x="353106" y="495288"/>
                    <a:pt x="356190" y="495288"/>
                  </a:cubicBezTo>
                  <a:cubicBezTo>
                    <a:pt x="359273" y="495288"/>
                    <a:pt x="362129" y="496771"/>
                    <a:pt x="363956" y="499280"/>
                  </a:cubicBezTo>
                  <a:lnTo>
                    <a:pt x="391367" y="537484"/>
                  </a:lnTo>
                  <a:cubicBezTo>
                    <a:pt x="471316" y="522887"/>
                    <a:pt x="534476" y="459821"/>
                    <a:pt x="548981" y="379992"/>
                  </a:cubicBezTo>
                  <a:lnTo>
                    <a:pt x="510834" y="352621"/>
                  </a:lnTo>
                  <a:cubicBezTo>
                    <a:pt x="508321" y="350797"/>
                    <a:pt x="506837" y="347946"/>
                    <a:pt x="506837" y="344866"/>
                  </a:cubicBezTo>
                  <a:cubicBezTo>
                    <a:pt x="506837" y="341787"/>
                    <a:pt x="508321" y="338936"/>
                    <a:pt x="510834" y="337112"/>
                  </a:cubicBezTo>
                  <a:lnTo>
                    <a:pt x="548981" y="309855"/>
                  </a:lnTo>
                  <a:cubicBezTo>
                    <a:pt x="534476" y="229912"/>
                    <a:pt x="471316" y="166846"/>
                    <a:pt x="391367" y="152363"/>
                  </a:cubicBezTo>
                  <a:lnTo>
                    <a:pt x="363956" y="190453"/>
                  </a:lnTo>
                  <a:cubicBezTo>
                    <a:pt x="362129" y="192962"/>
                    <a:pt x="359273" y="194445"/>
                    <a:pt x="356190" y="194445"/>
                  </a:cubicBezTo>
                  <a:cubicBezTo>
                    <a:pt x="353106" y="194445"/>
                    <a:pt x="350250" y="192962"/>
                    <a:pt x="348423" y="190453"/>
                  </a:cubicBezTo>
                  <a:lnTo>
                    <a:pt x="321012" y="152363"/>
                  </a:lnTo>
                  <a:cubicBezTo>
                    <a:pt x="295657" y="156925"/>
                    <a:pt x="272014" y="166504"/>
                    <a:pt x="250999" y="179847"/>
                  </a:cubicBezTo>
                  <a:cubicBezTo>
                    <a:pt x="244146" y="164223"/>
                    <a:pt x="230327" y="152135"/>
                    <a:pt x="212966" y="148143"/>
                  </a:cubicBezTo>
                  <a:cubicBezTo>
                    <a:pt x="253283" y="118948"/>
                    <a:pt x="302738" y="101614"/>
                    <a:pt x="356190" y="101614"/>
                  </a:cubicBezTo>
                  <a:close/>
                  <a:moveTo>
                    <a:pt x="93765" y="73102"/>
                  </a:moveTo>
                  <a:cubicBezTo>
                    <a:pt x="82801" y="73102"/>
                    <a:pt x="72294" y="77550"/>
                    <a:pt x="67040" y="80173"/>
                  </a:cubicBezTo>
                  <a:cubicBezTo>
                    <a:pt x="65670" y="80857"/>
                    <a:pt x="64870" y="82112"/>
                    <a:pt x="64870" y="83594"/>
                  </a:cubicBezTo>
                  <a:lnTo>
                    <a:pt x="64870" y="90551"/>
                  </a:lnTo>
                  <a:lnTo>
                    <a:pt x="63271" y="90551"/>
                  </a:lnTo>
                  <a:cubicBezTo>
                    <a:pt x="61102" y="90551"/>
                    <a:pt x="59388" y="92262"/>
                    <a:pt x="59388" y="94315"/>
                  </a:cubicBezTo>
                  <a:lnTo>
                    <a:pt x="59388" y="100701"/>
                  </a:lnTo>
                  <a:cubicBezTo>
                    <a:pt x="59388" y="101956"/>
                    <a:pt x="60074" y="103210"/>
                    <a:pt x="61216" y="103894"/>
                  </a:cubicBezTo>
                  <a:lnTo>
                    <a:pt x="64870" y="106289"/>
                  </a:lnTo>
                  <a:lnTo>
                    <a:pt x="65099" y="107886"/>
                  </a:lnTo>
                  <a:cubicBezTo>
                    <a:pt x="66355" y="117123"/>
                    <a:pt x="71494" y="129098"/>
                    <a:pt x="78918" y="139818"/>
                  </a:cubicBezTo>
                  <a:cubicBezTo>
                    <a:pt x="88397" y="153504"/>
                    <a:pt x="97191" y="159662"/>
                    <a:pt x="101760" y="159662"/>
                  </a:cubicBezTo>
                  <a:lnTo>
                    <a:pt x="122545" y="159662"/>
                  </a:lnTo>
                  <a:cubicBezTo>
                    <a:pt x="127114" y="159662"/>
                    <a:pt x="135908" y="153504"/>
                    <a:pt x="145387" y="139818"/>
                  </a:cubicBezTo>
                  <a:cubicBezTo>
                    <a:pt x="152811" y="129098"/>
                    <a:pt x="157950" y="117123"/>
                    <a:pt x="159206" y="107886"/>
                  </a:cubicBezTo>
                  <a:lnTo>
                    <a:pt x="159435" y="106289"/>
                  </a:lnTo>
                  <a:lnTo>
                    <a:pt x="163203" y="103894"/>
                  </a:lnTo>
                  <a:cubicBezTo>
                    <a:pt x="164231" y="103210"/>
                    <a:pt x="164917" y="101956"/>
                    <a:pt x="164917" y="100701"/>
                  </a:cubicBezTo>
                  <a:lnTo>
                    <a:pt x="164917" y="94315"/>
                  </a:lnTo>
                  <a:cubicBezTo>
                    <a:pt x="164917" y="92262"/>
                    <a:pt x="163203" y="90551"/>
                    <a:pt x="161034" y="90551"/>
                  </a:cubicBezTo>
                  <a:lnTo>
                    <a:pt x="158978" y="90551"/>
                  </a:lnTo>
                  <a:cubicBezTo>
                    <a:pt x="158635" y="89981"/>
                    <a:pt x="158178" y="89525"/>
                    <a:pt x="157722" y="89183"/>
                  </a:cubicBezTo>
                  <a:cubicBezTo>
                    <a:pt x="156579" y="88498"/>
                    <a:pt x="155209" y="88384"/>
                    <a:pt x="154067" y="88954"/>
                  </a:cubicBezTo>
                  <a:cubicBezTo>
                    <a:pt x="148927" y="91235"/>
                    <a:pt x="143788" y="92376"/>
                    <a:pt x="138763" y="92376"/>
                  </a:cubicBezTo>
                  <a:cubicBezTo>
                    <a:pt x="129969" y="92376"/>
                    <a:pt x="122089" y="88840"/>
                    <a:pt x="115236" y="81656"/>
                  </a:cubicBezTo>
                  <a:cubicBezTo>
                    <a:pt x="109640" y="75953"/>
                    <a:pt x="102445" y="73102"/>
                    <a:pt x="93765" y="73102"/>
                  </a:cubicBezTo>
                  <a:close/>
                  <a:moveTo>
                    <a:pt x="102445" y="0"/>
                  </a:moveTo>
                  <a:lnTo>
                    <a:pt x="121974" y="0"/>
                  </a:lnTo>
                  <a:cubicBezTo>
                    <a:pt x="155095" y="0"/>
                    <a:pt x="182048" y="26914"/>
                    <a:pt x="182048" y="60101"/>
                  </a:cubicBezTo>
                  <a:lnTo>
                    <a:pt x="182048" y="78919"/>
                  </a:lnTo>
                  <a:cubicBezTo>
                    <a:pt x="184332" y="82112"/>
                    <a:pt x="185474" y="85875"/>
                    <a:pt x="185474" y="89639"/>
                  </a:cubicBezTo>
                  <a:lnTo>
                    <a:pt x="185474" y="103096"/>
                  </a:lnTo>
                  <a:cubicBezTo>
                    <a:pt x="185474" y="108570"/>
                    <a:pt x="183076" y="113816"/>
                    <a:pt x="178850" y="117237"/>
                  </a:cubicBezTo>
                  <a:cubicBezTo>
                    <a:pt x="177822" y="120659"/>
                    <a:pt x="176566" y="124080"/>
                    <a:pt x="174967" y="127501"/>
                  </a:cubicBezTo>
                  <a:cubicBezTo>
                    <a:pt x="171883" y="135599"/>
                    <a:pt x="167429" y="144038"/>
                    <a:pt x="162061" y="151793"/>
                  </a:cubicBezTo>
                  <a:cubicBezTo>
                    <a:pt x="159777" y="154986"/>
                    <a:pt x="156922" y="158978"/>
                    <a:pt x="153382" y="162741"/>
                  </a:cubicBezTo>
                  <a:cubicBezTo>
                    <a:pt x="156465" y="164224"/>
                    <a:pt x="159206" y="166276"/>
                    <a:pt x="161376" y="168785"/>
                  </a:cubicBezTo>
                  <a:lnTo>
                    <a:pt x="205460" y="177567"/>
                  </a:lnTo>
                  <a:cubicBezTo>
                    <a:pt x="216881" y="179848"/>
                    <a:pt x="225104" y="189998"/>
                    <a:pt x="225104" y="201630"/>
                  </a:cubicBezTo>
                  <a:lnTo>
                    <a:pt x="225104" y="360380"/>
                  </a:lnTo>
                  <a:cubicBezTo>
                    <a:pt x="225104" y="364029"/>
                    <a:pt x="224305" y="367450"/>
                    <a:pt x="222820" y="370644"/>
                  </a:cubicBezTo>
                  <a:lnTo>
                    <a:pt x="222820" y="387978"/>
                  </a:lnTo>
                  <a:cubicBezTo>
                    <a:pt x="222820" y="399839"/>
                    <a:pt x="213227" y="409419"/>
                    <a:pt x="201349" y="409419"/>
                  </a:cubicBezTo>
                  <a:cubicBezTo>
                    <a:pt x="197123" y="409419"/>
                    <a:pt x="193012" y="408164"/>
                    <a:pt x="189700" y="405997"/>
                  </a:cubicBezTo>
                  <a:lnTo>
                    <a:pt x="189700" y="570221"/>
                  </a:lnTo>
                  <a:cubicBezTo>
                    <a:pt x="189700" y="591547"/>
                    <a:pt x="172454" y="608768"/>
                    <a:pt x="151097" y="608768"/>
                  </a:cubicBezTo>
                  <a:cubicBezTo>
                    <a:pt x="129855" y="608768"/>
                    <a:pt x="112609" y="591547"/>
                    <a:pt x="112609" y="570221"/>
                  </a:cubicBezTo>
                  <a:cubicBezTo>
                    <a:pt x="112609" y="591547"/>
                    <a:pt x="95250" y="608768"/>
                    <a:pt x="74007" y="608768"/>
                  </a:cubicBezTo>
                  <a:cubicBezTo>
                    <a:pt x="52650" y="608768"/>
                    <a:pt x="35405" y="591547"/>
                    <a:pt x="35405" y="570221"/>
                  </a:cubicBezTo>
                  <a:lnTo>
                    <a:pt x="35405" y="405997"/>
                  </a:lnTo>
                  <a:cubicBezTo>
                    <a:pt x="32093" y="408164"/>
                    <a:pt x="27981" y="409419"/>
                    <a:pt x="23756" y="409419"/>
                  </a:cubicBezTo>
                  <a:cubicBezTo>
                    <a:pt x="11878" y="409419"/>
                    <a:pt x="2284" y="399839"/>
                    <a:pt x="2284" y="387978"/>
                  </a:cubicBezTo>
                  <a:lnTo>
                    <a:pt x="2284" y="370644"/>
                  </a:lnTo>
                  <a:cubicBezTo>
                    <a:pt x="800" y="367450"/>
                    <a:pt x="0" y="364029"/>
                    <a:pt x="0" y="360380"/>
                  </a:cubicBezTo>
                  <a:lnTo>
                    <a:pt x="0" y="201630"/>
                  </a:lnTo>
                  <a:cubicBezTo>
                    <a:pt x="0" y="189998"/>
                    <a:pt x="8223" y="179962"/>
                    <a:pt x="19644" y="177567"/>
                  </a:cubicBezTo>
                  <a:lnTo>
                    <a:pt x="62929" y="168785"/>
                  </a:lnTo>
                  <a:cubicBezTo>
                    <a:pt x="65213" y="166276"/>
                    <a:pt x="67954" y="164224"/>
                    <a:pt x="70923" y="162855"/>
                  </a:cubicBezTo>
                  <a:cubicBezTo>
                    <a:pt x="67497" y="158978"/>
                    <a:pt x="64528" y="154986"/>
                    <a:pt x="62358" y="151793"/>
                  </a:cubicBezTo>
                  <a:cubicBezTo>
                    <a:pt x="56876" y="144038"/>
                    <a:pt x="52422" y="135599"/>
                    <a:pt x="49338" y="127501"/>
                  </a:cubicBezTo>
                  <a:cubicBezTo>
                    <a:pt x="47853" y="124080"/>
                    <a:pt x="46483" y="120659"/>
                    <a:pt x="45455" y="117237"/>
                  </a:cubicBezTo>
                  <a:cubicBezTo>
                    <a:pt x="41229" y="113816"/>
                    <a:pt x="38831" y="108570"/>
                    <a:pt x="38831" y="103096"/>
                  </a:cubicBezTo>
                  <a:lnTo>
                    <a:pt x="38831" y="89639"/>
                  </a:lnTo>
                  <a:cubicBezTo>
                    <a:pt x="38831" y="85875"/>
                    <a:pt x="40087" y="82112"/>
                    <a:pt x="42257" y="78919"/>
                  </a:cubicBezTo>
                  <a:lnTo>
                    <a:pt x="42257" y="60101"/>
                  </a:lnTo>
                  <a:cubicBezTo>
                    <a:pt x="42257" y="26914"/>
                    <a:pt x="69210" y="0"/>
                    <a:pt x="102445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30052" y="2696831"/>
            <a:ext cx="1247564" cy="1247561"/>
            <a:chOff x="4537749" y="2796111"/>
            <a:chExt cx="1423198" cy="1423196"/>
          </a:xfrm>
        </p:grpSpPr>
        <p:grpSp>
          <p:nvGrpSpPr>
            <p:cNvPr id="17" name="Group 17"/>
            <p:cNvGrpSpPr/>
            <p:nvPr/>
          </p:nvGrpSpPr>
          <p:grpSpPr>
            <a:xfrm>
              <a:off x="4537749" y="2796111"/>
              <a:ext cx="1423198" cy="1423196"/>
              <a:chOff x="4832911" y="2816820"/>
              <a:chExt cx="1153616" cy="1153614"/>
            </a:xfrm>
          </p:grpSpPr>
          <p:sp>
            <p:nvSpPr>
              <p:cNvPr id="18" name="Freeform 18"/>
              <p:cNvSpPr/>
              <p:nvPr/>
            </p:nvSpPr>
            <p:spPr>
              <a:xfrm flipH="1">
                <a:off x="4832911" y="2816820"/>
                <a:ext cx="1153616" cy="1153614"/>
              </a:xfrm>
              <a:custGeom>
                <a:avLst/>
                <a:gdLst/>
                <a:ahLst/>
                <a:cxnLst/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  <a:ln cap="flat" cmpd="sng"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9" name="AutoShape 19"/>
              <p:cNvSpPr/>
              <p:nvPr/>
            </p:nvSpPr>
            <p:spPr>
              <a:xfrm flipH="1">
                <a:off x="5051854" y="3035760"/>
                <a:ext cx="715735" cy="715735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5061916" y="3300667"/>
              <a:ext cx="374864" cy="414084"/>
            </a:xfrm>
            <a:custGeom>
              <a:avLst/>
              <a:gdLst/>
              <a:ahLst/>
              <a:cxnLst/>
              <a:rect l="l" t="t" r="r" b="b"/>
              <a:pathLst>
                <a:path w="551045" h="608697">
                  <a:moveTo>
                    <a:pt x="485820" y="430096"/>
                  </a:moveTo>
                  <a:cubicBezTo>
                    <a:pt x="520910" y="430096"/>
                    <a:pt x="549489" y="457699"/>
                    <a:pt x="550987" y="492317"/>
                  </a:cubicBezTo>
                  <a:cubicBezTo>
                    <a:pt x="550987" y="492375"/>
                    <a:pt x="551045" y="492432"/>
                    <a:pt x="551045" y="492490"/>
                  </a:cubicBezTo>
                  <a:cubicBezTo>
                    <a:pt x="551045" y="492950"/>
                    <a:pt x="551045" y="493353"/>
                    <a:pt x="550987" y="493813"/>
                  </a:cubicBezTo>
                  <a:cubicBezTo>
                    <a:pt x="551045" y="494273"/>
                    <a:pt x="551045" y="494733"/>
                    <a:pt x="551045" y="495193"/>
                  </a:cubicBezTo>
                  <a:cubicBezTo>
                    <a:pt x="551045" y="531134"/>
                    <a:pt x="521832" y="560289"/>
                    <a:pt x="485820" y="560289"/>
                  </a:cubicBezTo>
                  <a:cubicBezTo>
                    <a:pt x="454129" y="560289"/>
                    <a:pt x="427739" y="537747"/>
                    <a:pt x="421862" y="507902"/>
                  </a:cubicBezTo>
                  <a:cubicBezTo>
                    <a:pt x="420710" y="503474"/>
                    <a:pt x="420076" y="499046"/>
                    <a:pt x="420134" y="494560"/>
                  </a:cubicBezTo>
                  <a:cubicBezTo>
                    <a:pt x="420134" y="489385"/>
                    <a:pt x="421056" y="484152"/>
                    <a:pt x="422611" y="479034"/>
                  </a:cubicBezTo>
                  <a:cubicBezTo>
                    <a:pt x="429814" y="450913"/>
                    <a:pt x="455397" y="430096"/>
                    <a:pt x="485820" y="430096"/>
                  </a:cubicBezTo>
                  <a:close/>
                  <a:moveTo>
                    <a:pt x="485137" y="236253"/>
                  </a:moveTo>
                  <a:cubicBezTo>
                    <a:pt x="521537" y="236253"/>
                    <a:pt x="551045" y="265714"/>
                    <a:pt x="551045" y="302055"/>
                  </a:cubicBezTo>
                  <a:cubicBezTo>
                    <a:pt x="551045" y="338396"/>
                    <a:pt x="521537" y="367857"/>
                    <a:pt x="485137" y="367857"/>
                  </a:cubicBezTo>
                  <a:cubicBezTo>
                    <a:pt x="448737" y="367857"/>
                    <a:pt x="419229" y="338396"/>
                    <a:pt x="419229" y="302055"/>
                  </a:cubicBezTo>
                  <a:cubicBezTo>
                    <a:pt x="419229" y="265714"/>
                    <a:pt x="448737" y="236253"/>
                    <a:pt x="485137" y="236253"/>
                  </a:cubicBezTo>
                  <a:close/>
                  <a:moveTo>
                    <a:pt x="45513" y="160819"/>
                  </a:moveTo>
                  <a:lnTo>
                    <a:pt x="62048" y="160819"/>
                  </a:lnTo>
                  <a:lnTo>
                    <a:pt x="78583" y="243365"/>
                  </a:lnTo>
                  <a:lnTo>
                    <a:pt x="98228" y="243365"/>
                  </a:lnTo>
                  <a:lnTo>
                    <a:pt x="103356" y="187625"/>
                  </a:lnTo>
                  <a:cubicBezTo>
                    <a:pt x="103183" y="186647"/>
                    <a:pt x="102952" y="185612"/>
                    <a:pt x="102722" y="184634"/>
                  </a:cubicBezTo>
                  <a:cubicBezTo>
                    <a:pt x="100936" y="177386"/>
                    <a:pt x="97767" y="170483"/>
                    <a:pt x="94368" y="163293"/>
                  </a:cubicBezTo>
                  <a:cubicBezTo>
                    <a:pt x="94368" y="163293"/>
                    <a:pt x="93677" y="161855"/>
                    <a:pt x="93331" y="161107"/>
                  </a:cubicBezTo>
                  <a:lnTo>
                    <a:pt x="93389" y="161107"/>
                  </a:lnTo>
                  <a:cubicBezTo>
                    <a:pt x="93331" y="160992"/>
                    <a:pt x="93274" y="160877"/>
                    <a:pt x="93274" y="160819"/>
                  </a:cubicBezTo>
                  <a:lnTo>
                    <a:pt x="137347" y="160819"/>
                  </a:lnTo>
                  <a:cubicBezTo>
                    <a:pt x="137289" y="160877"/>
                    <a:pt x="137232" y="160992"/>
                    <a:pt x="137232" y="161107"/>
                  </a:cubicBezTo>
                  <a:lnTo>
                    <a:pt x="137404" y="161107"/>
                  </a:lnTo>
                  <a:cubicBezTo>
                    <a:pt x="137059" y="161855"/>
                    <a:pt x="136367" y="163293"/>
                    <a:pt x="136367" y="163293"/>
                  </a:cubicBezTo>
                  <a:cubicBezTo>
                    <a:pt x="132507" y="171576"/>
                    <a:pt x="128820" y="179514"/>
                    <a:pt x="127322" y="187913"/>
                  </a:cubicBezTo>
                  <a:lnTo>
                    <a:pt x="132450" y="243365"/>
                  </a:lnTo>
                  <a:lnTo>
                    <a:pt x="152038" y="243365"/>
                  </a:lnTo>
                  <a:lnTo>
                    <a:pt x="168630" y="160819"/>
                  </a:lnTo>
                  <a:lnTo>
                    <a:pt x="185165" y="160819"/>
                  </a:lnTo>
                  <a:cubicBezTo>
                    <a:pt x="210283" y="160819"/>
                    <a:pt x="230678" y="181125"/>
                    <a:pt x="230678" y="206263"/>
                  </a:cubicBezTo>
                  <a:lnTo>
                    <a:pt x="230678" y="338682"/>
                  </a:lnTo>
                  <a:cubicBezTo>
                    <a:pt x="230678" y="363820"/>
                    <a:pt x="210283" y="384125"/>
                    <a:pt x="185165" y="384125"/>
                  </a:cubicBezTo>
                  <a:lnTo>
                    <a:pt x="179346" y="384125"/>
                  </a:lnTo>
                  <a:lnTo>
                    <a:pt x="179346" y="576599"/>
                  </a:lnTo>
                  <a:cubicBezTo>
                    <a:pt x="179346" y="594316"/>
                    <a:pt x="165000" y="608697"/>
                    <a:pt x="147256" y="608697"/>
                  </a:cubicBezTo>
                  <a:cubicBezTo>
                    <a:pt x="130721" y="608697"/>
                    <a:pt x="117125" y="596215"/>
                    <a:pt x="115339" y="580223"/>
                  </a:cubicBezTo>
                  <a:cubicBezTo>
                    <a:pt x="113553" y="596215"/>
                    <a:pt x="99957" y="608697"/>
                    <a:pt x="83422" y="608697"/>
                  </a:cubicBezTo>
                  <a:cubicBezTo>
                    <a:pt x="65678" y="608697"/>
                    <a:pt x="51332" y="594316"/>
                    <a:pt x="51332" y="576599"/>
                  </a:cubicBezTo>
                  <a:lnTo>
                    <a:pt x="51332" y="384125"/>
                  </a:lnTo>
                  <a:lnTo>
                    <a:pt x="45513" y="384125"/>
                  </a:lnTo>
                  <a:cubicBezTo>
                    <a:pt x="20395" y="384125"/>
                    <a:pt x="0" y="363820"/>
                    <a:pt x="0" y="338682"/>
                  </a:cubicBezTo>
                  <a:lnTo>
                    <a:pt x="0" y="206263"/>
                  </a:lnTo>
                  <a:cubicBezTo>
                    <a:pt x="0" y="181125"/>
                    <a:pt x="20395" y="160819"/>
                    <a:pt x="45513" y="160819"/>
                  </a:cubicBezTo>
                  <a:close/>
                  <a:moveTo>
                    <a:pt x="400710" y="89618"/>
                  </a:moveTo>
                  <a:lnTo>
                    <a:pt x="400710" y="134086"/>
                  </a:lnTo>
                  <a:cubicBezTo>
                    <a:pt x="375702" y="134086"/>
                    <a:pt x="355362" y="154393"/>
                    <a:pt x="355362" y="179359"/>
                  </a:cubicBezTo>
                  <a:lnTo>
                    <a:pt x="355362" y="279857"/>
                  </a:lnTo>
                  <a:lnTo>
                    <a:pt x="401517" y="279857"/>
                  </a:lnTo>
                  <a:lnTo>
                    <a:pt x="401517" y="324325"/>
                  </a:lnTo>
                  <a:lnTo>
                    <a:pt x="355362" y="324325"/>
                  </a:lnTo>
                  <a:lnTo>
                    <a:pt x="355362" y="424823"/>
                  </a:lnTo>
                  <a:cubicBezTo>
                    <a:pt x="355362" y="449731"/>
                    <a:pt x="375702" y="470038"/>
                    <a:pt x="400710" y="470038"/>
                  </a:cubicBezTo>
                  <a:lnTo>
                    <a:pt x="400710" y="514563"/>
                  </a:lnTo>
                  <a:cubicBezTo>
                    <a:pt x="351155" y="514563"/>
                    <a:pt x="310820" y="474295"/>
                    <a:pt x="310820" y="424823"/>
                  </a:cubicBezTo>
                  <a:lnTo>
                    <a:pt x="310820" y="324325"/>
                  </a:lnTo>
                  <a:lnTo>
                    <a:pt x="270830" y="324325"/>
                  </a:lnTo>
                  <a:lnTo>
                    <a:pt x="270830" y="279857"/>
                  </a:lnTo>
                  <a:lnTo>
                    <a:pt x="310820" y="279857"/>
                  </a:lnTo>
                  <a:lnTo>
                    <a:pt x="310820" y="179359"/>
                  </a:lnTo>
                  <a:cubicBezTo>
                    <a:pt x="310820" y="129886"/>
                    <a:pt x="351155" y="89618"/>
                    <a:pt x="400710" y="89618"/>
                  </a:cubicBezTo>
                  <a:close/>
                  <a:moveTo>
                    <a:pt x="487441" y="44033"/>
                  </a:moveTo>
                  <a:cubicBezTo>
                    <a:pt x="487557" y="44090"/>
                    <a:pt x="487614" y="44090"/>
                    <a:pt x="487729" y="44148"/>
                  </a:cubicBezTo>
                  <a:cubicBezTo>
                    <a:pt x="521828" y="45471"/>
                    <a:pt x="549246" y="73030"/>
                    <a:pt x="550282" y="107206"/>
                  </a:cubicBezTo>
                  <a:cubicBezTo>
                    <a:pt x="550282" y="107436"/>
                    <a:pt x="550282" y="107667"/>
                    <a:pt x="550340" y="107897"/>
                  </a:cubicBezTo>
                  <a:cubicBezTo>
                    <a:pt x="550340" y="108184"/>
                    <a:pt x="550340" y="108472"/>
                    <a:pt x="550340" y="108760"/>
                  </a:cubicBezTo>
                  <a:cubicBezTo>
                    <a:pt x="550340" y="108875"/>
                    <a:pt x="550340" y="109047"/>
                    <a:pt x="550340" y="109220"/>
                  </a:cubicBezTo>
                  <a:cubicBezTo>
                    <a:pt x="550340" y="109393"/>
                    <a:pt x="550340" y="109508"/>
                    <a:pt x="550340" y="109680"/>
                  </a:cubicBezTo>
                  <a:cubicBezTo>
                    <a:pt x="550340" y="110371"/>
                    <a:pt x="550282" y="111119"/>
                    <a:pt x="550282" y="111867"/>
                  </a:cubicBezTo>
                  <a:cubicBezTo>
                    <a:pt x="550225" y="112384"/>
                    <a:pt x="550225" y="112902"/>
                    <a:pt x="550167" y="113420"/>
                  </a:cubicBezTo>
                  <a:cubicBezTo>
                    <a:pt x="550167" y="113593"/>
                    <a:pt x="550167" y="113765"/>
                    <a:pt x="550167" y="113938"/>
                  </a:cubicBezTo>
                  <a:cubicBezTo>
                    <a:pt x="547748" y="147653"/>
                    <a:pt x="519582" y="174349"/>
                    <a:pt x="485137" y="174349"/>
                  </a:cubicBezTo>
                  <a:cubicBezTo>
                    <a:pt x="484792" y="174349"/>
                    <a:pt x="484446" y="174292"/>
                    <a:pt x="484158" y="174292"/>
                  </a:cubicBezTo>
                  <a:cubicBezTo>
                    <a:pt x="478629" y="174579"/>
                    <a:pt x="473099" y="173716"/>
                    <a:pt x="467685" y="171933"/>
                  </a:cubicBezTo>
                  <a:cubicBezTo>
                    <a:pt x="440556" y="164396"/>
                    <a:pt x="420511" y="139828"/>
                    <a:pt x="419993" y="110428"/>
                  </a:cubicBezTo>
                  <a:cubicBezTo>
                    <a:pt x="419993" y="110313"/>
                    <a:pt x="419935" y="110198"/>
                    <a:pt x="419935" y="110083"/>
                  </a:cubicBezTo>
                  <a:cubicBezTo>
                    <a:pt x="419935" y="109910"/>
                    <a:pt x="419935" y="109795"/>
                    <a:pt x="419993" y="109680"/>
                  </a:cubicBezTo>
                  <a:cubicBezTo>
                    <a:pt x="419993" y="109508"/>
                    <a:pt x="419935" y="109335"/>
                    <a:pt x="419935" y="109220"/>
                  </a:cubicBezTo>
                  <a:cubicBezTo>
                    <a:pt x="419935" y="108990"/>
                    <a:pt x="419935" y="108760"/>
                    <a:pt x="419993" y="108530"/>
                  </a:cubicBezTo>
                  <a:cubicBezTo>
                    <a:pt x="419993" y="107839"/>
                    <a:pt x="419993" y="107206"/>
                    <a:pt x="419993" y="106516"/>
                  </a:cubicBezTo>
                  <a:cubicBezTo>
                    <a:pt x="421433" y="71822"/>
                    <a:pt x="450059" y="44090"/>
                    <a:pt x="485137" y="44090"/>
                  </a:cubicBezTo>
                  <a:cubicBezTo>
                    <a:pt x="485425" y="44090"/>
                    <a:pt x="485713" y="44090"/>
                    <a:pt x="486001" y="44090"/>
                  </a:cubicBezTo>
                  <a:cubicBezTo>
                    <a:pt x="486462" y="44090"/>
                    <a:pt x="486981" y="44033"/>
                    <a:pt x="487441" y="44033"/>
                  </a:cubicBezTo>
                  <a:close/>
                  <a:moveTo>
                    <a:pt x="114993" y="748"/>
                  </a:moveTo>
                  <a:lnTo>
                    <a:pt x="115281" y="748"/>
                  </a:lnTo>
                  <a:lnTo>
                    <a:pt x="115569" y="748"/>
                  </a:lnTo>
                  <a:cubicBezTo>
                    <a:pt x="145700" y="748"/>
                    <a:pt x="171913" y="21060"/>
                    <a:pt x="179403" y="50176"/>
                  </a:cubicBezTo>
                  <a:cubicBezTo>
                    <a:pt x="180843" y="55585"/>
                    <a:pt x="181534" y="61224"/>
                    <a:pt x="181534" y="66863"/>
                  </a:cubicBezTo>
                  <a:cubicBezTo>
                    <a:pt x="181534" y="103115"/>
                    <a:pt x="151980" y="132634"/>
                    <a:pt x="115685" y="132634"/>
                  </a:cubicBezTo>
                  <a:lnTo>
                    <a:pt x="115397" y="132634"/>
                  </a:lnTo>
                  <a:lnTo>
                    <a:pt x="115109" y="132634"/>
                  </a:lnTo>
                  <a:cubicBezTo>
                    <a:pt x="84978" y="132634"/>
                    <a:pt x="58765" y="112321"/>
                    <a:pt x="51275" y="83262"/>
                  </a:cubicBezTo>
                  <a:cubicBezTo>
                    <a:pt x="49835" y="77854"/>
                    <a:pt x="49144" y="72214"/>
                    <a:pt x="49144" y="66575"/>
                  </a:cubicBezTo>
                  <a:cubicBezTo>
                    <a:pt x="49144" y="30267"/>
                    <a:pt x="78698" y="748"/>
                    <a:pt x="114993" y="748"/>
                  </a:cubicBezTo>
                  <a:close/>
                  <a:moveTo>
                    <a:pt x="114958" y="423"/>
                  </a:moveTo>
                  <a:cubicBezTo>
                    <a:pt x="78366" y="423"/>
                    <a:pt x="48690" y="30047"/>
                    <a:pt x="48690" y="66575"/>
                  </a:cubicBezTo>
                  <a:cubicBezTo>
                    <a:pt x="48690" y="72385"/>
                    <a:pt x="49439" y="78022"/>
                    <a:pt x="50822" y="83372"/>
                  </a:cubicBezTo>
                  <a:cubicBezTo>
                    <a:pt x="58198" y="111904"/>
                    <a:pt x="84129" y="133015"/>
                    <a:pt x="115073" y="133015"/>
                  </a:cubicBezTo>
                  <a:cubicBezTo>
                    <a:pt x="115131" y="133015"/>
                    <a:pt x="115246" y="133015"/>
                    <a:pt x="115361" y="133015"/>
                  </a:cubicBezTo>
                  <a:cubicBezTo>
                    <a:pt x="115419" y="133015"/>
                    <a:pt x="115534" y="133015"/>
                    <a:pt x="115649" y="133015"/>
                  </a:cubicBezTo>
                  <a:cubicBezTo>
                    <a:pt x="152241" y="133015"/>
                    <a:pt x="181917" y="103391"/>
                    <a:pt x="181917" y="66863"/>
                  </a:cubicBezTo>
                  <a:cubicBezTo>
                    <a:pt x="181917" y="61053"/>
                    <a:pt x="181168" y="55415"/>
                    <a:pt x="179785" y="50066"/>
                  </a:cubicBezTo>
                  <a:cubicBezTo>
                    <a:pt x="172409" y="21534"/>
                    <a:pt x="146478" y="423"/>
                    <a:pt x="115534" y="423"/>
                  </a:cubicBezTo>
                  <a:cubicBezTo>
                    <a:pt x="115476" y="423"/>
                    <a:pt x="115361" y="423"/>
                    <a:pt x="115246" y="423"/>
                  </a:cubicBezTo>
                  <a:cubicBezTo>
                    <a:pt x="115188" y="423"/>
                    <a:pt x="115073" y="423"/>
                    <a:pt x="114958" y="423"/>
                  </a:cubicBezTo>
                  <a:close/>
                  <a:moveTo>
                    <a:pt x="114993" y="0"/>
                  </a:moveTo>
                  <a:lnTo>
                    <a:pt x="115281" y="0"/>
                  </a:lnTo>
                  <a:lnTo>
                    <a:pt x="115569" y="0"/>
                  </a:lnTo>
                  <a:cubicBezTo>
                    <a:pt x="146046" y="0"/>
                    <a:pt x="172605" y="20542"/>
                    <a:pt x="180152" y="49946"/>
                  </a:cubicBezTo>
                  <a:cubicBezTo>
                    <a:pt x="181592" y="55470"/>
                    <a:pt x="182341" y="61109"/>
                    <a:pt x="182341" y="66863"/>
                  </a:cubicBezTo>
                  <a:cubicBezTo>
                    <a:pt x="182341" y="103575"/>
                    <a:pt x="152441" y="133439"/>
                    <a:pt x="115685" y="133439"/>
                  </a:cubicBezTo>
                  <a:lnTo>
                    <a:pt x="115397" y="133439"/>
                  </a:lnTo>
                  <a:lnTo>
                    <a:pt x="115109" y="133439"/>
                  </a:lnTo>
                  <a:cubicBezTo>
                    <a:pt x="84632" y="133439"/>
                    <a:pt x="58073" y="112897"/>
                    <a:pt x="50526" y="83493"/>
                  </a:cubicBezTo>
                  <a:cubicBezTo>
                    <a:pt x="49086" y="77969"/>
                    <a:pt x="48337" y="72272"/>
                    <a:pt x="48337" y="66575"/>
                  </a:cubicBezTo>
                  <a:cubicBezTo>
                    <a:pt x="48337" y="29864"/>
                    <a:pt x="78237" y="0"/>
                    <a:pt x="114993" y="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rmAutofit lnSpcReduction="1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91689" y="2696831"/>
            <a:ext cx="1247564" cy="1247561"/>
            <a:chOff x="8258566" y="2796111"/>
            <a:chExt cx="1423198" cy="1423196"/>
          </a:xfrm>
        </p:grpSpPr>
        <p:grpSp>
          <p:nvGrpSpPr>
            <p:cNvPr id="22" name="Group 22"/>
            <p:cNvGrpSpPr/>
            <p:nvPr/>
          </p:nvGrpSpPr>
          <p:grpSpPr>
            <a:xfrm>
              <a:off x="8258566" y="2796111"/>
              <a:ext cx="1423198" cy="1423196"/>
              <a:chOff x="7848930" y="2816820"/>
              <a:chExt cx="1153616" cy="1153614"/>
            </a:xfrm>
          </p:grpSpPr>
          <p:sp>
            <p:nvSpPr>
              <p:cNvPr id="23" name="Freeform 23"/>
              <p:cNvSpPr/>
              <p:nvPr/>
            </p:nvSpPr>
            <p:spPr>
              <a:xfrm flipH="1">
                <a:off x="7848930" y="2816820"/>
                <a:ext cx="1153616" cy="1153614"/>
              </a:xfrm>
              <a:custGeom>
                <a:avLst/>
                <a:gdLst/>
                <a:ahLst/>
                <a:cxnLst/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  <a:ln cap="flat" cmpd="sng"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4" name="AutoShape 24"/>
              <p:cNvSpPr/>
              <p:nvPr/>
            </p:nvSpPr>
            <p:spPr>
              <a:xfrm flipH="1">
                <a:off x="8067874" y="3035760"/>
                <a:ext cx="715735" cy="715735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8782733" y="3300667"/>
              <a:ext cx="374864" cy="414084"/>
            </a:xfrm>
            <a:custGeom>
              <a:avLst/>
              <a:gdLst/>
              <a:ahLst/>
              <a:cxnLst/>
              <a:rect l="l" t="t" r="r" b="b"/>
              <a:pathLst>
                <a:path w="551045" h="608697">
                  <a:moveTo>
                    <a:pt x="485820" y="430096"/>
                  </a:moveTo>
                  <a:cubicBezTo>
                    <a:pt x="520910" y="430096"/>
                    <a:pt x="549489" y="457699"/>
                    <a:pt x="550987" y="492317"/>
                  </a:cubicBezTo>
                  <a:cubicBezTo>
                    <a:pt x="550987" y="492375"/>
                    <a:pt x="551045" y="492432"/>
                    <a:pt x="551045" y="492490"/>
                  </a:cubicBezTo>
                  <a:cubicBezTo>
                    <a:pt x="551045" y="492950"/>
                    <a:pt x="551045" y="493353"/>
                    <a:pt x="550987" y="493813"/>
                  </a:cubicBezTo>
                  <a:cubicBezTo>
                    <a:pt x="551045" y="494273"/>
                    <a:pt x="551045" y="494733"/>
                    <a:pt x="551045" y="495193"/>
                  </a:cubicBezTo>
                  <a:cubicBezTo>
                    <a:pt x="551045" y="531134"/>
                    <a:pt x="521832" y="560289"/>
                    <a:pt x="485820" y="560289"/>
                  </a:cubicBezTo>
                  <a:cubicBezTo>
                    <a:pt x="454129" y="560289"/>
                    <a:pt x="427739" y="537747"/>
                    <a:pt x="421862" y="507902"/>
                  </a:cubicBezTo>
                  <a:cubicBezTo>
                    <a:pt x="420710" y="503474"/>
                    <a:pt x="420076" y="499046"/>
                    <a:pt x="420134" y="494560"/>
                  </a:cubicBezTo>
                  <a:cubicBezTo>
                    <a:pt x="420134" y="489385"/>
                    <a:pt x="421056" y="484152"/>
                    <a:pt x="422611" y="479034"/>
                  </a:cubicBezTo>
                  <a:cubicBezTo>
                    <a:pt x="429814" y="450913"/>
                    <a:pt x="455397" y="430096"/>
                    <a:pt x="485820" y="430096"/>
                  </a:cubicBezTo>
                  <a:close/>
                  <a:moveTo>
                    <a:pt x="485137" y="236253"/>
                  </a:moveTo>
                  <a:cubicBezTo>
                    <a:pt x="521537" y="236253"/>
                    <a:pt x="551045" y="265714"/>
                    <a:pt x="551045" y="302055"/>
                  </a:cubicBezTo>
                  <a:cubicBezTo>
                    <a:pt x="551045" y="338396"/>
                    <a:pt x="521537" y="367857"/>
                    <a:pt x="485137" y="367857"/>
                  </a:cubicBezTo>
                  <a:cubicBezTo>
                    <a:pt x="448737" y="367857"/>
                    <a:pt x="419229" y="338396"/>
                    <a:pt x="419229" y="302055"/>
                  </a:cubicBezTo>
                  <a:cubicBezTo>
                    <a:pt x="419229" y="265714"/>
                    <a:pt x="448737" y="236253"/>
                    <a:pt x="485137" y="236253"/>
                  </a:cubicBezTo>
                  <a:close/>
                  <a:moveTo>
                    <a:pt x="45513" y="160819"/>
                  </a:moveTo>
                  <a:lnTo>
                    <a:pt x="62048" y="160819"/>
                  </a:lnTo>
                  <a:lnTo>
                    <a:pt x="78583" y="243365"/>
                  </a:lnTo>
                  <a:lnTo>
                    <a:pt x="98228" y="243365"/>
                  </a:lnTo>
                  <a:lnTo>
                    <a:pt x="103356" y="187625"/>
                  </a:lnTo>
                  <a:cubicBezTo>
                    <a:pt x="103183" y="186647"/>
                    <a:pt x="102952" y="185612"/>
                    <a:pt x="102722" y="184634"/>
                  </a:cubicBezTo>
                  <a:cubicBezTo>
                    <a:pt x="100936" y="177386"/>
                    <a:pt x="97767" y="170483"/>
                    <a:pt x="94368" y="163293"/>
                  </a:cubicBezTo>
                  <a:cubicBezTo>
                    <a:pt x="94368" y="163293"/>
                    <a:pt x="93677" y="161855"/>
                    <a:pt x="93331" y="161107"/>
                  </a:cubicBezTo>
                  <a:lnTo>
                    <a:pt x="93389" y="161107"/>
                  </a:lnTo>
                  <a:cubicBezTo>
                    <a:pt x="93331" y="160992"/>
                    <a:pt x="93274" y="160877"/>
                    <a:pt x="93274" y="160819"/>
                  </a:cubicBezTo>
                  <a:lnTo>
                    <a:pt x="137347" y="160819"/>
                  </a:lnTo>
                  <a:cubicBezTo>
                    <a:pt x="137289" y="160877"/>
                    <a:pt x="137232" y="160992"/>
                    <a:pt x="137232" y="161107"/>
                  </a:cubicBezTo>
                  <a:lnTo>
                    <a:pt x="137404" y="161107"/>
                  </a:lnTo>
                  <a:cubicBezTo>
                    <a:pt x="137059" y="161855"/>
                    <a:pt x="136367" y="163293"/>
                    <a:pt x="136367" y="163293"/>
                  </a:cubicBezTo>
                  <a:cubicBezTo>
                    <a:pt x="132507" y="171576"/>
                    <a:pt x="128820" y="179514"/>
                    <a:pt x="127322" y="187913"/>
                  </a:cubicBezTo>
                  <a:lnTo>
                    <a:pt x="132450" y="243365"/>
                  </a:lnTo>
                  <a:lnTo>
                    <a:pt x="152038" y="243365"/>
                  </a:lnTo>
                  <a:lnTo>
                    <a:pt x="168630" y="160819"/>
                  </a:lnTo>
                  <a:lnTo>
                    <a:pt x="185165" y="160819"/>
                  </a:lnTo>
                  <a:cubicBezTo>
                    <a:pt x="210283" y="160819"/>
                    <a:pt x="230678" y="181125"/>
                    <a:pt x="230678" y="206263"/>
                  </a:cubicBezTo>
                  <a:lnTo>
                    <a:pt x="230678" y="338682"/>
                  </a:lnTo>
                  <a:cubicBezTo>
                    <a:pt x="230678" y="363820"/>
                    <a:pt x="210283" y="384125"/>
                    <a:pt x="185165" y="384125"/>
                  </a:cubicBezTo>
                  <a:lnTo>
                    <a:pt x="179346" y="384125"/>
                  </a:lnTo>
                  <a:lnTo>
                    <a:pt x="179346" y="576599"/>
                  </a:lnTo>
                  <a:cubicBezTo>
                    <a:pt x="179346" y="594316"/>
                    <a:pt x="165000" y="608697"/>
                    <a:pt x="147256" y="608697"/>
                  </a:cubicBezTo>
                  <a:cubicBezTo>
                    <a:pt x="130721" y="608697"/>
                    <a:pt x="117125" y="596215"/>
                    <a:pt x="115339" y="580223"/>
                  </a:cubicBezTo>
                  <a:cubicBezTo>
                    <a:pt x="113553" y="596215"/>
                    <a:pt x="99957" y="608697"/>
                    <a:pt x="83422" y="608697"/>
                  </a:cubicBezTo>
                  <a:cubicBezTo>
                    <a:pt x="65678" y="608697"/>
                    <a:pt x="51332" y="594316"/>
                    <a:pt x="51332" y="576599"/>
                  </a:cubicBezTo>
                  <a:lnTo>
                    <a:pt x="51332" y="384125"/>
                  </a:lnTo>
                  <a:lnTo>
                    <a:pt x="45513" y="384125"/>
                  </a:lnTo>
                  <a:cubicBezTo>
                    <a:pt x="20395" y="384125"/>
                    <a:pt x="0" y="363820"/>
                    <a:pt x="0" y="338682"/>
                  </a:cubicBezTo>
                  <a:lnTo>
                    <a:pt x="0" y="206263"/>
                  </a:lnTo>
                  <a:cubicBezTo>
                    <a:pt x="0" y="181125"/>
                    <a:pt x="20395" y="160819"/>
                    <a:pt x="45513" y="160819"/>
                  </a:cubicBezTo>
                  <a:close/>
                  <a:moveTo>
                    <a:pt x="400710" y="89618"/>
                  </a:moveTo>
                  <a:lnTo>
                    <a:pt x="400710" y="134086"/>
                  </a:lnTo>
                  <a:cubicBezTo>
                    <a:pt x="375702" y="134086"/>
                    <a:pt x="355362" y="154393"/>
                    <a:pt x="355362" y="179359"/>
                  </a:cubicBezTo>
                  <a:lnTo>
                    <a:pt x="355362" y="279857"/>
                  </a:lnTo>
                  <a:lnTo>
                    <a:pt x="401517" y="279857"/>
                  </a:lnTo>
                  <a:lnTo>
                    <a:pt x="401517" y="324325"/>
                  </a:lnTo>
                  <a:lnTo>
                    <a:pt x="355362" y="324325"/>
                  </a:lnTo>
                  <a:lnTo>
                    <a:pt x="355362" y="424823"/>
                  </a:lnTo>
                  <a:cubicBezTo>
                    <a:pt x="355362" y="449731"/>
                    <a:pt x="375702" y="470038"/>
                    <a:pt x="400710" y="470038"/>
                  </a:cubicBezTo>
                  <a:lnTo>
                    <a:pt x="400710" y="514563"/>
                  </a:lnTo>
                  <a:cubicBezTo>
                    <a:pt x="351155" y="514563"/>
                    <a:pt x="310820" y="474295"/>
                    <a:pt x="310820" y="424823"/>
                  </a:cubicBezTo>
                  <a:lnTo>
                    <a:pt x="310820" y="324325"/>
                  </a:lnTo>
                  <a:lnTo>
                    <a:pt x="270830" y="324325"/>
                  </a:lnTo>
                  <a:lnTo>
                    <a:pt x="270830" y="279857"/>
                  </a:lnTo>
                  <a:lnTo>
                    <a:pt x="310820" y="279857"/>
                  </a:lnTo>
                  <a:lnTo>
                    <a:pt x="310820" y="179359"/>
                  </a:lnTo>
                  <a:cubicBezTo>
                    <a:pt x="310820" y="129886"/>
                    <a:pt x="351155" y="89618"/>
                    <a:pt x="400710" y="89618"/>
                  </a:cubicBezTo>
                  <a:close/>
                  <a:moveTo>
                    <a:pt x="487441" y="44033"/>
                  </a:moveTo>
                  <a:cubicBezTo>
                    <a:pt x="487557" y="44090"/>
                    <a:pt x="487614" y="44090"/>
                    <a:pt x="487729" y="44148"/>
                  </a:cubicBezTo>
                  <a:cubicBezTo>
                    <a:pt x="521828" y="45471"/>
                    <a:pt x="549246" y="73030"/>
                    <a:pt x="550282" y="107206"/>
                  </a:cubicBezTo>
                  <a:cubicBezTo>
                    <a:pt x="550282" y="107436"/>
                    <a:pt x="550282" y="107667"/>
                    <a:pt x="550340" y="107897"/>
                  </a:cubicBezTo>
                  <a:cubicBezTo>
                    <a:pt x="550340" y="108184"/>
                    <a:pt x="550340" y="108472"/>
                    <a:pt x="550340" y="108760"/>
                  </a:cubicBezTo>
                  <a:cubicBezTo>
                    <a:pt x="550340" y="108875"/>
                    <a:pt x="550340" y="109047"/>
                    <a:pt x="550340" y="109220"/>
                  </a:cubicBezTo>
                  <a:cubicBezTo>
                    <a:pt x="550340" y="109393"/>
                    <a:pt x="550340" y="109508"/>
                    <a:pt x="550340" y="109680"/>
                  </a:cubicBezTo>
                  <a:cubicBezTo>
                    <a:pt x="550340" y="110371"/>
                    <a:pt x="550282" y="111119"/>
                    <a:pt x="550282" y="111867"/>
                  </a:cubicBezTo>
                  <a:cubicBezTo>
                    <a:pt x="550225" y="112384"/>
                    <a:pt x="550225" y="112902"/>
                    <a:pt x="550167" y="113420"/>
                  </a:cubicBezTo>
                  <a:cubicBezTo>
                    <a:pt x="550167" y="113593"/>
                    <a:pt x="550167" y="113765"/>
                    <a:pt x="550167" y="113938"/>
                  </a:cubicBezTo>
                  <a:cubicBezTo>
                    <a:pt x="547748" y="147653"/>
                    <a:pt x="519582" y="174349"/>
                    <a:pt x="485137" y="174349"/>
                  </a:cubicBezTo>
                  <a:cubicBezTo>
                    <a:pt x="484792" y="174349"/>
                    <a:pt x="484446" y="174292"/>
                    <a:pt x="484158" y="174292"/>
                  </a:cubicBezTo>
                  <a:cubicBezTo>
                    <a:pt x="478629" y="174579"/>
                    <a:pt x="473099" y="173716"/>
                    <a:pt x="467685" y="171933"/>
                  </a:cubicBezTo>
                  <a:cubicBezTo>
                    <a:pt x="440556" y="164396"/>
                    <a:pt x="420511" y="139828"/>
                    <a:pt x="419993" y="110428"/>
                  </a:cubicBezTo>
                  <a:cubicBezTo>
                    <a:pt x="419993" y="110313"/>
                    <a:pt x="419935" y="110198"/>
                    <a:pt x="419935" y="110083"/>
                  </a:cubicBezTo>
                  <a:cubicBezTo>
                    <a:pt x="419935" y="109910"/>
                    <a:pt x="419935" y="109795"/>
                    <a:pt x="419993" y="109680"/>
                  </a:cubicBezTo>
                  <a:cubicBezTo>
                    <a:pt x="419993" y="109508"/>
                    <a:pt x="419935" y="109335"/>
                    <a:pt x="419935" y="109220"/>
                  </a:cubicBezTo>
                  <a:cubicBezTo>
                    <a:pt x="419935" y="108990"/>
                    <a:pt x="419935" y="108760"/>
                    <a:pt x="419993" y="108530"/>
                  </a:cubicBezTo>
                  <a:cubicBezTo>
                    <a:pt x="419993" y="107839"/>
                    <a:pt x="419993" y="107206"/>
                    <a:pt x="419993" y="106516"/>
                  </a:cubicBezTo>
                  <a:cubicBezTo>
                    <a:pt x="421433" y="71822"/>
                    <a:pt x="450059" y="44090"/>
                    <a:pt x="485137" y="44090"/>
                  </a:cubicBezTo>
                  <a:cubicBezTo>
                    <a:pt x="485425" y="44090"/>
                    <a:pt x="485713" y="44090"/>
                    <a:pt x="486001" y="44090"/>
                  </a:cubicBezTo>
                  <a:cubicBezTo>
                    <a:pt x="486462" y="44090"/>
                    <a:pt x="486981" y="44033"/>
                    <a:pt x="487441" y="44033"/>
                  </a:cubicBezTo>
                  <a:close/>
                  <a:moveTo>
                    <a:pt x="114993" y="748"/>
                  </a:moveTo>
                  <a:lnTo>
                    <a:pt x="115281" y="748"/>
                  </a:lnTo>
                  <a:lnTo>
                    <a:pt x="115569" y="748"/>
                  </a:lnTo>
                  <a:cubicBezTo>
                    <a:pt x="145700" y="748"/>
                    <a:pt x="171913" y="21060"/>
                    <a:pt x="179403" y="50176"/>
                  </a:cubicBezTo>
                  <a:cubicBezTo>
                    <a:pt x="180843" y="55585"/>
                    <a:pt x="181534" y="61224"/>
                    <a:pt x="181534" y="66863"/>
                  </a:cubicBezTo>
                  <a:cubicBezTo>
                    <a:pt x="181534" y="103115"/>
                    <a:pt x="151980" y="132634"/>
                    <a:pt x="115685" y="132634"/>
                  </a:cubicBezTo>
                  <a:lnTo>
                    <a:pt x="115397" y="132634"/>
                  </a:lnTo>
                  <a:lnTo>
                    <a:pt x="115109" y="132634"/>
                  </a:lnTo>
                  <a:cubicBezTo>
                    <a:pt x="84978" y="132634"/>
                    <a:pt x="58765" y="112321"/>
                    <a:pt x="51275" y="83262"/>
                  </a:cubicBezTo>
                  <a:cubicBezTo>
                    <a:pt x="49835" y="77854"/>
                    <a:pt x="49144" y="72214"/>
                    <a:pt x="49144" y="66575"/>
                  </a:cubicBezTo>
                  <a:cubicBezTo>
                    <a:pt x="49144" y="30267"/>
                    <a:pt x="78698" y="748"/>
                    <a:pt x="114993" y="748"/>
                  </a:cubicBezTo>
                  <a:close/>
                  <a:moveTo>
                    <a:pt x="114958" y="423"/>
                  </a:moveTo>
                  <a:cubicBezTo>
                    <a:pt x="78366" y="423"/>
                    <a:pt x="48690" y="30047"/>
                    <a:pt x="48690" y="66575"/>
                  </a:cubicBezTo>
                  <a:cubicBezTo>
                    <a:pt x="48690" y="72385"/>
                    <a:pt x="49439" y="78022"/>
                    <a:pt x="50822" y="83372"/>
                  </a:cubicBezTo>
                  <a:cubicBezTo>
                    <a:pt x="58198" y="111904"/>
                    <a:pt x="84129" y="133015"/>
                    <a:pt x="115073" y="133015"/>
                  </a:cubicBezTo>
                  <a:cubicBezTo>
                    <a:pt x="115131" y="133015"/>
                    <a:pt x="115246" y="133015"/>
                    <a:pt x="115361" y="133015"/>
                  </a:cubicBezTo>
                  <a:cubicBezTo>
                    <a:pt x="115419" y="133015"/>
                    <a:pt x="115534" y="133015"/>
                    <a:pt x="115649" y="133015"/>
                  </a:cubicBezTo>
                  <a:cubicBezTo>
                    <a:pt x="152241" y="133015"/>
                    <a:pt x="181917" y="103391"/>
                    <a:pt x="181917" y="66863"/>
                  </a:cubicBezTo>
                  <a:cubicBezTo>
                    <a:pt x="181917" y="61053"/>
                    <a:pt x="181168" y="55415"/>
                    <a:pt x="179785" y="50066"/>
                  </a:cubicBezTo>
                  <a:cubicBezTo>
                    <a:pt x="172409" y="21534"/>
                    <a:pt x="146478" y="423"/>
                    <a:pt x="115534" y="423"/>
                  </a:cubicBezTo>
                  <a:cubicBezTo>
                    <a:pt x="115476" y="423"/>
                    <a:pt x="115361" y="423"/>
                    <a:pt x="115246" y="423"/>
                  </a:cubicBezTo>
                  <a:cubicBezTo>
                    <a:pt x="115188" y="423"/>
                    <a:pt x="115073" y="423"/>
                    <a:pt x="114958" y="423"/>
                  </a:cubicBezTo>
                  <a:close/>
                  <a:moveTo>
                    <a:pt x="114993" y="0"/>
                  </a:moveTo>
                  <a:lnTo>
                    <a:pt x="115281" y="0"/>
                  </a:lnTo>
                  <a:lnTo>
                    <a:pt x="115569" y="0"/>
                  </a:lnTo>
                  <a:cubicBezTo>
                    <a:pt x="146046" y="0"/>
                    <a:pt x="172605" y="20542"/>
                    <a:pt x="180152" y="49946"/>
                  </a:cubicBezTo>
                  <a:cubicBezTo>
                    <a:pt x="181592" y="55470"/>
                    <a:pt x="182341" y="61109"/>
                    <a:pt x="182341" y="66863"/>
                  </a:cubicBezTo>
                  <a:cubicBezTo>
                    <a:pt x="182341" y="103575"/>
                    <a:pt x="152441" y="133439"/>
                    <a:pt x="115685" y="133439"/>
                  </a:cubicBezTo>
                  <a:lnTo>
                    <a:pt x="115397" y="133439"/>
                  </a:lnTo>
                  <a:lnTo>
                    <a:pt x="115109" y="133439"/>
                  </a:lnTo>
                  <a:cubicBezTo>
                    <a:pt x="84632" y="133439"/>
                    <a:pt x="58073" y="112897"/>
                    <a:pt x="50526" y="83493"/>
                  </a:cubicBezTo>
                  <a:cubicBezTo>
                    <a:pt x="49086" y="77969"/>
                    <a:pt x="48337" y="72272"/>
                    <a:pt x="48337" y="66575"/>
                  </a:cubicBezTo>
                  <a:cubicBezTo>
                    <a:pt x="48337" y="29864"/>
                    <a:pt x="78237" y="0"/>
                    <a:pt x="114993" y="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rmAutofit lnSpcReduction="10000"/>
            </a:bodyPr>
            <a:lstStyle/>
            <a:p>
              <a:pPr marL="0" algn="ctr"/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73100" y="1281048"/>
            <a:ext cx="3431666" cy="3627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Open Questions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73100" y="1816697"/>
            <a:ext cx="3431666" cy="102335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Start conversation about implementation challenges.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87233" y="1281048"/>
            <a:ext cx="3431666" cy="3627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Road Ahead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87233" y="1816697"/>
            <a:ext cx="3431666" cy="102335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Discuss future of ReSearch and how it will evolve.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31828" y="4753783"/>
            <a:ext cx="3928343" cy="3627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Potential Collaborations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131828" y="5279908"/>
            <a:ext cx="3928343" cy="102335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Discuss possibilities to working with other industries.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mar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1450328" y="1233492"/>
            <a:ext cx="9291345" cy="2778704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6600" b="1" i="0" u="none" baseline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Thank you for listening.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6" dur="5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" dur="5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5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105CFB"/>
      </a:accent1>
      <a:accent2>
        <a:srgbClr val="44CCFF"/>
      </a:accent2>
      <a:accent3>
        <a:srgbClr val="38DB99"/>
      </a:accent3>
      <a:accent4>
        <a:srgbClr val="ED4042"/>
      </a:accent4>
      <a:accent5>
        <a:srgbClr val="FF863D"/>
      </a:accent5>
      <a:accent6>
        <a:srgbClr val="ACB4BA"/>
      </a:accent6>
      <a:hlink>
        <a:srgbClr val="105CFB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5751</Words>
  <Application>Microsoft Office PowerPoint</Application>
  <PresentationFormat>Widescreen</PresentationFormat>
  <Paragraphs>120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微软雅黑</vt:lpstr>
      <vt:lpstr>Arial</vt:lpstr>
      <vt:lpstr>Calibri</vt:lpstr>
      <vt:lpstr>Office Theme</vt:lpstr>
      <vt:lpstr>PowerPoint Presentation</vt:lpstr>
      <vt:lpstr>PowerPoint Presentation</vt:lpstr>
      <vt:lpstr>Introduction to ReSearch</vt:lpstr>
      <vt:lpstr>The Essence of ReSearch</vt:lpstr>
      <vt:lpstr>Bridging Search and Reasoning</vt:lpstr>
      <vt:lpstr>Core Concepts &amp;  Design Choices</vt:lpstr>
      <vt:lpstr>Foundational Ideas of ReSearch</vt:lpstr>
      <vt:lpstr>Key Design Decisions</vt:lpstr>
      <vt:lpstr>Technical Findings</vt:lpstr>
      <vt:lpstr>Reinforcement Learning Setup</vt:lpstr>
      <vt:lpstr>Reward Design</vt:lpstr>
      <vt:lpstr>Challenges &amp; Reflection</vt:lpstr>
      <vt:lpstr>Implementation Challenges</vt:lpstr>
      <vt:lpstr>Addressing Challenges</vt:lpstr>
      <vt:lpstr>Potential Use Cases</vt:lpstr>
      <vt:lpstr>Real-World Applications of ReSearch</vt:lpstr>
      <vt:lpstr>Future Directions</vt:lpstr>
      <vt:lpstr>Conclusion</vt:lpstr>
      <vt:lpstr>Summary</vt:lpstr>
      <vt:lpstr>Discussion</vt:lpstr>
      <vt:lpstr>Thank you for listening.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bilalsz281919@gmail.com</cp:lastModifiedBy>
  <cp:revision>3</cp:revision>
  <dcterms:created xsi:type="dcterms:W3CDTF">2025-05-20T18:21:33Z</dcterms:created>
  <dcterms:modified xsi:type="dcterms:W3CDTF">2025-05-20T18:40:55Z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</Properties>
</file>